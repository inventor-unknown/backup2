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308" r:id="rId3"/>
    <p:sldId id="305" r:id="rId4"/>
    <p:sldId id="306" r:id="rId5"/>
    <p:sldId id="261" r:id="rId6"/>
    <p:sldId id="292" r:id="rId7"/>
    <p:sldId id="293" r:id="rId8"/>
    <p:sldId id="294" r:id="rId9"/>
    <p:sldId id="295" r:id="rId10"/>
    <p:sldId id="296" r:id="rId11"/>
    <p:sldId id="297" r:id="rId12"/>
    <p:sldId id="298" r:id="rId13"/>
    <p:sldId id="299" r:id="rId14"/>
    <p:sldId id="268" r:id="rId15"/>
    <p:sldId id="269" r:id="rId16"/>
    <p:sldId id="273" r:id="rId17"/>
    <p:sldId id="270" r:id="rId18"/>
    <p:sldId id="271" r:id="rId19"/>
    <p:sldId id="272" r:id="rId20"/>
    <p:sldId id="274" r:id="rId21"/>
    <p:sldId id="275" r:id="rId22"/>
    <p:sldId id="276" r:id="rId23"/>
    <p:sldId id="301" r:id="rId24"/>
    <p:sldId id="302" r:id="rId25"/>
    <p:sldId id="30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41C68E-2CF6-4324-8FDD-5E3743F0DD3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7D50A2C-CEE1-4E35-B094-30057A10A687}">
      <dgm:prSet/>
      <dgm:spPr/>
      <dgm:t>
        <a:bodyPr/>
        <a:lstStyle/>
        <a:p>
          <a:r>
            <a:rPr lang="en-US" b="1" i="0"/>
            <a:t>Example: Ecommerce website</a:t>
          </a:r>
          <a:br>
            <a:rPr lang="en-US" b="0" i="0"/>
          </a:br>
          <a:r>
            <a:rPr lang="en-US" b="0" i="0"/>
            <a:t>Consider a team building an ecommerce website using incremental development. The final target product has search, product information, a shopping basket, checkout, favorites, and customer reviews.</a:t>
          </a:r>
          <a:endParaRPr lang="en-US"/>
        </a:p>
      </dgm:t>
    </dgm:pt>
    <dgm:pt modelId="{FE54D329-8CDD-4522-B3C5-6F2139C33DAC}" type="parTrans" cxnId="{9302177E-D03B-4DD6-9F3F-07E37FD61143}">
      <dgm:prSet/>
      <dgm:spPr/>
      <dgm:t>
        <a:bodyPr/>
        <a:lstStyle/>
        <a:p>
          <a:endParaRPr lang="en-US"/>
        </a:p>
      </dgm:t>
    </dgm:pt>
    <dgm:pt modelId="{FBABD031-F3D5-4449-8A89-EBF5A57E7FD1}" type="sibTrans" cxnId="{9302177E-D03B-4DD6-9F3F-07E37FD61143}">
      <dgm:prSet/>
      <dgm:spPr/>
      <dgm:t>
        <a:bodyPr/>
        <a:lstStyle/>
        <a:p>
          <a:endParaRPr lang="en-US"/>
        </a:p>
      </dgm:t>
    </dgm:pt>
    <dgm:pt modelId="{0FC8B304-5B72-497C-B1EE-0D86EEC4B659}">
      <dgm:prSet/>
      <dgm:spPr/>
      <dgm:t>
        <a:bodyPr/>
        <a:lstStyle/>
        <a:p>
          <a:r>
            <a:rPr lang="en-US" b="0" i="0"/>
            <a:t>For the first released increment, the team builds the basic functionality to buy a product. It includes search, product information, adding products to a shopping basket and checkout. This first slice would only be released once it’s complete.</a:t>
          </a:r>
          <a:endParaRPr lang="en-US"/>
        </a:p>
      </dgm:t>
    </dgm:pt>
    <dgm:pt modelId="{81B2E4B2-DEB2-47FE-AA7B-4CEEBCBFDD47}" type="parTrans" cxnId="{8FEAB813-FEBB-4E33-9DE4-10DBCC7CD11B}">
      <dgm:prSet/>
      <dgm:spPr/>
      <dgm:t>
        <a:bodyPr/>
        <a:lstStyle/>
        <a:p>
          <a:endParaRPr lang="en-US"/>
        </a:p>
      </dgm:t>
    </dgm:pt>
    <dgm:pt modelId="{98FC6EF6-99DF-4EEB-8FA1-BC306ABD9F87}" type="sibTrans" cxnId="{8FEAB813-FEBB-4E33-9DE4-10DBCC7CD11B}">
      <dgm:prSet/>
      <dgm:spPr/>
      <dgm:t>
        <a:bodyPr/>
        <a:lstStyle/>
        <a:p>
          <a:endParaRPr lang="en-US"/>
        </a:p>
      </dgm:t>
    </dgm:pt>
    <dgm:pt modelId="{236AAB7A-8A09-4A25-88ED-65487262BBF0}">
      <dgm:prSet/>
      <dgm:spPr/>
      <dgm:t>
        <a:bodyPr/>
        <a:lstStyle/>
        <a:p>
          <a:r>
            <a:rPr lang="en-US" b="0" i="0"/>
            <a:t>The second released increment builds on that basic functionality and would add another capability such as favorites. That would be released when the favorites functionality is complete.</a:t>
          </a:r>
          <a:endParaRPr lang="en-US"/>
        </a:p>
      </dgm:t>
    </dgm:pt>
    <dgm:pt modelId="{00720146-DCAA-4224-AD65-187D78A4962A}" type="parTrans" cxnId="{DE9CC549-9C5C-4E36-AAEE-F1B08F3B771B}">
      <dgm:prSet/>
      <dgm:spPr/>
      <dgm:t>
        <a:bodyPr/>
        <a:lstStyle/>
        <a:p>
          <a:endParaRPr lang="en-US"/>
        </a:p>
      </dgm:t>
    </dgm:pt>
    <dgm:pt modelId="{629BA749-C8C2-4365-BEF8-C31F82B4A372}" type="sibTrans" cxnId="{DE9CC549-9C5C-4E36-AAEE-F1B08F3B771B}">
      <dgm:prSet/>
      <dgm:spPr/>
      <dgm:t>
        <a:bodyPr/>
        <a:lstStyle/>
        <a:p>
          <a:endParaRPr lang="en-US"/>
        </a:p>
      </dgm:t>
    </dgm:pt>
    <dgm:pt modelId="{EE3CB1BF-47FE-4893-B97B-71C88914EC9E}">
      <dgm:prSet/>
      <dgm:spPr/>
      <dgm:t>
        <a:bodyPr/>
        <a:lstStyle/>
        <a:p>
          <a:r>
            <a:rPr lang="en-US" b="0" i="0"/>
            <a:t>The third released increment adds customer reviews once that is complete, and so on.</a:t>
          </a:r>
          <a:endParaRPr lang="en-US"/>
        </a:p>
      </dgm:t>
    </dgm:pt>
    <dgm:pt modelId="{9512420E-676A-4988-A08A-133976A49678}" type="parTrans" cxnId="{C2630FAB-62DA-4BC4-8147-9AF3E8DC2991}">
      <dgm:prSet/>
      <dgm:spPr/>
      <dgm:t>
        <a:bodyPr/>
        <a:lstStyle/>
        <a:p>
          <a:endParaRPr lang="en-US"/>
        </a:p>
      </dgm:t>
    </dgm:pt>
    <dgm:pt modelId="{992C401A-AF25-477D-AE23-AC3CEBE030F1}" type="sibTrans" cxnId="{C2630FAB-62DA-4BC4-8147-9AF3E8DC2991}">
      <dgm:prSet/>
      <dgm:spPr/>
      <dgm:t>
        <a:bodyPr/>
        <a:lstStyle/>
        <a:p>
          <a:endParaRPr lang="en-US"/>
        </a:p>
      </dgm:t>
    </dgm:pt>
    <dgm:pt modelId="{8E558B13-964D-4BE0-98ED-EBAB7F1EADA1}" type="pres">
      <dgm:prSet presAssocID="{4241C68E-2CF6-4324-8FDD-5E3743F0DD35}" presName="hierChild1" presStyleCnt="0">
        <dgm:presLayoutVars>
          <dgm:chPref val="1"/>
          <dgm:dir/>
          <dgm:animOne val="branch"/>
          <dgm:animLvl val="lvl"/>
          <dgm:resizeHandles/>
        </dgm:presLayoutVars>
      </dgm:prSet>
      <dgm:spPr/>
    </dgm:pt>
    <dgm:pt modelId="{F724CA16-AA60-4C61-A1E7-5BF7D5E378D6}" type="pres">
      <dgm:prSet presAssocID="{87D50A2C-CEE1-4E35-B094-30057A10A687}" presName="hierRoot1" presStyleCnt="0"/>
      <dgm:spPr/>
    </dgm:pt>
    <dgm:pt modelId="{CA125529-5AD1-43D0-96C2-0DC74D0C6251}" type="pres">
      <dgm:prSet presAssocID="{87D50A2C-CEE1-4E35-B094-30057A10A687}" presName="composite" presStyleCnt="0"/>
      <dgm:spPr/>
    </dgm:pt>
    <dgm:pt modelId="{49B60DDE-2FF5-4C87-8738-CBBDF8BF33E0}" type="pres">
      <dgm:prSet presAssocID="{87D50A2C-CEE1-4E35-B094-30057A10A687}" presName="background" presStyleLbl="node0" presStyleIdx="0" presStyleCnt="4"/>
      <dgm:spPr/>
    </dgm:pt>
    <dgm:pt modelId="{DDD00B2E-3FEF-4F91-BAD5-7D192592048E}" type="pres">
      <dgm:prSet presAssocID="{87D50A2C-CEE1-4E35-B094-30057A10A687}" presName="text" presStyleLbl="fgAcc0" presStyleIdx="0" presStyleCnt="4">
        <dgm:presLayoutVars>
          <dgm:chPref val="3"/>
        </dgm:presLayoutVars>
      </dgm:prSet>
      <dgm:spPr/>
    </dgm:pt>
    <dgm:pt modelId="{A2D66F77-A8A1-406C-AFFF-4E553252F260}" type="pres">
      <dgm:prSet presAssocID="{87D50A2C-CEE1-4E35-B094-30057A10A687}" presName="hierChild2" presStyleCnt="0"/>
      <dgm:spPr/>
    </dgm:pt>
    <dgm:pt modelId="{E07B645B-47BB-4869-8D32-4A9323B8F8A7}" type="pres">
      <dgm:prSet presAssocID="{0FC8B304-5B72-497C-B1EE-0D86EEC4B659}" presName="hierRoot1" presStyleCnt="0"/>
      <dgm:spPr/>
    </dgm:pt>
    <dgm:pt modelId="{38DB1EA9-7A36-4BED-9B1D-6EB8F2CBCD00}" type="pres">
      <dgm:prSet presAssocID="{0FC8B304-5B72-497C-B1EE-0D86EEC4B659}" presName="composite" presStyleCnt="0"/>
      <dgm:spPr/>
    </dgm:pt>
    <dgm:pt modelId="{610D16C0-3E57-4078-8153-CF5414B5B7E0}" type="pres">
      <dgm:prSet presAssocID="{0FC8B304-5B72-497C-B1EE-0D86EEC4B659}" presName="background" presStyleLbl="node0" presStyleIdx="1" presStyleCnt="4"/>
      <dgm:spPr/>
    </dgm:pt>
    <dgm:pt modelId="{5574AC21-B22A-41D3-A402-E0D1A6B58407}" type="pres">
      <dgm:prSet presAssocID="{0FC8B304-5B72-497C-B1EE-0D86EEC4B659}" presName="text" presStyleLbl="fgAcc0" presStyleIdx="1" presStyleCnt="4">
        <dgm:presLayoutVars>
          <dgm:chPref val="3"/>
        </dgm:presLayoutVars>
      </dgm:prSet>
      <dgm:spPr/>
    </dgm:pt>
    <dgm:pt modelId="{E8DAFB03-0CF9-4573-81E3-D9E5DBA6AB0B}" type="pres">
      <dgm:prSet presAssocID="{0FC8B304-5B72-497C-B1EE-0D86EEC4B659}" presName="hierChild2" presStyleCnt="0"/>
      <dgm:spPr/>
    </dgm:pt>
    <dgm:pt modelId="{85C8D7EB-F0D5-4D20-8F97-BD89911D4D54}" type="pres">
      <dgm:prSet presAssocID="{236AAB7A-8A09-4A25-88ED-65487262BBF0}" presName="hierRoot1" presStyleCnt="0"/>
      <dgm:spPr/>
    </dgm:pt>
    <dgm:pt modelId="{1B76BBBC-CBBF-4AB3-B7C1-50EA7193DD0F}" type="pres">
      <dgm:prSet presAssocID="{236AAB7A-8A09-4A25-88ED-65487262BBF0}" presName="composite" presStyleCnt="0"/>
      <dgm:spPr/>
    </dgm:pt>
    <dgm:pt modelId="{085441A9-46EA-4F42-B35F-723F378DD64F}" type="pres">
      <dgm:prSet presAssocID="{236AAB7A-8A09-4A25-88ED-65487262BBF0}" presName="background" presStyleLbl="node0" presStyleIdx="2" presStyleCnt="4"/>
      <dgm:spPr/>
    </dgm:pt>
    <dgm:pt modelId="{2000E407-5F92-4B0F-8D05-5F58AC2FF14C}" type="pres">
      <dgm:prSet presAssocID="{236AAB7A-8A09-4A25-88ED-65487262BBF0}" presName="text" presStyleLbl="fgAcc0" presStyleIdx="2" presStyleCnt="4">
        <dgm:presLayoutVars>
          <dgm:chPref val="3"/>
        </dgm:presLayoutVars>
      </dgm:prSet>
      <dgm:spPr/>
    </dgm:pt>
    <dgm:pt modelId="{CFE311D9-4D29-4001-A59B-1B5224746892}" type="pres">
      <dgm:prSet presAssocID="{236AAB7A-8A09-4A25-88ED-65487262BBF0}" presName="hierChild2" presStyleCnt="0"/>
      <dgm:spPr/>
    </dgm:pt>
    <dgm:pt modelId="{82712B3C-5746-4F8A-A7D5-D645BD6F71A9}" type="pres">
      <dgm:prSet presAssocID="{EE3CB1BF-47FE-4893-B97B-71C88914EC9E}" presName="hierRoot1" presStyleCnt="0"/>
      <dgm:spPr/>
    </dgm:pt>
    <dgm:pt modelId="{C736E0DD-A42E-4718-AB55-5032D9BFA00D}" type="pres">
      <dgm:prSet presAssocID="{EE3CB1BF-47FE-4893-B97B-71C88914EC9E}" presName="composite" presStyleCnt="0"/>
      <dgm:spPr/>
    </dgm:pt>
    <dgm:pt modelId="{96DD253E-7561-432C-A085-FEEBC402FEAD}" type="pres">
      <dgm:prSet presAssocID="{EE3CB1BF-47FE-4893-B97B-71C88914EC9E}" presName="background" presStyleLbl="node0" presStyleIdx="3" presStyleCnt="4"/>
      <dgm:spPr/>
    </dgm:pt>
    <dgm:pt modelId="{4EDA4AC7-3131-4DBE-9C5E-41AE4D73E525}" type="pres">
      <dgm:prSet presAssocID="{EE3CB1BF-47FE-4893-B97B-71C88914EC9E}" presName="text" presStyleLbl="fgAcc0" presStyleIdx="3" presStyleCnt="4">
        <dgm:presLayoutVars>
          <dgm:chPref val="3"/>
        </dgm:presLayoutVars>
      </dgm:prSet>
      <dgm:spPr/>
    </dgm:pt>
    <dgm:pt modelId="{AE7160FA-56C1-4FB4-AAB1-B4BE6D42B103}" type="pres">
      <dgm:prSet presAssocID="{EE3CB1BF-47FE-4893-B97B-71C88914EC9E}" presName="hierChild2" presStyleCnt="0"/>
      <dgm:spPr/>
    </dgm:pt>
  </dgm:ptLst>
  <dgm:cxnLst>
    <dgm:cxn modelId="{DC400C01-F217-4C1E-A32A-C19D79D9509F}" type="presOf" srcId="{EE3CB1BF-47FE-4893-B97B-71C88914EC9E}" destId="{4EDA4AC7-3131-4DBE-9C5E-41AE4D73E525}" srcOrd="0" destOrd="0" presId="urn:microsoft.com/office/officeart/2005/8/layout/hierarchy1"/>
    <dgm:cxn modelId="{8FEAB813-FEBB-4E33-9DE4-10DBCC7CD11B}" srcId="{4241C68E-2CF6-4324-8FDD-5E3743F0DD35}" destId="{0FC8B304-5B72-497C-B1EE-0D86EEC4B659}" srcOrd="1" destOrd="0" parTransId="{81B2E4B2-DEB2-47FE-AA7B-4CEEBCBFDD47}" sibTransId="{98FC6EF6-99DF-4EEB-8FA1-BC306ABD9F87}"/>
    <dgm:cxn modelId="{DE9CC549-9C5C-4E36-AAEE-F1B08F3B771B}" srcId="{4241C68E-2CF6-4324-8FDD-5E3743F0DD35}" destId="{236AAB7A-8A09-4A25-88ED-65487262BBF0}" srcOrd="2" destOrd="0" parTransId="{00720146-DCAA-4224-AD65-187D78A4962A}" sibTransId="{629BA749-C8C2-4365-BEF8-C31F82B4A372}"/>
    <dgm:cxn modelId="{C38E6072-22CB-4A9E-B6E1-8264D3261F1C}" type="presOf" srcId="{4241C68E-2CF6-4324-8FDD-5E3743F0DD35}" destId="{8E558B13-964D-4BE0-98ED-EBAB7F1EADA1}" srcOrd="0" destOrd="0" presId="urn:microsoft.com/office/officeart/2005/8/layout/hierarchy1"/>
    <dgm:cxn modelId="{9302177E-D03B-4DD6-9F3F-07E37FD61143}" srcId="{4241C68E-2CF6-4324-8FDD-5E3743F0DD35}" destId="{87D50A2C-CEE1-4E35-B094-30057A10A687}" srcOrd="0" destOrd="0" parTransId="{FE54D329-8CDD-4522-B3C5-6F2139C33DAC}" sibTransId="{FBABD031-F3D5-4449-8A89-EBF5A57E7FD1}"/>
    <dgm:cxn modelId="{C2630FAB-62DA-4BC4-8147-9AF3E8DC2991}" srcId="{4241C68E-2CF6-4324-8FDD-5E3743F0DD35}" destId="{EE3CB1BF-47FE-4893-B97B-71C88914EC9E}" srcOrd="3" destOrd="0" parTransId="{9512420E-676A-4988-A08A-133976A49678}" sibTransId="{992C401A-AF25-477D-AE23-AC3CEBE030F1}"/>
    <dgm:cxn modelId="{EEBF8EBA-A9A6-41C7-BED7-E843DBC1FEB9}" type="presOf" srcId="{0FC8B304-5B72-497C-B1EE-0D86EEC4B659}" destId="{5574AC21-B22A-41D3-A402-E0D1A6B58407}" srcOrd="0" destOrd="0" presId="urn:microsoft.com/office/officeart/2005/8/layout/hierarchy1"/>
    <dgm:cxn modelId="{4AC1B3CE-2406-4EC8-BB4B-1B44F5AACA40}" type="presOf" srcId="{236AAB7A-8A09-4A25-88ED-65487262BBF0}" destId="{2000E407-5F92-4B0F-8D05-5F58AC2FF14C}" srcOrd="0" destOrd="0" presId="urn:microsoft.com/office/officeart/2005/8/layout/hierarchy1"/>
    <dgm:cxn modelId="{743877E2-1F89-4EFD-8164-FE960FDE8F7B}" type="presOf" srcId="{87D50A2C-CEE1-4E35-B094-30057A10A687}" destId="{DDD00B2E-3FEF-4F91-BAD5-7D192592048E}" srcOrd="0" destOrd="0" presId="urn:microsoft.com/office/officeart/2005/8/layout/hierarchy1"/>
    <dgm:cxn modelId="{D342C239-BFC9-4816-9286-559AFC999ADA}" type="presParOf" srcId="{8E558B13-964D-4BE0-98ED-EBAB7F1EADA1}" destId="{F724CA16-AA60-4C61-A1E7-5BF7D5E378D6}" srcOrd="0" destOrd="0" presId="urn:microsoft.com/office/officeart/2005/8/layout/hierarchy1"/>
    <dgm:cxn modelId="{555DC877-BD3D-4D96-ACF7-220389D0A3F5}" type="presParOf" srcId="{F724CA16-AA60-4C61-A1E7-5BF7D5E378D6}" destId="{CA125529-5AD1-43D0-96C2-0DC74D0C6251}" srcOrd="0" destOrd="0" presId="urn:microsoft.com/office/officeart/2005/8/layout/hierarchy1"/>
    <dgm:cxn modelId="{00BE0E57-B04C-4658-9E71-09788805169D}" type="presParOf" srcId="{CA125529-5AD1-43D0-96C2-0DC74D0C6251}" destId="{49B60DDE-2FF5-4C87-8738-CBBDF8BF33E0}" srcOrd="0" destOrd="0" presId="urn:microsoft.com/office/officeart/2005/8/layout/hierarchy1"/>
    <dgm:cxn modelId="{97339822-EA15-45B8-B38B-1AA9D21B6BD7}" type="presParOf" srcId="{CA125529-5AD1-43D0-96C2-0DC74D0C6251}" destId="{DDD00B2E-3FEF-4F91-BAD5-7D192592048E}" srcOrd="1" destOrd="0" presId="urn:microsoft.com/office/officeart/2005/8/layout/hierarchy1"/>
    <dgm:cxn modelId="{D1ABE312-9646-4F41-8DDB-6F68790BEFC5}" type="presParOf" srcId="{F724CA16-AA60-4C61-A1E7-5BF7D5E378D6}" destId="{A2D66F77-A8A1-406C-AFFF-4E553252F260}" srcOrd="1" destOrd="0" presId="urn:microsoft.com/office/officeart/2005/8/layout/hierarchy1"/>
    <dgm:cxn modelId="{F4FC48BB-EB18-4F7A-A81E-DA8C1EE0AE53}" type="presParOf" srcId="{8E558B13-964D-4BE0-98ED-EBAB7F1EADA1}" destId="{E07B645B-47BB-4869-8D32-4A9323B8F8A7}" srcOrd="1" destOrd="0" presId="urn:microsoft.com/office/officeart/2005/8/layout/hierarchy1"/>
    <dgm:cxn modelId="{ACC5FF3C-C29E-4C29-BF93-B28FFFCAF908}" type="presParOf" srcId="{E07B645B-47BB-4869-8D32-4A9323B8F8A7}" destId="{38DB1EA9-7A36-4BED-9B1D-6EB8F2CBCD00}" srcOrd="0" destOrd="0" presId="urn:microsoft.com/office/officeart/2005/8/layout/hierarchy1"/>
    <dgm:cxn modelId="{630611FF-0730-424A-9522-FBF5F5E466DC}" type="presParOf" srcId="{38DB1EA9-7A36-4BED-9B1D-6EB8F2CBCD00}" destId="{610D16C0-3E57-4078-8153-CF5414B5B7E0}" srcOrd="0" destOrd="0" presId="urn:microsoft.com/office/officeart/2005/8/layout/hierarchy1"/>
    <dgm:cxn modelId="{740165EF-22B9-4FD3-B95D-EA92DB2C16EC}" type="presParOf" srcId="{38DB1EA9-7A36-4BED-9B1D-6EB8F2CBCD00}" destId="{5574AC21-B22A-41D3-A402-E0D1A6B58407}" srcOrd="1" destOrd="0" presId="urn:microsoft.com/office/officeart/2005/8/layout/hierarchy1"/>
    <dgm:cxn modelId="{9FF84DFA-D70E-4B20-9E68-DE952D30DAEC}" type="presParOf" srcId="{E07B645B-47BB-4869-8D32-4A9323B8F8A7}" destId="{E8DAFB03-0CF9-4573-81E3-D9E5DBA6AB0B}" srcOrd="1" destOrd="0" presId="urn:microsoft.com/office/officeart/2005/8/layout/hierarchy1"/>
    <dgm:cxn modelId="{5AA95A99-2830-4F23-9321-E5AA077346D6}" type="presParOf" srcId="{8E558B13-964D-4BE0-98ED-EBAB7F1EADA1}" destId="{85C8D7EB-F0D5-4D20-8F97-BD89911D4D54}" srcOrd="2" destOrd="0" presId="urn:microsoft.com/office/officeart/2005/8/layout/hierarchy1"/>
    <dgm:cxn modelId="{0DDD2C46-F3F7-42DA-9C98-E766F6833D25}" type="presParOf" srcId="{85C8D7EB-F0D5-4D20-8F97-BD89911D4D54}" destId="{1B76BBBC-CBBF-4AB3-B7C1-50EA7193DD0F}" srcOrd="0" destOrd="0" presId="urn:microsoft.com/office/officeart/2005/8/layout/hierarchy1"/>
    <dgm:cxn modelId="{15F7BBA2-005E-4CEF-A7E4-977C3F836BF4}" type="presParOf" srcId="{1B76BBBC-CBBF-4AB3-B7C1-50EA7193DD0F}" destId="{085441A9-46EA-4F42-B35F-723F378DD64F}" srcOrd="0" destOrd="0" presId="urn:microsoft.com/office/officeart/2005/8/layout/hierarchy1"/>
    <dgm:cxn modelId="{81890723-242C-4935-AE1B-FBE9B3DF047C}" type="presParOf" srcId="{1B76BBBC-CBBF-4AB3-B7C1-50EA7193DD0F}" destId="{2000E407-5F92-4B0F-8D05-5F58AC2FF14C}" srcOrd="1" destOrd="0" presId="urn:microsoft.com/office/officeart/2005/8/layout/hierarchy1"/>
    <dgm:cxn modelId="{B17174F8-66F2-42DD-9CC0-A38D9877F96A}" type="presParOf" srcId="{85C8D7EB-F0D5-4D20-8F97-BD89911D4D54}" destId="{CFE311D9-4D29-4001-A59B-1B5224746892}" srcOrd="1" destOrd="0" presId="urn:microsoft.com/office/officeart/2005/8/layout/hierarchy1"/>
    <dgm:cxn modelId="{35625F5C-7597-485D-89BC-A78B38A91CF7}" type="presParOf" srcId="{8E558B13-964D-4BE0-98ED-EBAB7F1EADA1}" destId="{82712B3C-5746-4F8A-A7D5-D645BD6F71A9}" srcOrd="3" destOrd="0" presId="urn:microsoft.com/office/officeart/2005/8/layout/hierarchy1"/>
    <dgm:cxn modelId="{740A093D-DED0-4B46-A4F1-258D18B3485F}" type="presParOf" srcId="{82712B3C-5746-4F8A-A7D5-D645BD6F71A9}" destId="{C736E0DD-A42E-4718-AB55-5032D9BFA00D}" srcOrd="0" destOrd="0" presId="urn:microsoft.com/office/officeart/2005/8/layout/hierarchy1"/>
    <dgm:cxn modelId="{EF1E73DA-8647-4437-9A11-4312D9587FEC}" type="presParOf" srcId="{C736E0DD-A42E-4718-AB55-5032D9BFA00D}" destId="{96DD253E-7561-432C-A085-FEEBC402FEAD}" srcOrd="0" destOrd="0" presId="urn:microsoft.com/office/officeart/2005/8/layout/hierarchy1"/>
    <dgm:cxn modelId="{3587AA5E-944F-4BDE-AB09-E5F131FD15BA}" type="presParOf" srcId="{C736E0DD-A42E-4718-AB55-5032D9BFA00D}" destId="{4EDA4AC7-3131-4DBE-9C5E-41AE4D73E525}" srcOrd="1" destOrd="0" presId="urn:microsoft.com/office/officeart/2005/8/layout/hierarchy1"/>
    <dgm:cxn modelId="{06A8B79B-AF03-47D5-97FA-601DE048B7DB}" type="presParOf" srcId="{82712B3C-5746-4F8A-A7D5-D645BD6F71A9}" destId="{AE7160FA-56C1-4FB4-AAB1-B4BE6D42B10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B60DDE-2FF5-4C87-8738-CBBDF8BF33E0}">
      <dsp:nvSpPr>
        <dsp:cNvPr id="0" name=""/>
        <dsp:cNvSpPr/>
      </dsp:nvSpPr>
      <dsp:spPr>
        <a:xfrm>
          <a:off x="3231"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D00B2E-3FEF-4F91-BAD5-7D192592048E}">
      <dsp:nvSpPr>
        <dsp:cNvPr id="0" name=""/>
        <dsp:cNvSpPr/>
      </dsp:nvSpPr>
      <dsp:spPr>
        <a:xfrm>
          <a:off x="259591"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i="0" kern="1200"/>
            <a:t>Example: Ecommerce website</a:t>
          </a:r>
          <a:br>
            <a:rPr lang="en-US" sz="1100" b="0" i="0" kern="1200"/>
          </a:br>
          <a:r>
            <a:rPr lang="en-US" sz="1100" b="0" i="0" kern="1200"/>
            <a:t>Consider a team building an ecommerce website using incremental development. The final target product has search, product information, a shopping basket, checkout, favorites, and customer reviews.</a:t>
          </a:r>
          <a:endParaRPr lang="en-US" sz="1100" kern="1200"/>
        </a:p>
      </dsp:txBody>
      <dsp:txXfrm>
        <a:off x="302502" y="1271251"/>
        <a:ext cx="2221419" cy="1379276"/>
      </dsp:txXfrm>
    </dsp:sp>
    <dsp:sp modelId="{610D16C0-3E57-4078-8153-CF5414B5B7E0}">
      <dsp:nvSpPr>
        <dsp:cNvPr id="0" name=""/>
        <dsp:cNvSpPr/>
      </dsp:nvSpPr>
      <dsp:spPr>
        <a:xfrm>
          <a:off x="2823193"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74AC21-B22A-41D3-A402-E0D1A6B58407}">
      <dsp:nvSpPr>
        <dsp:cNvPr id="0" name=""/>
        <dsp:cNvSpPr/>
      </dsp:nvSpPr>
      <dsp:spPr>
        <a:xfrm>
          <a:off x="3079553"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a:t>For the first released increment, the team builds the basic functionality to buy a product. It includes search, product information, adding products to a shopping basket and checkout. This first slice would only be released once it’s complete.</a:t>
          </a:r>
          <a:endParaRPr lang="en-US" sz="1100" kern="1200"/>
        </a:p>
      </dsp:txBody>
      <dsp:txXfrm>
        <a:off x="3122464" y="1271251"/>
        <a:ext cx="2221419" cy="1379276"/>
      </dsp:txXfrm>
    </dsp:sp>
    <dsp:sp modelId="{085441A9-46EA-4F42-B35F-723F378DD64F}">
      <dsp:nvSpPr>
        <dsp:cNvPr id="0" name=""/>
        <dsp:cNvSpPr/>
      </dsp:nvSpPr>
      <dsp:spPr>
        <a:xfrm>
          <a:off x="5643155"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00E407-5F92-4B0F-8D05-5F58AC2FF14C}">
      <dsp:nvSpPr>
        <dsp:cNvPr id="0" name=""/>
        <dsp:cNvSpPr/>
      </dsp:nvSpPr>
      <dsp:spPr>
        <a:xfrm>
          <a:off x="5899515"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a:t>The second released increment builds on that basic functionality and would add another capability such as favorites. That would be released when the favorites functionality is complete.</a:t>
          </a:r>
          <a:endParaRPr lang="en-US" sz="1100" kern="1200"/>
        </a:p>
      </dsp:txBody>
      <dsp:txXfrm>
        <a:off x="5942426" y="1271251"/>
        <a:ext cx="2221419" cy="1379276"/>
      </dsp:txXfrm>
    </dsp:sp>
    <dsp:sp modelId="{96DD253E-7561-432C-A085-FEEBC402FEAD}">
      <dsp:nvSpPr>
        <dsp:cNvPr id="0" name=""/>
        <dsp:cNvSpPr/>
      </dsp:nvSpPr>
      <dsp:spPr>
        <a:xfrm>
          <a:off x="8463116"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DA4AC7-3131-4DBE-9C5E-41AE4D73E525}">
      <dsp:nvSpPr>
        <dsp:cNvPr id="0" name=""/>
        <dsp:cNvSpPr/>
      </dsp:nvSpPr>
      <dsp:spPr>
        <a:xfrm>
          <a:off x="8719477"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a:t>The third released increment adds customer reviews once that is complete, and so on.</a:t>
          </a:r>
          <a:endParaRPr lang="en-US" sz="1100" kern="1200"/>
        </a:p>
      </dsp:txBody>
      <dsp:txXfrm>
        <a:off x="8762388" y="1271251"/>
        <a:ext cx="2221419" cy="137927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10/2/2024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10/2/2024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10/2/2024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10/2/2024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10/2/2024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F6DCA-CA2E-C3C9-5077-B380524D7253}"/>
              </a:ext>
            </a:extLst>
          </p:cNvPr>
          <p:cNvSpPr>
            <a:spLocks noGrp="1"/>
          </p:cNvSpPr>
          <p:nvPr>
            <p:ph type="ctrTitle"/>
          </p:nvPr>
        </p:nvSpPr>
        <p:spPr/>
        <p:txBody>
          <a:bodyPr/>
          <a:lstStyle/>
          <a:p>
            <a:r>
              <a:rPr lang="en-US" dirty="0"/>
              <a:t>Sen-220 software engineering</a:t>
            </a:r>
          </a:p>
        </p:txBody>
      </p:sp>
      <p:sp>
        <p:nvSpPr>
          <p:cNvPr id="3" name="Subtitle 2">
            <a:extLst>
              <a:ext uri="{FF2B5EF4-FFF2-40B4-BE49-F238E27FC236}">
                <a16:creationId xmlns:a16="http://schemas.microsoft.com/office/drawing/2014/main" id="{914B93FF-B20F-85AF-8F17-B9B8FC8093F1}"/>
              </a:ext>
            </a:extLst>
          </p:cNvPr>
          <p:cNvSpPr>
            <a:spLocks noGrp="1"/>
          </p:cNvSpPr>
          <p:nvPr>
            <p:ph type="subTitle" idx="1"/>
          </p:nvPr>
        </p:nvSpPr>
        <p:spPr/>
        <p:txBody>
          <a:bodyPr>
            <a:normAutofit/>
          </a:bodyPr>
          <a:lstStyle/>
          <a:p>
            <a:r>
              <a:rPr lang="en-US" sz="2800" dirty="0"/>
              <a:t>Process models and agile</a:t>
            </a:r>
          </a:p>
        </p:txBody>
      </p:sp>
    </p:spTree>
    <p:extLst>
      <p:ext uri="{BB962C8B-B14F-4D97-AF65-F5344CB8AC3E}">
        <p14:creationId xmlns:p14="http://schemas.microsoft.com/office/powerpoint/2010/main" val="97814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AE4CE-7390-3F60-50EA-1195C30758CE}"/>
              </a:ext>
            </a:extLst>
          </p:cNvPr>
          <p:cNvSpPr>
            <a:spLocks noGrp="1"/>
          </p:cNvSpPr>
          <p:nvPr>
            <p:ph type="title"/>
          </p:nvPr>
        </p:nvSpPr>
        <p:spPr/>
        <p:txBody>
          <a:bodyPr/>
          <a:lstStyle/>
          <a:p>
            <a:r>
              <a:rPr lang="en-US" dirty="0"/>
              <a:t>PROCESS FLOW</a:t>
            </a:r>
          </a:p>
        </p:txBody>
      </p:sp>
      <p:sp>
        <p:nvSpPr>
          <p:cNvPr id="3" name="Content Placeholder 2">
            <a:extLst>
              <a:ext uri="{FF2B5EF4-FFF2-40B4-BE49-F238E27FC236}">
                <a16:creationId xmlns:a16="http://schemas.microsoft.com/office/drawing/2014/main" id="{F5541366-33EE-279E-638A-09373AB985F8}"/>
              </a:ext>
            </a:extLst>
          </p:cNvPr>
          <p:cNvSpPr>
            <a:spLocks noGrp="1"/>
          </p:cNvSpPr>
          <p:nvPr>
            <p:ph idx="1"/>
          </p:nvPr>
        </p:nvSpPr>
        <p:spPr>
          <a:xfrm>
            <a:off x="581192" y="2180496"/>
            <a:ext cx="11029615" cy="4677504"/>
          </a:xfrm>
        </p:spPr>
        <p:txBody>
          <a:bodyPr>
            <a:normAutofit/>
          </a:bodyPr>
          <a:lstStyle/>
          <a:p>
            <a:endParaRPr lang="en-US" dirty="0"/>
          </a:p>
          <a:p>
            <a:pPr marL="0" indent="0">
              <a:buNone/>
            </a:pPr>
            <a:endParaRPr lang="en-US" dirty="0"/>
          </a:p>
          <a:p>
            <a:r>
              <a:rPr lang="en-US" dirty="0"/>
              <a:t>Linear process flow each of the five activities in flow.</a:t>
            </a:r>
          </a:p>
          <a:p>
            <a:endParaRPr lang="en-US" dirty="0"/>
          </a:p>
          <a:p>
            <a:endParaRPr lang="en-US" dirty="0"/>
          </a:p>
          <a:p>
            <a:endParaRPr lang="en-US" dirty="0"/>
          </a:p>
          <a:p>
            <a:endParaRPr lang="en-US" dirty="0"/>
          </a:p>
          <a:p>
            <a:endParaRPr lang="en-US" dirty="0"/>
          </a:p>
          <a:p>
            <a:r>
              <a:rPr lang="en-US" dirty="0"/>
              <a:t>An Iterative process flow repeats one or more of the activities before proceeding to the next.</a:t>
            </a:r>
          </a:p>
        </p:txBody>
      </p:sp>
      <p:pic>
        <p:nvPicPr>
          <p:cNvPr id="5" name="Content Placeholder 4">
            <a:extLst>
              <a:ext uri="{FF2B5EF4-FFF2-40B4-BE49-F238E27FC236}">
                <a16:creationId xmlns:a16="http://schemas.microsoft.com/office/drawing/2014/main" id="{03C2FFBA-4D16-6CDC-C547-933F37A98720}"/>
              </a:ext>
            </a:extLst>
          </p:cNvPr>
          <p:cNvPicPr>
            <a:picLocks noChangeAspect="1"/>
          </p:cNvPicPr>
          <p:nvPr/>
        </p:nvPicPr>
        <p:blipFill>
          <a:blip r:embed="rId2"/>
          <a:stretch>
            <a:fillRect/>
          </a:stretch>
        </p:blipFill>
        <p:spPr>
          <a:xfrm>
            <a:off x="581192" y="2050606"/>
            <a:ext cx="9930611" cy="1174228"/>
          </a:xfrm>
          <a:prstGeom prst="rect">
            <a:avLst/>
          </a:prstGeom>
        </p:spPr>
      </p:pic>
      <p:pic>
        <p:nvPicPr>
          <p:cNvPr id="9" name="Picture 8">
            <a:extLst>
              <a:ext uri="{FF2B5EF4-FFF2-40B4-BE49-F238E27FC236}">
                <a16:creationId xmlns:a16="http://schemas.microsoft.com/office/drawing/2014/main" id="{892A893D-2AF8-2070-4D0D-51AE21090253}"/>
              </a:ext>
            </a:extLst>
          </p:cNvPr>
          <p:cNvPicPr>
            <a:picLocks noChangeAspect="1"/>
          </p:cNvPicPr>
          <p:nvPr/>
        </p:nvPicPr>
        <p:blipFill>
          <a:blip r:embed="rId3"/>
          <a:stretch>
            <a:fillRect/>
          </a:stretch>
        </p:blipFill>
        <p:spPr>
          <a:xfrm>
            <a:off x="772435" y="3818697"/>
            <a:ext cx="9739368" cy="2120252"/>
          </a:xfrm>
          <a:prstGeom prst="rect">
            <a:avLst/>
          </a:prstGeom>
        </p:spPr>
      </p:pic>
    </p:spTree>
    <p:extLst>
      <p:ext uri="{BB962C8B-B14F-4D97-AF65-F5344CB8AC3E}">
        <p14:creationId xmlns:p14="http://schemas.microsoft.com/office/powerpoint/2010/main" val="301316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98AB-5C1C-5A60-B57C-6450B5789C80}"/>
              </a:ext>
            </a:extLst>
          </p:cNvPr>
          <p:cNvSpPr>
            <a:spLocks noGrp="1"/>
          </p:cNvSpPr>
          <p:nvPr>
            <p:ph type="title"/>
          </p:nvPr>
        </p:nvSpPr>
        <p:spPr/>
        <p:txBody>
          <a:bodyPr/>
          <a:lstStyle/>
          <a:p>
            <a:r>
              <a:rPr lang="en-US" dirty="0"/>
              <a:t>PROCESS FLOW</a:t>
            </a:r>
          </a:p>
        </p:txBody>
      </p:sp>
      <p:sp>
        <p:nvSpPr>
          <p:cNvPr id="11" name="TextBox 10">
            <a:extLst>
              <a:ext uri="{FF2B5EF4-FFF2-40B4-BE49-F238E27FC236}">
                <a16:creationId xmlns:a16="http://schemas.microsoft.com/office/drawing/2014/main" id="{2EC7416E-14FB-E39E-548C-FCDBDE07D28F}"/>
              </a:ext>
            </a:extLst>
          </p:cNvPr>
          <p:cNvSpPr txBox="1"/>
          <p:nvPr/>
        </p:nvSpPr>
        <p:spPr>
          <a:xfrm>
            <a:off x="1391478" y="3829878"/>
            <a:ext cx="10018644" cy="369332"/>
          </a:xfrm>
          <a:prstGeom prst="rect">
            <a:avLst/>
          </a:prstGeom>
          <a:noFill/>
        </p:spPr>
        <p:txBody>
          <a:bodyPr wrap="square" rtlCol="0">
            <a:spAutoFit/>
          </a:bodyPr>
          <a:lstStyle/>
          <a:p>
            <a:endParaRPr lang="en-US" dirty="0"/>
          </a:p>
        </p:txBody>
      </p:sp>
      <p:sp>
        <p:nvSpPr>
          <p:cNvPr id="13" name="Content Placeholder 12">
            <a:extLst>
              <a:ext uri="{FF2B5EF4-FFF2-40B4-BE49-F238E27FC236}">
                <a16:creationId xmlns:a16="http://schemas.microsoft.com/office/drawing/2014/main" id="{CEA672A6-1B89-06DB-B22B-C76399A065E5}"/>
              </a:ext>
            </a:extLst>
          </p:cNvPr>
          <p:cNvSpPr>
            <a:spLocks noGrp="1"/>
          </p:cNvSpPr>
          <p:nvPr>
            <p:ph idx="1"/>
          </p:nvPr>
        </p:nvSpPr>
        <p:spPr/>
        <p:txBody>
          <a:bodyPr anchor="t"/>
          <a:lstStyle/>
          <a:p>
            <a:r>
              <a:rPr lang="en-US" dirty="0"/>
              <a:t>An evolutionary process flow executes the activities in a circular manner. Each circuit leads to more complete version of the software.</a:t>
            </a:r>
          </a:p>
        </p:txBody>
      </p:sp>
      <p:pic>
        <p:nvPicPr>
          <p:cNvPr id="14" name="Content Placeholder 4">
            <a:extLst>
              <a:ext uri="{FF2B5EF4-FFF2-40B4-BE49-F238E27FC236}">
                <a16:creationId xmlns:a16="http://schemas.microsoft.com/office/drawing/2014/main" id="{EDE9A7F1-8C34-C3C7-0C52-7BB3CF9FF831}"/>
              </a:ext>
            </a:extLst>
          </p:cNvPr>
          <p:cNvPicPr>
            <a:picLocks noChangeAspect="1"/>
          </p:cNvPicPr>
          <p:nvPr/>
        </p:nvPicPr>
        <p:blipFill>
          <a:blip r:embed="rId2"/>
          <a:stretch>
            <a:fillRect/>
          </a:stretch>
        </p:blipFill>
        <p:spPr>
          <a:xfrm>
            <a:off x="687210" y="2726947"/>
            <a:ext cx="8829343" cy="3596392"/>
          </a:xfrm>
          <a:prstGeom prst="rect">
            <a:avLst/>
          </a:prstGeom>
        </p:spPr>
      </p:pic>
    </p:spTree>
    <p:extLst>
      <p:ext uri="{BB962C8B-B14F-4D97-AF65-F5344CB8AC3E}">
        <p14:creationId xmlns:p14="http://schemas.microsoft.com/office/powerpoint/2010/main" val="404560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5087-6B47-CF04-29D1-D788CCEA0136}"/>
              </a:ext>
            </a:extLst>
          </p:cNvPr>
          <p:cNvSpPr>
            <a:spLocks noGrp="1"/>
          </p:cNvSpPr>
          <p:nvPr>
            <p:ph type="title"/>
          </p:nvPr>
        </p:nvSpPr>
        <p:spPr/>
        <p:txBody>
          <a:bodyPr/>
          <a:lstStyle/>
          <a:p>
            <a:r>
              <a:rPr lang="en-US" dirty="0"/>
              <a:t>PROCESS FLOW</a:t>
            </a:r>
          </a:p>
        </p:txBody>
      </p:sp>
      <p:sp>
        <p:nvSpPr>
          <p:cNvPr id="7" name="Content Placeholder 6">
            <a:extLst>
              <a:ext uri="{FF2B5EF4-FFF2-40B4-BE49-F238E27FC236}">
                <a16:creationId xmlns:a16="http://schemas.microsoft.com/office/drawing/2014/main" id="{8F6F2D87-9946-209B-D9CE-7657E29A477C}"/>
              </a:ext>
            </a:extLst>
          </p:cNvPr>
          <p:cNvSpPr>
            <a:spLocks noGrp="1"/>
          </p:cNvSpPr>
          <p:nvPr>
            <p:ph idx="1"/>
          </p:nvPr>
        </p:nvSpPr>
        <p:spPr/>
        <p:txBody>
          <a:bodyPr anchor="t"/>
          <a:lstStyle/>
          <a:p>
            <a:r>
              <a:rPr lang="en-US" dirty="0"/>
              <a:t>A parallel process flow executes one or more activities in parallel with other activities.</a:t>
            </a:r>
          </a:p>
        </p:txBody>
      </p:sp>
      <p:pic>
        <p:nvPicPr>
          <p:cNvPr id="8" name="Content Placeholder 4">
            <a:extLst>
              <a:ext uri="{FF2B5EF4-FFF2-40B4-BE49-F238E27FC236}">
                <a16:creationId xmlns:a16="http://schemas.microsoft.com/office/drawing/2014/main" id="{70F96EAA-2CD4-20F7-3CC0-0F8692E331B6}"/>
              </a:ext>
            </a:extLst>
          </p:cNvPr>
          <p:cNvPicPr>
            <a:picLocks noChangeAspect="1"/>
          </p:cNvPicPr>
          <p:nvPr/>
        </p:nvPicPr>
        <p:blipFill>
          <a:blip r:embed="rId2"/>
          <a:srcRect t="3705"/>
          <a:stretch/>
        </p:blipFill>
        <p:spPr>
          <a:xfrm>
            <a:off x="1714460" y="2545649"/>
            <a:ext cx="8444115" cy="4104167"/>
          </a:xfrm>
          <a:prstGeom prst="rect">
            <a:avLst/>
          </a:prstGeom>
        </p:spPr>
      </p:pic>
    </p:spTree>
    <p:extLst>
      <p:ext uri="{BB962C8B-B14F-4D97-AF65-F5344CB8AC3E}">
        <p14:creationId xmlns:p14="http://schemas.microsoft.com/office/powerpoint/2010/main" val="4189916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4BD37-7BD9-4534-493F-0CE1AB62382C}"/>
              </a:ext>
            </a:extLst>
          </p:cNvPr>
          <p:cNvSpPr>
            <a:spLocks noGrp="1"/>
          </p:cNvSpPr>
          <p:nvPr>
            <p:ph type="title"/>
          </p:nvPr>
        </p:nvSpPr>
        <p:spPr/>
        <p:txBody>
          <a:bodyPr/>
          <a:lstStyle/>
          <a:p>
            <a:r>
              <a:rPr lang="en-US" dirty="0"/>
              <a:t>The waterfall model</a:t>
            </a:r>
          </a:p>
        </p:txBody>
      </p:sp>
      <p:sp>
        <p:nvSpPr>
          <p:cNvPr id="3" name="Content Placeholder 2">
            <a:extLst>
              <a:ext uri="{FF2B5EF4-FFF2-40B4-BE49-F238E27FC236}">
                <a16:creationId xmlns:a16="http://schemas.microsoft.com/office/drawing/2014/main" id="{3E05CBA2-FBAE-B782-22EF-A43BBE00D646}"/>
              </a:ext>
            </a:extLst>
          </p:cNvPr>
          <p:cNvSpPr>
            <a:spLocks noGrp="1"/>
          </p:cNvSpPr>
          <p:nvPr>
            <p:ph idx="1"/>
          </p:nvPr>
        </p:nvSpPr>
        <p:spPr>
          <a:xfrm>
            <a:off x="581192" y="2162741"/>
            <a:ext cx="11029615" cy="3678303"/>
          </a:xfrm>
        </p:spPr>
        <p:txBody>
          <a:bodyPr>
            <a:normAutofit/>
          </a:bodyPr>
          <a:lstStyle/>
          <a:p>
            <a:r>
              <a:rPr lang="en-US" b="0" i="0" dirty="0">
                <a:solidFill>
                  <a:srgbClr val="202124"/>
                </a:solidFill>
                <a:effectLst/>
                <a:latin typeface="arial" panose="020B0604020202020204" pitchFamily="34" charset="0"/>
              </a:rPr>
              <a:t>The waterfall model is </a:t>
            </a:r>
            <a:r>
              <a:rPr lang="en-US" b="1" i="0" dirty="0">
                <a:solidFill>
                  <a:srgbClr val="202124"/>
                </a:solidFill>
                <a:effectLst/>
                <a:latin typeface="arial" panose="020B0604020202020204" pitchFamily="34" charset="0"/>
              </a:rPr>
              <a:t>a classical model used in software development life cycle (SDLC) to create a system with a linear and sequential approach</a:t>
            </a:r>
            <a:r>
              <a:rPr lang="en-US" b="0" i="0" dirty="0">
                <a:solidFill>
                  <a:srgbClr val="202124"/>
                </a:solidFill>
                <a:effectLst/>
                <a:latin typeface="arial" panose="020B0604020202020204" pitchFamily="34" charset="0"/>
              </a:rPr>
              <a:t>. It is termed as waterfall because the model develops systematically from one phase to another in a downward fashion.</a:t>
            </a:r>
          </a:p>
          <a:p>
            <a:r>
              <a:rPr lang="en-US" dirty="0"/>
              <a:t>In a waterfall model, each phase must be completed fully before the next phase can begin. This type of software development model is basically used for the project which is small and there are no uncertain requirements.</a:t>
            </a:r>
            <a:endParaRPr lang="en-US" b="0" i="0" dirty="0">
              <a:solidFill>
                <a:srgbClr val="202124"/>
              </a:solidFill>
              <a:effectLst/>
              <a:latin typeface="arial" panose="020B0604020202020204" pitchFamily="34" charset="0"/>
            </a:endParaRPr>
          </a:p>
          <a:p>
            <a:r>
              <a:rPr lang="en-US" dirty="0"/>
              <a:t>As it is static, this methodology is not suitable for projects where client or business requirements may change during development</a:t>
            </a:r>
          </a:p>
          <a:p>
            <a:r>
              <a:rPr lang="en-US" dirty="0"/>
              <a:t>Once an application is in the testing stage, it is very difficult to go back and change something that was not well-thought out in the concept stage.</a:t>
            </a:r>
          </a:p>
          <a:p>
            <a:pPr marL="0" indent="0">
              <a:buNone/>
            </a:pPr>
            <a:endParaRPr lang="en-US" dirty="0"/>
          </a:p>
        </p:txBody>
      </p:sp>
      <p:pic>
        <p:nvPicPr>
          <p:cNvPr id="5" name="Picture 4">
            <a:extLst>
              <a:ext uri="{FF2B5EF4-FFF2-40B4-BE49-F238E27FC236}">
                <a16:creationId xmlns:a16="http://schemas.microsoft.com/office/drawing/2014/main" id="{DA442F61-C793-3D27-6A01-CA2C3EEDA8DD}"/>
              </a:ext>
            </a:extLst>
          </p:cNvPr>
          <p:cNvPicPr>
            <a:picLocks noChangeAspect="1"/>
          </p:cNvPicPr>
          <p:nvPr/>
        </p:nvPicPr>
        <p:blipFill>
          <a:blip r:embed="rId2"/>
          <a:stretch>
            <a:fillRect/>
          </a:stretch>
        </p:blipFill>
        <p:spPr>
          <a:xfrm>
            <a:off x="4091963" y="4985603"/>
            <a:ext cx="7905005" cy="1872397"/>
          </a:xfrm>
          <a:prstGeom prst="rect">
            <a:avLst/>
          </a:prstGeom>
        </p:spPr>
      </p:pic>
      <p:sp>
        <p:nvSpPr>
          <p:cNvPr id="6" name="Rectangle 5">
            <a:extLst>
              <a:ext uri="{FF2B5EF4-FFF2-40B4-BE49-F238E27FC236}">
                <a16:creationId xmlns:a16="http://schemas.microsoft.com/office/drawing/2014/main" id="{139F74F4-3150-4782-0DFE-F44AA51A5637}"/>
              </a:ext>
            </a:extLst>
          </p:cNvPr>
          <p:cNvSpPr/>
          <p:nvPr/>
        </p:nvSpPr>
        <p:spPr>
          <a:xfrm>
            <a:off x="4091963" y="4985603"/>
            <a:ext cx="1234639" cy="4031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8410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55" dirty="0"/>
              <a:t>THE</a:t>
            </a:r>
            <a:r>
              <a:rPr spc="235" dirty="0"/>
              <a:t> </a:t>
            </a:r>
            <a:r>
              <a:rPr spc="70" dirty="0"/>
              <a:t>V-MODEL</a:t>
            </a:r>
          </a:p>
        </p:txBody>
      </p:sp>
      <p:sp>
        <p:nvSpPr>
          <p:cNvPr id="3" name="object 3"/>
          <p:cNvSpPr txBox="1"/>
          <p:nvPr/>
        </p:nvSpPr>
        <p:spPr>
          <a:xfrm>
            <a:off x="659993" y="3521151"/>
            <a:ext cx="9919335" cy="980440"/>
          </a:xfrm>
          <a:prstGeom prst="rect">
            <a:avLst/>
          </a:prstGeom>
        </p:spPr>
        <p:txBody>
          <a:bodyPr vert="horz" wrap="square" lIns="0" tIns="12700" rIns="0" bIns="0" rtlCol="0">
            <a:spAutoFit/>
          </a:bodyPr>
          <a:lstStyle/>
          <a:p>
            <a:pPr marL="306070" marR="5080" indent="-306070" algn="r">
              <a:lnSpc>
                <a:spcPct val="100000"/>
              </a:lnSpc>
              <a:spcBef>
                <a:spcPts val="100"/>
              </a:spcBef>
              <a:buClr>
                <a:srgbClr val="8BB649"/>
              </a:buClr>
              <a:buSzPct val="91666"/>
              <a:buFont typeface="Cambria"/>
              <a:buChar char="◾"/>
              <a:tabLst>
                <a:tab pos="306070" algn="l"/>
                <a:tab pos="306705" algn="l"/>
              </a:tabLst>
            </a:pPr>
            <a:r>
              <a:rPr sz="1800" spc="-95" dirty="0">
                <a:solidFill>
                  <a:srgbClr val="3C3C3C"/>
                </a:solidFill>
                <a:latin typeface="Trebuchet MS"/>
                <a:cs typeface="Trebuchet MS"/>
              </a:rPr>
              <a:t>V-model</a:t>
            </a:r>
            <a:r>
              <a:rPr sz="1800" spc="-50" dirty="0">
                <a:solidFill>
                  <a:srgbClr val="3C3C3C"/>
                </a:solidFill>
                <a:latin typeface="Trebuchet MS"/>
                <a:cs typeface="Trebuchet MS"/>
              </a:rPr>
              <a:t> </a:t>
            </a:r>
            <a:r>
              <a:rPr sz="1800" spc="-105" dirty="0">
                <a:solidFill>
                  <a:srgbClr val="3C3C3C"/>
                </a:solidFill>
                <a:latin typeface="Trebuchet MS"/>
                <a:cs typeface="Trebuchet MS"/>
              </a:rPr>
              <a:t>means</a:t>
            </a:r>
            <a:r>
              <a:rPr sz="1800" spc="-320" dirty="0">
                <a:solidFill>
                  <a:srgbClr val="3C3C3C"/>
                </a:solidFill>
                <a:latin typeface="Trebuchet MS"/>
                <a:cs typeface="Trebuchet MS"/>
              </a:rPr>
              <a:t> </a:t>
            </a:r>
            <a:r>
              <a:rPr sz="1800" spc="-110" dirty="0">
                <a:solidFill>
                  <a:srgbClr val="3C3C3C"/>
                </a:solidFill>
                <a:latin typeface="Trebuchet MS"/>
                <a:cs typeface="Trebuchet MS"/>
              </a:rPr>
              <a:t>Verification</a:t>
            </a:r>
            <a:r>
              <a:rPr sz="1800" spc="-55" dirty="0">
                <a:solidFill>
                  <a:srgbClr val="3C3C3C"/>
                </a:solidFill>
                <a:latin typeface="Trebuchet MS"/>
                <a:cs typeface="Trebuchet MS"/>
              </a:rPr>
              <a:t> </a:t>
            </a:r>
            <a:r>
              <a:rPr sz="1800" spc="-114" dirty="0">
                <a:solidFill>
                  <a:srgbClr val="3C3C3C"/>
                </a:solidFill>
                <a:latin typeface="Trebuchet MS"/>
                <a:cs typeface="Trebuchet MS"/>
              </a:rPr>
              <a:t>and</a:t>
            </a:r>
            <a:r>
              <a:rPr sz="1800" spc="-325" dirty="0">
                <a:solidFill>
                  <a:srgbClr val="3C3C3C"/>
                </a:solidFill>
                <a:latin typeface="Trebuchet MS"/>
                <a:cs typeface="Trebuchet MS"/>
              </a:rPr>
              <a:t> </a:t>
            </a:r>
            <a:r>
              <a:rPr sz="1800" spc="-110" dirty="0">
                <a:solidFill>
                  <a:srgbClr val="3C3C3C"/>
                </a:solidFill>
                <a:latin typeface="Trebuchet MS"/>
                <a:cs typeface="Trebuchet MS"/>
              </a:rPr>
              <a:t>Validation</a:t>
            </a:r>
            <a:r>
              <a:rPr sz="1800" spc="-40" dirty="0">
                <a:solidFill>
                  <a:srgbClr val="3C3C3C"/>
                </a:solidFill>
                <a:latin typeface="Trebuchet MS"/>
                <a:cs typeface="Trebuchet MS"/>
              </a:rPr>
              <a:t> </a:t>
            </a:r>
            <a:r>
              <a:rPr sz="1800" spc="-114" dirty="0">
                <a:solidFill>
                  <a:srgbClr val="3C3C3C"/>
                </a:solidFill>
                <a:latin typeface="Trebuchet MS"/>
                <a:cs typeface="Trebuchet MS"/>
              </a:rPr>
              <a:t>model.</a:t>
            </a:r>
            <a:r>
              <a:rPr sz="1800" spc="-229" dirty="0">
                <a:solidFill>
                  <a:srgbClr val="3C3C3C"/>
                </a:solidFill>
                <a:latin typeface="Trebuchet MS"/>
                <a:cs typeface="Trebuchet MS"/>
              </a:rPr>
              <a:t> </a:t>
            </a:r>
            <a:r>
              <a:rPr sz="1800" spc="-170" dirty="0">
                <a:solidFill>
                  <a:srgbClr val="3C3C3C"/>
                </a:solidFill>
                <a:latin typeface="Trebuchet MS"/>
                <a:cs typeface="Trebuchet MS"/>
              </a:rPr>
              <a:t>Just</a:t>
            </a:r>
            <a:r>
              <a:rPr sz="1800" spc="-50" dirty="0">
                <a:solidFill>
                  <a:srgbClr val="3C3C3C"/>
                </a:solidFill>
                <a:latin typeface="Trebuchet MS"/>
                <a:cs typeface="Trebuchet MS"/>
              </a:rPr>
              <a:t> </a:t>
            </a:r>
            <a:r>
              <a:rPr sz="1800" spc="-120" dirty="0">
                <a:solidFill>
                  <a:srgbClr val="3C3C3C"/>
                </a:solidFill>
                <a:latin typeface="Trebuchet MS"/>
                <a:cs typeface="Trebuchet MS"/>
              </a:rPr>
              <a:t>like</a:t>
            </a:r>
            <a:r>
              <a:rPr sz="1800" spc="-45" dirty="0">
                <a:solidFill>
                  <a:srgbClr val="3C3C3C"/>
                </a:solidFill>
                <a:latin typeface="Trebuchet MS"/>
                <a:cs typeface="Trebuchet MS"/>
              </a:rPr>
              <a:t> </a:t>
            </a:r>
            <a:r>
              <a:rPr sz="1800" spc="-105" dirty="0">
                <a:solidFill>
                  <a:srgbClr val="3C3C3C"/>
                </a:solidFill>
                <a:latin typeface="Trebuchet MS"/>
                <a:cs typeface="Trebuchet MS"/>
              </a:rPr>
              <a:t>the</a:t>
            </a:r>
            <a:r>
              <a:rPr sz="1800" spc="-35" dirty="0">
                <a:solidFill>
                  <a:srgbClr val="3C3C3C"/>
                </a:solidFill>
                <a:latin typeface="Trebuchet MS"/>
                <a:cs typeface="Trebuchet MS"/>
              </a:rPr>
              <a:t> </a:t>
            </a:r>
            <a:r>
              <a:rPr sz="1800" spc="-130" dirty="0">
                <a:solidFill>
                  <a:srgbClr val="3C3C3C"/>
                </a:solidFill>
                <a:latin typeface="Trebuchet MS"/>
                <a:cs typeface="Trebuchet MS"/>
              </a:rPr>
              <a:t>waterfall</a:t>
            </a:r>
            <a:r>
              <a:rPr sz="1800" spc="-40" dirty="0">
                <a:solidFill>
                  <a:srgbClr val="3C3C3C"/>
                </a:solidFill>
                <a:latin typeface="Trebuchet MS"/>
                <a:cs typeface="Trebuchet MS"/>
              </a:rPr>
              <a:t> </a:t>
            </a:r>
            <a:r>
              <a:rPr sz="1800" spc="-114" dirty="0">
                <a:solidFill>
                  <a:srgbClr val="3C3C3C"/>
                </a:solidFill>
                <a:latin typeface="Trebuchet MS"/>
                <a:cs typeface="Trebuchet MS"/>
              </a:rPr>
              <a:t>model,</a:t>
            </a:r>
            <a:r>
              <a:rPr sz="1800" spc="-229" dirty="0">
                <a:solidFill>
                  <a:srgbClr val="3C3C3C"/>
                </a:solidFill>
                <a:latin typeface="Trebuchet MS"/>
                <a:cs typeface="Trebuchet MS"/>
              </a:rPr>
              <a:t> </a:t>
            </a:r>
            <a:r>
              <a:rPr sz="1800" spc="-105" dirty="0">
                <a:solidFill>
                  <a:srgbClr val="3C3C3C"/>
                </a:solidFill>
                <a:latin typeface="Trebuchet MS"/>
                <a:cs typeface="Trebuchet MS"/>
              </a:rPr>
              <a:t>the</a:t>
            </a:r>
            <a:r>
              <a:rPr sz="1800" spc="-315" dirty="0">
                <a:solidFill>
                  <a:srgbClr val="3C3C3C"/>
                </a:solidFill>
                <a:latin typeface="Trebuchet MS"/>
                <a:cs typeface="Trebuchet MS"/>
              </a:rPr>
              <a:t> </a:t>
            </a:r>
            <a:r>
              <a:rPr sz="1800" spc="-105" dirty="0">
                <a:solidFill>
                  <a:srgbClr val="3C3C3C"/>
                </a:solidFill>
                <a:latin typeface="Trebuchet MS"/>
                <a:cs typeface="Trebuchet MS"/>
              </a:rPr>
              <a:t>V-Shaped</a:t>
            </a:r>
            <a:r>
              <a:rPr sz="1800" spc="-50" dirty="0">
                <a:solidFill>
                  <a:srgbClr val="3C3C3C"/>
                </a:solidFill>
                <a:latin typeface="Trebuchet MS"/>
                <a:cs typeface="Trebuchet MS"/>
              </a:rPr>
              <a:t> </a:t>
            </a:r>
            <a:r>
              <a:rPr sz="1800" spc="-155" dirty="0">
                <a:solidFill>
                  <a:srgbClr val="3C3C3C"/>
                </a:solidFill>
                <a:latin typeface="Trebuchet MS"/>
                <a:cs typeface="Trebuchet MS"/>
              </a:rPr>
              <a:t>life</a:t>
            </a:r>
            <a:r>
              <a:rPr sz="1800" spc="-35" dirty="0">
                <a:solidFill>
                  <a:srgbClr val="3C3C3C"/>
                </a:solidFill>
                <a:latin typeface="Trebuchet MS"/>
                <a:cs typeface="Trebuchet MS"/>
              </a:rPr>
              <a:t> </a:t>
            </a:r>
            <a:r>
              <a:rPr sz="1800" spc="-114" dirty="0">
                <a:solidFill>
                  <a:srgbClr val="3C3C3C"/>
                </a:solidFill>
                <a:latin typeface="Trebuchet MS"/>
                <a:cs typeface="Trebuchet MS"/>
              </a:rPr>
              <a:t>cycle</a:t>
            </a:r>
            <a:r>
              <a:rPr sz="1800" spc="-60" dirty="0">
                <a:solidFill>
                  <a:srgbClr val="3C3C3C"/>
                </a:solidFill>
                <a:latin typeface="Trebuchet MS"/>
                <a:cs typeface="Trebuchet MS"/>
              </a:rPr>
              <a:t> </a:t>
            </a:r>
            <a:r>
              <a:rPr sz="1800" spc="-80" dirty="0">
                <a:solidFill>
                  <a:srgbClr val="3C3C3C"/>
                </a:solidFill>
                <a:latin typeface="Trebuchet MS"/>
                <a:cs typeface="Trebuchet MS"/>
              </a:rPr>
              <a:t>is</a:t>
            </a:r>
            <a:r>
              <a:rPr sz="1800" spc="-30" dirty="0">
                <a:solidFill>
                  <a:srgbClr val="3C3C3C"/>
                </a:solidFill>
                <a:latin typeface="Trebuchet MS"/>
                <a:cs typeface="Trebuchet MS"/>
              </a:rPr>
              <a:t> </a:t>
            </a:r>
            <a:r>
              <a:rPr sz="1800" spc="-180" dirty="0">
                <a:solidFill>
                  <a:srgbClr val="3C3C3C"/>
                </a:solidFill>
                <a:latin typeface="Trebuchet MS"/>
                <a:cs typeface="Trebuchet MS"/>
              </a:rPr>
              <a:t>a</a:t>
            </a:r>
            <a:endParaRPr sz="1800">
              <a:latin typeface="Trebuchet MS"/>
              <a:cs typeface="Trebuchet MS"/>
            </a:endParaRPr>
          </a:p>
          <a:p>
            <a:pPr marR="48895" algn="r">
              <a:lnSpc>
                <a:spcPct val="100000"/>
              </a:lnSpc>
              <a:spcBef>
                <a:spcPts val="5"/>
              </a:spcBef>
            </a:pPr>
            <a:r>
              <a:rPr sz="1800" spc="-110" dirty="0">
                <a:solidFill>
                  <a:srgbClr val="3C3C3C"/>
                </a:solidFill>
                <a:latin typeface="Trebuchet MS"/>
                <a:cs typeface="Trebuchet MS"/>
              </a:rPr>
              <a:t>sequential</a:t>
            </a:r>
            <a:r>
              <a:rPr sz="1800" spc="-40" dirty="0">
                <a:solidFill>
                  <a:srgbClr val="3C3C3C"/>
                </a:solidFill>
                <a:latin typeface="Trebuchet MS"/>
                <a:cs typeface="Trebuchet MS"/>
              </a:rPr>
              <a:t> </a:t>
            </a:r>
            <a:r>
              <a:rPr sz="1800" spc="-125" dirty="0">
                <a:solidFill>
                  <a:srgbClr val="3C3C3C"/>
                </a:solidFill>
                <a:latin typeface="Trebuchet MS"/>
                <a:cs typeface="Trebuchet MS"/>
              </a:rPr>
              <a:t>path</a:t>
            </a:r>
            <a:r>
              <a:rPr sz="1800" spc="-45" dirty="0">
                <a:solidFill>
                  <a:srgbClr val="3C3C3C"/>
                </a:solidFill>
                <a:latin typeface="Trebuchet MS"/>
                <a:cs typeface="Trebuchet MS"/>
              </a:rPr>
              <a:t> </a:t>
            </a:r>
            <a:r>
              <a:rPr sz="1800" spc="-95" dirty="0">
                <a:solidFill>
                  <a:srgbClr val="3C3C3C"/>
                </a:solidFill>
                <a:latin typeface="Trebuchet MS"/>
                <a:cs typeface="Trebuchet MS"/>
              </a:rPr>
              <a:t>of</a:t>
            </a:r>
            <a:r>
              <a:rPr sz="1800" spc="-40" dirty="0">
                <a:solidFill>
                  <a:srgbClr val="3C3C3C"/>
                </a:solidFill>
                <a:latin typeface="Trebuchet MS"/>
                <a:cs typeface="Trebuchet MS"/>
              </a:rPr>
              <a:t> </a:t>
            </a:r>
            <a:r>
              <a:rPr sz="1800" spc="-90" dirty="0">
                <a:solidFill>
                  <a:srgbClr val="3C3C3C"/>
                </a:solidFill>
                <a:latin typeface="Trebuchet MS"/>
                <a:cs typeface="Trebuchet MS"/>
              </a:rPr>
              <a:t>execution</a:t>
            </a:r>
            <a:r>
              <a:rPr sz="1800" spc="-55" dirty="0">
                <a:solidFill>
                  <a:srgbClr val="3C3C3C"/>
                </a:solidFill>
                <a:latin typeface="Trebuchet MS"/>
                <a:cs typeface="Trebuchet MS"/>
              </a:rPr>
              <a:t> </a:t>
            </a:r>
            <a:r>
              <a:rPr sz="1800" spc="-95" dirty="0">
                <a:solidFill>
                  <a:srgbClr val="3C3C3C"/>
                </a:solidFill>
                <a:latin typeface="Trebuchet MS"/>
                <a:cs typeface="Trebuchet MS"/>
              </a:rPr>
              <a:t>of</a:t>
            </a:r>
            <a:r>
              <a:rPr sz="1800" spc="-45" dirty="0">
                <a:solidFill>
                  <a:srgbClr val="3C3C3C"/>
                </a:solidFill>
                <a:latin typeface="Trebuchet MS"/>
                <a:cs typeface="Trebuchet MS"/>
              </a:rPr>
              <a:t> </a:t>
            </a:r>
            <a:r>
              <a:rPr sz="1800" spc="-85" dirty="0">
                <a:solidFill>
                  <a:srgbClr val="3C3C3C"/>
                </a:solidFill>
                <a:latin typeface="Trebuchet MS"/>
                <a:cs typeface="Trebuchet MS"/>
              </a:rPr>
              <a:t>processes.</a:t>
            </a:r>
            <a:r>
              <a:rPr sz="1800" spc="-250" dirty="0">
                <a:solidFill>
                  <a:srgbClr val="3C3C3C"/>
                </a:solidFill>
                <a:latin typeface="Trebuchet MS"/>
                <a:cs typeface="Trebuchet MS"/>
              </a:rPr>
              <a:t> </a:t>
            </a:r>
            <a:r>
              <a:rPr sz="1800" spc="-110" dirty="0">
                <a:solidFill>
                  <a:srgbClr val="3C3C3C"/>
                </a:solidFill>
                <a:latin typeface="Trebuchet MS"/>
                <a:cs typeface="Trebuchet MS"/>
              </a:rPr>
              <a:t>Each</a:t>
            </a:r>
            <a:r>
              <a:rPr sz="1800" spc="-45" dirty="0">
                <a:solidFill>
                  <a:srgbClr val="3C3C3C"/>
                </a:solidFill>
                <a:latin typeface="Trebuchet MS"/>
                <a:cs typeface="Trebuchet MS"/>
              </a:rPr>
              <a:t> </a:t>
            </a:r>
            <a:r>
              <a:rPr sz="1800" spc="-105" dirty="0">
                <a:solidFill>
                  <a:srgbClr val="3C3C3C"/>
                </a:solidFill>
                <a:latin typeface="Trebuchet MS"/>
                <a:cs typeface="Trebuchet MS"/>
              </a:rPr>
              <a:t>phase</a:t>
            </a:r>
            <a:r>
              <a:rPr sz="1800" spc="-35" dirty="0">
                <a:solidFill>
                  <a:srgbClr val="3C3C3C"/>
                </a:solidFill>
                <a:latin typeface="Trebuchet MS"/>
                <a:cs typeface="Trebuchet MS"/>
              </a:rPr>
              <a:t> </a:t>
            </a:r>
            <a:r>
              <a:rPr sz="1800" spc="-90" dirty="0">
                <a:solidFill>
                  <a:srgbClr val="3C3C3C"/>
                </a:solidFill>
                <a:latin typeface="Trebuchet MS"/>
                <a:cs typeface="Trebuchet MS"/>
              </a:rPr>
              <a:t>must</a:t>
            </a:r>
            <a:r>
              <a:rPr sz="1800" spc="-55" dirty="0">
                <a:solidFill>
                  <a:srgbClr val="3C3C3C"/>
                </a:solidFill>
                <a:latin typeface="Trebuchet MS"/>
                <a:cs typeface="Trebuchet MS"/>
              </a:rPr>
              <a:t> </a:t>
            </a:r>
            <a:r>
              <a:rPr sz="1800" spc="-114" dirty="0">
                <a:solidFill>
                  <a:srgbClr val="3C3C3C"/>
                </a:solidFill>
                <a:latin typeface="Trebuchet MS"/>
                <a:cs typeface="Trebuchet MS"/>
              </a:rPr>
              <a:t>be</a:t>
            </a:r>
            <a:r>
              <a:rPr sz="1800" spc="-45" dirty="0">
                <a:solidFill>
                  <a:srgbClr val="3C3C3C"/>
                </a:solidFill>
                <a:latin typeface="Trebuchet MS"/>
                <a:cs typeface="Trebuchet MS"/>
              </a:rPr>
              <a:t> </a:t>
            </a:r>
            <a:r>
              <a:rPr sz="1800" spc="-100" dirty="0">
                <a:solidFill>
                  <a:srgbClr val="3C3C3C"/>
                </a:solidFill>
                <a:latin typeface="Trebuchet MS"/>
                <a:cs typeface="Trebuchet MS"/>
              </a:rPr>
              <a:t>completed</a:t>
            </a:r>
            <a:r>
              <a:rPr sz="1800" spc="-50" dirty="0">
                <a:solidFill>
                  <a:srgbClr val="3C3C3C"/>
                </a:solidFill>
                <a:latin typeface="Trebuchet MS"/>
                <a:cs typeface="Trebuchet MS"/>
              </a:rPr>
              <a:t> </a:t>
            </a:r>
            <a:r>
              <a:rPr sz="1800" spc="-95" dirty="0">
                <a:solidFill>
                  <a:srgbClr val="3C3C3C"/>
                </a:solidFill>
                <a:latin typeface="Trebuchet MS"/>
                <a:cs typeface="Trebuchet MS"/>
              </a:rPr>
              <a:t>before</a:t>
            </a:r>
            <a:r>
              <a:rPr sz="1800" spc="-55" dirty="0">
                <a:solidFill>
                  <a:srgbClr val="3C3C3C"/>
                </a:solidFill>
                <a:latin typeface="Trebuchet MS"/>
                <a:cs typeface="Trebuchet MS"/>
              </a:rPr>
              <a:t> </a:t>
            </a:r>
            <a:r>
              <a:rPr sz="1800" spc="-110" dirty="0">
                <a:solidFill>
                  <a:srgbClr val="3C3C3C"/>
                </a:solidFill>
                <a:latin typeface="Trebuchet MS"/>
                <a:cs typeface="Trebuchet MS"/>
              </a:rPr>
              <a:t>the</a:t>
            </a:r>
            <a:r>
              <a:rPr sz="1800" spc="-40" dirty="0">
                <a:solidFill>
                  <a:srgbClr val="3C3C3C"/>
                </a:solidFill>
                <a:latin typeface="Trebuchet MS"/>
                <a:cs typeface="Trebuchet MS"/>
              </a:rPr>
              <a:t> </a:t>
            </a:r>
            <a:r>
              <a:rPr sz="1800" spc="-80" dirty="0">
                <a:solidFill>
                  <a:srgbClr val="3C3C3C"/>
                </a:solidFill>
                <a:latin typeface="Trebuchet MS"/>
                <a:cs typeface="Trebuchet MS"/>
              </a:rPr>
              <a:t>next</a:t>
            </a:r>
            <a:r>
              <a:rPr sz="1800" spc="-35" dirty="0">
                <a:solidFill>
                  <a:srgbClr val="3C3C3C"/>
                </a:solidFill>
                <a:latin typeface="Trebuchet MS"/>
                <a:cs typeface="Trebuchet MS"/>
              </a:rPr>
              <a:t> </a:t>
            </a:r>
            <a:r>
              <a:rPr sz="1800" spc="-105" dirty="0">
                <a:solidFill>
                  <a:srgbClr val="3C3C3C"/>
                </a:solidFill>
                <a:latin typeface="Trebuchet MS"/>
                <a:cs typeface="Trebuchet MS"/>
              </a:rPr>
              <a:t>phase</a:t>
            </a:r>
            <a:r>
              <a:rPr sz="1800" spc="-55" dirty="0">
                <a:solidFill>
                  <a:srgbClr val="3C3C3C"/>
                </a:solidFill>
                <a:latin typeface="Trebuchet MS"/>
                <a:cs typeface="Trebuchet MS"/>
              </a:rPr>
              <a:t> </a:t>
            </a:r>
            <a:r>
              <a:rPr sz="1800" spc="-125" dirty="0">
                <a:solidFill>
                  <a:srgbClr val="3C3C3C"/>
                </a:solidFill>
                <a:latin typeface="Trebuchet MS"/>
                <a:cs typeface="Trebuchet MS"/>
              </a:rPr>
              <a:t>begins.</a:t>
            </a:r>
            <a:endParaRPr sz="1800">
              <a:latin typeface="Trebuchet MS"/>
              <a:cs typeface="Trebuchet MS"/>
            </a:endParaRPr>
          </a:p>
          <a:p>
            <a:pPr marL="318770" indent="-306705">
              <a:lnSpc>
                <a:spcPct val="100000"/>
              </a:lnSpc>
              <a:spcBef>
                <a:spcPts val="1030"/>
              </a:spcBef>
              <a:buClr>
                <a:srgbClr val="8BB649"/>
              </a:buClr>
              <a:buSzPct val="91666"/>
              <a:buFont typeface="Cambria"/>
              <a:buChar char="◾"/>
              <a:tabLst>
                <a:tab pos="318770" algn="l"/>
                <a:tab pos="319405" algn="l"/>
              </a:tabLst>
            </a:pPr>
            <a:r>
              <a:rPr sz="1800" spc="-120" dirty="0">
                <a:solidFill>
                  <a:srgbClr val="3C3C3C"/>
                </a:solidFill>
                <a:latin typeface="Trebuchet MS"/>
                <a:cs typeface="Trebuchet MS"/>
              </a:rPr>
              <a:t>Testing</a:t>
            </a:r>
            <a:r>
              <a:rPr sz="1800" spc="-60" dirty="0">
                <a:solidFill>
                  <a:srgbClr val="3C3C3C"/>
                </a:solidFill>
                <a:latin typeface="Trebuchet MS"/>
                <a:cs typeface="Trebuchet MS"/>
              </a:rPr>
              <a:t> </a:t>
            </a:r>
            <a:r>
              <a:rPr sz="1800" spc="-95" dirty="0">
                <a:solidFill>
                  <a:srgbClr val="3C3C3C"/>
                </a:solidFill>
                <a:latin typeface="Trebuchet MS"/>
                <a:cs typeface="Trebuchet MS"/>
              </a:rPr>
              <a:t>of</a:t>
            </a:r>
            <a:r>
              <a:rPr sz="1800" spc="-45" dirty="0">
                <a:solidFill>
                  <a:srgbClr val="3C3C3C"/>
                </a:solidFill>
                <a:latin typeface="Trebuchet MS"/>
                <a:cs typeface="Trebuchet MS"/>
              </a:rPr>
              <a:t> </a:t>
            </a:r>
            <a:r>
              <a:rPr sz="1800" spc="-110" dirty="0">
                <a:solidFill>
                  <a:srgbClr val="3C3C3C"/>
                </a:solidFill>
                <a:latin typeface="Trebuchet MS"/>
                <a:cs typeface="Trebuchet MS"/>
              </a:rPr>
              <a:t>the</a:t>
            </a:r>
            <a:r>
              <a:rPr sz="1800" spc="-30" dirty="0">
                <a:solidFill>
                  <a:srgbClr val="3C3C3C"/>
                </a:solidFill>
                <a:latin typeface="Trebuchet MS"/>
                <a:cs typeface="Trebuchet MS"/>
              </a:rPr>
              <a:t> </a:t>
            </a:r>
            <a:r>
              <a:rPr sz="1800" spc="-75" dirty="0">
                <a:solidFill>
                  <a:srgbClr val="3C3C3C"/>
                </a:solidFill>
                <a:latin typeface="Trebuchet MS"/>
                <a:cs typeface="Trebuchet MS"/>
              </a:rPr>
              <a:t>product</a:t>
            </a:r>
            <a:r>
              <a:rPr sz="1800" spc="-45"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114" dirty="0">
                <a:solidFill>
                  <a:srgbClr val="3C3C3C"/>
                </a:solidFill>
                <a:latin typeface="Trebuchet MS"/>
                <a:cs typeface="Trebuchet MS"/>
              </a:rPr>
              <a:t>planned</a:t>
            </a:r>
            <a:r>
              <a:rPr sz="1800" spc="-40" dirty="0">
                <a:solidFill>
                  <a:srgbClr val="3C3C3C"/>
                </a:solidFill>
                <a:latin typeface="Trebuchet MS"/>
                <a:cs typeface="Trebuchet MS"/>
              </a:rPr>
              <a:t> </a:t>
            </a:r>
            <a:r>
              <a:rPr sz="1800" spc="-105" dirty="0">
                <a:solidFill>
                  <a:srgbClr val="3C3C3C"/>
                </a:solidFill>
                <a:latin typeface="Trebuchet MS"/>
                <a:cs typeface="Trebuchet MS"/>
              </a:rPr>
              <a:t>in</a:t>
            </a:r>
            <a:r>
              <a:rPr sz="1800" spc="-35" dirty="0">
                <a:solidFill>
                  <a:srgbClr val="3C3C3C"/>
                </a:solidFill>
                <a:latin typeface="Trebuchet MS"/>
                <a:cs typeface="Trebuchet MS"/>
              </a:rPr>
              <a:t> </a:t>
            </a:r>
            <a:r>
              <a:rPr sz="1800" spc="-125" dirty="0">
                <a:solidFill>
                  <a:srgbClr val="3C3C3C"/>
                </a:solidFill>
                <a:latin typeface="Trebuchet MS"/>
                <a:cs typeface="Trebuchet MS"/>
              </a:rPr>
              <a:t>parallel</a:t>
            </a:r>
            <a:r>
              <a:rPr sz="1800" spc="-30" dirty="0">
                <a:solidFill>
                  <a:srgbClr val="3C3C3C"/>
                </a:solidFill>
                <a:latin typeface="Trebuchet MS"/>
                <a:cs typeface="Trebuchet MS"/>
              </a:rPr>
              <a:t> </a:t>
            </a:r>
            <a:r>
              <a:rPr sz="1800" spc="-95" dirty="0">
                <a:solidFill>
                  <a:srgbClr val="3C3C3C"/>
                </a:solidFill>
                <a:latin typeface="Trebuchet MS"/>
                <a:cs typeface="Trebuchet MS"/>
              </a:rPr>
              <a:t>with</a:t>
            </a:r>
            <a:r>
              <a:rPr sz="1800" spc="-30" dirty="0">
                <a:solidFill>
                  <a:srgbClr val="3C3C3C"/>
                </a:solidFill>
                <a:latin typeface="Trebuchet MS"/>
                <a:cs typeface="Trebuchet MS"/>
              </a:rPr>
              <a:t> </a:t>
            </a:r>
            <a:r>
              <a:rPr sz="1800" spc="-180" dirty="0">
                <a:solidFill>
                  <a:srgbClr val="3C3C3C"/>
                </a:solidFill>
                <a:latin typeface="Trebuchet MS"/>
                <a:cs typeface="Trebuchet MS"/>
              </a:rPr>
              <a:t>a</a:t>
            </a:r>
            <a:r>
              <a:rPr sz="1800" spc="-40" dirty="0">
                <a:solidFill>
                  <a:srgbClr val="3C3C3C"/>
                </a:solidFill>
                <a:latin typeface="Trebuchet MS"/>
                <a:cs typeface="Trebuchet MS"/>
              </a:rPr>
              <a:t> </a:t>
            </a:r>
            <a:r>
              <a:rPr sz="1800" spc="-70" dirty="0">
                <a:solidFill>
                  <a:srgbClr val="3C3C3C"/>
                </a:solidFill>
                <a:latin typeface="Trebuchet MS"/>
                <a:cs typeface="Trebuchet MS"/>
              </a:rPr>
              <a:t>corresponding</a:t>
            </a:r>
            <a:r>
              <a:rPr sz="1800" spc="-60" dirty="0">
                <a:solidFill>
                  <a:srgbClr val="3C3C3C"/>
                </a:solidFill>
                <a:latin typeface="Trebuchet MS"/>
                <a:cs typeface="Trebuchet MS"/>
              </a:rPr>
              <a:t> </a:t>
            </a:r>
            <a:r>
              <a:rPr sz="1800" spc="-105" dirty="0">
                <a:solidFill>
                  <a:srgbClr val="3C3C3C"/>
                </a:solidFill>
                <a:latin typeface="Trebuchet MS"/>
                <a:cs typeface="Trebuchet MS"/>
              </a:rPr>
              <a:t>phase</a:t>
            </a:r>
            <a:r>
              <a:rPr sz="1800" spc="-50" dirty="0">
                <a:solidFill>
                  <a:srgbClr val="3C3C3C"/>
                </a:solidFill>
                <a:latin typeface="Trebuchet MS"/>
                <a:cs typeface="Trebuchet MS"/>
              </a:rPr>
              <a:t> </a:t>
            </a:r>
            <a:r>
              <a:rPr sz="1800" spc="-95" dirty="0">
                <a:solidFill>
                  <a:srgbClr val="3C3C3C"/>
                </a:solidFill>
                <a:latin typeface="Trebuchet MS"/>
                <a:cs typeface="Trebuchet MS"/>
              </a:rPr>
              <a:t>of</a:t>
            </a:r>
            <a:r>
              <a:rPr sz="1800" spc="-45" dirty="0">
                <a:solidFill>
                  <a:srgbClr val="3C3C3C"/>
                </a:solidFill>
                <a:latin typeface="Trebuchet MS"/>
                <a:cs typeface="Trebuchet MS"/>
              </a:rPr>
              <a:t> </a:t>
            </a:r>
            <a:r>
              <a:rPr sz="1800" spc="-105" dirty="0">
                <a:solidFill>
                  <a:srgbClr val="3C3C3C"/>
                </a:solidFill>
                <a:latin typeface="Trebuchet MS"/>
                <a:cs typeface="Trebuchet MS"/>
              </a:rPr>
              <a:t>development</a:t>
            </a:r>
            <a:r>
              <a:rPr sz="1800" spc="-60" dirty="0">
                <a:solidFill>
                  <a:srgbClr val="3C3C3C"/>
                </a:solidFill>
                <a:latin typeface="Trebuchet MS"/>
                <a:cs typeface="Trebuchet MS"/>
              </a:rPr>
              <a:t> </a:t>
            </a:r>
            <a:r>
              <a:rPr sz="1800" spc="-105" dirty="0">
                <a:solidFill>
                  <a:srgbClr val="3C3C3C"/>
                </a:solidFill>
                <a:latin typeface="Trebuchet MS"/>
                <a:cs typeface="Trebuchet MS"/>
              </a:rPr>
              <a:t>in</a:t>
            </a:r>
            <a:r>
              <a:rPr sz="1800" spc="-300" dirty="0">
                <a:solidFill>
                  <a:srgbClr val="3C3C3C"/>
                </a:solidFill>
                <a:latin typeface="Trebuchet MS"/>
                <a:cs typeface="Trebuchet MS"/>
              </a:rPr>
              <a:t> </a:t>
            </a:r>
            <a:r>
              <a:rPr sz="1800" spc="-114" dirty="0">
                <a:solidFill>
                  <a:srgbClr val="3C3C3C"/>
                </a:solidFill>
                <a:latin typeface="Trebuchet MS"/>
                <a:cs typeface="Trebuchet MS"/>
              </a:rPr>
              <a:t>V-model.</a:t>
            </a:r>
            <a:endParaRPr sz="1800">
              <a:latin typeface="Trebuchet MS"/>
              <a:cs typeface="Trebuchet MS"/>
            </a:endParaRPr>
          </a:p>
        </p:txBody>
      </p:sp>
    </p:spTree>
    <p:extLst>
      <p:ext uri="{BB962C8B-B14F-4D97-AF65-F5344CB8AC3E}">
        <p14:creationId xmlns:p14="http://schemas.microsoft.com/office/powerpoint/2010/main" val="3479723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8749" y="594677"/>
            <a:ext cx="11346180" cy="6043930"/>
            <a:chOff x="408749" y="594677"/>
            <a:chExt cx="11346180" cy="6043930"/>
          </a:xfrm>
        </p:grpSpPr>
        <p:pic>
          <p:nvPicPr>
            <p:cNvPr id="3" name="object 3"/>
            <p:cNvPicPr/>
            <p:nvPr/>
          </p:nvPicPr>
          <p:blipFill>
            <a:blip r:embed="rId2" cstate="print"/>
            <a:stretch>
              <a:fillRect/>
            </a:stretch>
          </p:blipFill>
          <p:spPr>
            <a:xfrm>
              <a:off x="419100" y="605028"/>
              <a:ext cx="11335512" cy="6033516"/>
            </a:xfrm>
            <a:prstGeom prst="rect">
              <a:avLst/>
            </a:prstGeom>
          </p:spPr>
        </p:pic>
        <p:sp>
          <p:nvSpPr>
            <p:cNvPr id="4" name="object 4"/>
            <p:cNvSpPr/>
            <p:nvPr/>
          </p:nvSpPr>
          <p:spPr>
            <a:xfrm>
              <a:off x="419862" y="605790"/>
              <a:ext cx="1775460" cy="425450"/>
            </a:xfrm>
            <a:custGeom>
              <a:avLst/>
              <a:gdLst/>
              <a:ahLst/>
              <a:cxnLst/>
              <a:rect l="l" t="t" r="r" b="b"/>
              <a:pathLst>
                <a:path w="1775460" h="425450">
                  <a:moveTo>
                    <a:pt x="1775460" y="0"/>
                  </a:moveTo>
                  <a:lnTo>
                    <a:pt x="0" y="0"/>
                  </a:lnTo>
                  <a:lnTo>
                    <a:pt x="0" y="425196"/>
                  </a:lnTo>
                  <a:lnTo>
                    <a:pt x="1775460" y="425196"/>
                  </a:lnTo>
                  <a:lnTo>
                    <a:pt x="1775460" y="0"/>
                  </a:lnTo>
                  <a:close/>
                </a:path>
              </a:pathLst>
            </a:custGeom>
            <a:solidFill>
              <a:srgbClr val="FFFFFF"/>
            </a:solidFill>
          </p:spPr>
          <p:txBody>
            <a:bodyPr wrap="square" lIns="0" tIns="0" rIns="0" bIns="0" rtlCol="0"/>
            <a:lstStyle/>
            <a:p>
              <a:endParaRPr/>
            </a:p>
          </p:txBody>
        </p:sp>
        <p:sp>
          <p:nvSpPr>
            <p:cNvPr id="5" name="object 5"/>
            <p:cNvSpPr/>
            <p:nvPr/>
          </p:nvSpPr>
          <p:spPr>
            <a:xfrm>
              <a:off x="419862" y="605790"/>
              <a:ext cx="1775460" cy="425450"/>
            </a:xfrm>
            <a:custGeom>
              <a:avLst/>
              <a:gdLst/>
              <a:ahLst/>
              <a:cxnLst/>
              <a:rect l="l" t="t" r="r" b="b"/>
              <a:pathLst>
                <a:path w="1775460" h="425450">
                  <a:moveTo>
                    <a:pt x="0" y="425196"/>
                  </a:moveTo>
                  <a:lnTo>
                    <a:pt x="1775460" y="425196"/>
                  </a:lnTo>
                  <a:lnTo>
                    <a:pt x="1775460" y="0"/>
                  </a:lnTo>
                  <a:lnTo>
                    <a:pt x="0" y="0"/>
                  </a:lnTo>
                  <a:lnTo>
                    <a:pt x="0" y="425196"/>
                  </a:lnTo>
                  <a:close/>
                </a:path>
              </a:pathLst>
            </a:custGeom>
            <a:ln w="22225">
              <a:solidFill>
                <a:srgbClr val="FFFFFF"/>
              </a:solidFill>
            </a:ln>
          </p:spPr>
          <p:txBody>
            <a:bodyPr wrap="square" lIns="0" tIns="0" rIns="0" bIns="0" rtlCol="0"/>
            <a:lstStyle/>
            <a:p>
              <a:endParaRPr/>
            </a:p>
          </p:txBody>
        </p:sp>
      </p:grpSp>
    </p:spTree>
    <p:extLst>
      <p:ext uri="{BB962C8B-B14F-4D97-AF65-F5344CB8AC3E}">
        <p14:creationId xmlns:p14="http://schemas.microsoft.com/office/powerpoint/2010/main" val="3224909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135" dirty="0"/>
              <a:t>UNIT</a:t>
            </a:r>
            <a:r>
              <a:rPr spc="-415" dirty="0"/>
              <a:t> </a:t>
            </a:r>
            <a:r>
              <a:rPr spc="-25" dirty="0"/>
              <a:t>T</a:t>
            </a:r>
            <a:r>
              <a:rPr spc="-15" dirty="0"/>
              <a:t>E</a:t>
            </a:r>
            <a:r>
              <a:rPr spc="95" dirty="0"/>
              <a:t>STING</a:t>
            </a:r>
          </a:p>
        </p:txBody>
      </p:sp>
      <p:sp>
        <p:nvSpPr>
          <p:cNvPr id="3" name="object 3"/>
          <p:cNvSpPr txBox="1"/>
          <p:nvPr/>
        </p:nvSpPr>
        <p:spPr>
          <a:xfrm>
            <a:off x="659993" y="2561335"/>
            <a:ext cx="10874375" cy="2887980"/>
          </a:xfrm>
          <a:prstGeom prst="rect">
            <a:avLst/>
          </a:prstGeom>
        </p:spPr>
        <p:txBody>
          <a:bodyPr vert="horz" wrap="square" lIns="0" tIns="12700" rIns="0" bIns="0" rtlCol="0">
            <a:spAutoFit/>
          </a:bodyPr>
          <a:lstStyle/>
          <a:p>
            <a:pPr marL="318770" marR="7620" indent="-306705">
              <a:lnSpc>
                <a:spcPct val="100000"/>
              </a:lnSpc>
              <a:spcBef>
                <a:spcPts val="100"/>
              </a:spcBef>
              <a:buClr>
                <a:srgbClr val="8BB649"/>
              </a:buClr>
              <a:buSzPct val="91666"/>
              <a:buFont typeface="Cambria"/>
              <a:buChar char="◾"/>
              <a:tabLst>
                <a:tab pos="318770" algn="l"/>
                <a:tab pos="319405" algn="l"/>
              </a:tabLst>
            </a:pPr>
            <a:r>
              <a:rPr sz="1800" spc="-5" dirty="0">
                <a:solidFill>
                  <a:srgbClr val="333333"/>
                </a:solidFill>
                <a:latin typeface="Calibri"/>
                <a:cs typeface="Calibri"/>
              </a:rPr>
              <a:t>Unit</a:t>
            </a:r>
            <a:r>
              <a:rPr sz="1800" spc="30" dirty="0">
                <a:solidFill>
                  <a:srgbClr val="333333"/>
                </a:solidFill>
                <a:latin typeface="Calibri"/>
                <a:cs typeface="Calibri"/>
              </a:rPr>
              <a:t> </a:t>
            </a:r>
            <a:r>
              <a:rPr sz="1800" spc="-10" dirty="0">
                <a:solidFill>
                  <a:srgbClr val="333333"/>
                </a:solidFill>
                <a:latin typeface="Calibri"/>
                <a:cs typeface="Calibri"/>
              </a:rPr>
              <a:t>testing</a:t>
            </a:r>
            <a:r>
              <a:rPr sz="1800" spc="45" dirty="0">
                <a:solidFill>
                  <a:srgbClr val="333333"/>
                </a:solidFill>
                <a:latin typeface="Calibri"/>
                <a:cs typeface="Calibri"/>
              </a:rPr>
              <a:t> </a:t>
            </a:r>
            <a:r>
              <a:rPr sz="1800" spc="-10" dirty="0">
                <a:solidFill>
                  <a:srgbClr val="333333"/>
                </a:solidFill>
                <a:latin typeface="Calibri"/>
                <a:cs typeface="Calibri"/>
              </a:rPr>
              <a:t>involves</a:t>
            </a:r>
            <a:r>
              <a:rPr sz="1800" spc="30" dirty="0">
                <a:solidFill>
                  <a:srgbClr val="333333"/>
                </a:solidFill>
                <a:latin typeface="Calibri"/>
                <a:cs typeface="Calibri"/>
              </a:rPr>
              <a:t> </a:t>
            </a:r>
            <a:r>
              <a:rPr sz="1800" dirty="0">
                <a:solidFill>
                  <a:srgbClr val="333333"/>
                </a:solidFill>
                <a:latin typeface="Calibri"/>
                <a:cs typeface="Calibri"/>
              </a:rPr>
              <a:t>the</a:t>
            </a:r>
            <a:r>
              <a:rPr sz="1800" spc="25" dirty="0">
                <a:solidFill>
                  <a:srgbClr val="333333"/>
                </a:solidFill>
                <a:latin typeface="Calibri"/>
                <a:cs typeface="Calibri"/>
              </a:rPr>
              <a:t> </a:t>
            </a:r>
            <a:r>
              <a:rPr sz="1800" spc="-10" dirty="0">
                <a:solidFill>
                  <a:srgbClr val="333333"/>
                </a:solidFill>
                <a:latin typeface="Calibri"/>
                <a:cs typeface="Calibri"/>
              </a:rPr>
              <a:t>testing</a:t>
            </a:r>
            <a:r>
              <a:rPr sz="1800" spc="60" dirty="0">
                <a:solidFill>
                  <a:srgbClr val="333333"/>
                </a:solidFill>
                <a:latin typeface="Calibri"/>
                <a:cs typeface="Calibri"/>
              </a:rPr>
              <a:t> </a:t>
            </a:r>
            <a:r>
              <a:rPr sz="1800" spc="-5" dirty="0">
                <a:solidFill>
                  <a:srgbClr val="333333"/>
                </a:solidFill>
                <a:latin typeface="Calibri"/>
                <a:cs typeface="Calibri"/>
              </a:rPr>
              <a:t>of</a:t>
            </a:r>
            <a:r>
              <a:rPr sz="1800" spc="30" dirty="0">
                <a:solidFill>
                  <a:srgbClr val="333333"/>
                </a:solidFill>
                <a:latin typeface="Calibri"/>
                <a:cs typeface="Calibri"/>
              </a:rPr>
              <a:t> </a:t>
            </a:r>
            <a:r>
              <a:rPr sz="1800" dirty="0">
                <a:solidFill>
                  <a:srgbClr val="333333"/>
                </a:solidFill>
                <a:latin typeface="Calibri"/>
                <a:cs typeface="Calibri"/>
              </a:rPr>
              <a:t>each</a:t>
            </a:r>
            <a:r>
              <a:rPr sz="1800" spc="35" dirty="0">
                <a:solidFill>
                  <a:srgbClr val="333333"/>
                </a:solidFill>
                <a:latin typeface="Calibri"/>
                <a:cs typeface="Calibri"/>
              </a:rPr>
              <a:t> </a:t>
            </a:r>
            <a:r>
              <a:rPr sz="1800" dirty="0">
                <a:solidFill>
                  <a:srgbClr val="333333"/>
                </a:solidFill>
                <a:latin typeface="Calibri"/>
                <a:cs typeface="Calibri"/>
              </a:rPr>
              <a:t>unit</a:t>
            </a:r>
            <a:r>
              <a:rPr sz="1800" spc="35" dirty="0">
                <a:solidFill>
                  <a:srgbClr val="333333"/>
                </a:solidFill>
                <a:latin typeface="Calibri"/>
                <a:cs typeface="Calibri"/>
              </a:rPr>
              <a:t> </a:t>
            </a:r>
            <a:r>
              <a:rPr sz="1800" spc="-5" dirty="0">
                <a:solidFill>
                  <a:srgbClr val="333333"/>
                </a:solidFill>
                <a:latin typeface="Calibri"/>
                <a:cs typeface="Calibri"/>
              </a:rPr>
              <a:t>or</a:t>
            </a:r>
            <a:r>
              <a:rPr sz="1800" spc="30" dirty="0">
                <a:solidFill>
                  <a:srgbClr val="333333"/>
                </a:solidFill>
                <a:latin typeface="Calibri"/>
                <a:cs typeface="Calibri"/>
              </a:rPr>
              <a:t> </a:t>
            </a:r>
            <a:r>
              <a:rPr sz="1800" spc="5" dirty="0">
                <a:solidFill>
                  <a:srgbClr val="333333"/>
                </a:solidFill>
                <a:latin typeface="Calibri"/>
                <a:cs typeface="Calibri"/>
              </a:rPr>
              <a:t>an</a:t>
            </a:r>
            <a:r>
              <a:rPr sz="1800" spc="30" dirty="0">
                <a:solidFill>
                  <a:srgbClr val="333333"/>
                </a:solidFill>
                <a:latin typeface="Calibri"/>
                <a:cs typeface="Calibri"/>
              </a:rPr>
              <a:t> </a:t>
            </a:r>
            <a:r>
              <a:rPr sz="1800" spc="-5" dirty="0">
                <a:solidFill>
                  <a:srgbClr val="333333"/>
                </a:solidFill>
                <a:latin typeface="Calibri"/>
                <a:cs typeface="Calibri"/>
              </a:rPr>
              <a:t>individual</a:t>
            </a:r>
            <a:r>
              <a:rPr sz="1800" spc="45" dirty="0">
                <a:solidFill>
                  <a:srgbClr val="333333"/>
                </a:solidFill>
                <a:latin typeface="Calibri"/>
                <a:cs typeface="Calibri"/>
              </a:rPr>
              <a:t> </a:t>
            </a:r>
            <a:r>
              <a:rPr sz="1800" spc="-5" dirty="0">
                <a:solidFill>
                  <a:srgbClr val="333333"/>
                </a:solidFill>
                <a:latin typeface="Calibri"/>
                <a:cs typeface="Calibri"/>
              </a:rPr>
              <a:t>component</a:t>
            </a:r>
            <a:r>
              <a:rPr sz="1800" spc="25" dirty="0">
                <a:solidFill>
                  <a:srgbClr val="333333"/>
                </a:solidFill>
                <a:latin typeface="Calibri"/>
                <a:cs typeface="Calibri"/>
              </a:rPr>
              <a:t> </a:t>
            </a:r>
            <a:r>
              <a:rPr sz="1800" spc="-5" dirty="0">
                <a:solidFill>
                  <a:srgbClr val="333333"/>
                </a:solidFill>
                <a:latin typeface="Calibri"/>
                <a:cs typeface="Calibri"/>
              </a:rPr>
              <a:t>of</a:t>
            </a:r>
            <a:r>
              <a:rPr sz="1800" spc="35" dirty="0">
                <a:solidFill>
                  <a:srgbClr val="333333"/>
                </a:solidFill>
                <a:latin typeface="Calibri"/>
                <a:cs typeface="Calibri"/>
              </a:rPr>
              <a:t> </a:t>
            </a:r>
            <a:r>
              <a:rPr sz="1800" dirty="0">
                <a:solidFill>
                  <a:srgbClr val="333333"/>
                </a:solidFill>
                <a:latin typeface="Calibri"/>
                <a:cs typeface="Calibri"/>
              </a:rPr>
              <a:t>the</a:t>
            </a:r>
            <a:r>
              <a:rPr sz="1800" spc="40" dirty="0">
                <a:solidFill>
                  <a:srgbClr val="333333"/>
                </a:solidFill>
                <a:latin typeface="Calibri"/>
                <a:cs typeface="Calibri"/>
              </a:rPr>
              <a:t> </a:t>
            </a:r>
            <a:r>
              <a:rPr sz="1800" spc="-10" dirty="0">
                <a:solidFill>
                  <a:srgbClr val="333333"/>
                </a:solidFill>
                <a:latin typeface="Calibri"/>
                <a:cs typeface="Calibri"/>
              </a:rPr>
              <a:t>software</a:t>
            </a:r>
            <a:r>
              <a:rPr sz="1800" spc="35" dirty="0">
                <a:solidFill>
                  <a:srgbClr val="333333"/>
                </a:solidFill>
                <a:latin typeface="Calibri"/>
                <a:cs typeface="Calibri"/>
              </a:rPr>
              <a:t> </a:t>
            </a:r>
            <a:r>
              <a:rPr sz="1800" spc="-5" dirty="0">
                <a:solidFill>
                  <a:srgbClr val="333333"/>
                </a:solidFill>
                <a:latin typeface="Calibri"/>
                <a:cs typeface="Calibri"/>
              </a:rPr>
              <a:t>application.</a:t>
            </a:r>
            <a:r>
              <a:rPr sz="1800" spc="25" dirty="0">
                <a:solidFill>
                  <a:srgbClr val="333333"/>
                </a:solidFill>
                <a:latin typeface="Calibri"/>
                <a:cs typeface="Calibri"/>
              </a:rPr>
              <a:t> </a:t>
            </a:r>
            <a:r>
              <a:rPr sz="1800" dirty="0">
                <a:solidFill>
                  <a:srgbClr val="333333"/>
                </a:solidFill>
                <a:latin typeface="Calibri"/>
                <a:cs typeface="Calibri"/>
              </a:rPr>
              <a:t>It</a:t>
            </a:r>
            <a:r>
              <a:rPr sz="1800" spc="20" dirty="0">
                <a:solidFill>
                  <a:srgbClr val="333333"/>
                </a:solidFill>
                <a:latin typeface="Calibri"/>
                <a:cs typeface="Calibri"/>
              </a:rPr>
              <a:t> </a:t>
            </a:r>
            <a:r>
              <a:rPr sz="1800" spc="-5" dirty="0">
                <a:solidFill>
                  <a:srgbClr val="333333"/>
                </a:solidFill>
                <a:latin typeface="Calibri"/>
                <a:cs typeface="Calibri"/>
              </a:rPr>
              <a:t>is</a:t>
            </a:r>
            <a:r>
              <a:rPr sz="1800" spc="40" dirty="0">
                <a:solidFill>
                  <a:srgbClr val="333333"/>
                </a:solidFill>
                <a:latin typeface="Calibri"/>
                <a:cs typeface="Calibri"/>
              </a:rPr>
              <a:t> </a:t>
            </a:r>
            <a:r>
              <a:rPr sz="1800" dirty="0">
                <a:solidFill>
                  <a:srgbClr val="333333"/>
                </a:solidFill>
                <a:latin typeface="Calibri"/>
                <a:cs typeface="Calibri"/>
              </a:rPr>
              <a:t>the</a:t>
            </a:r>
            <a:r>
              <a:rPr sz="1800" spc="40" dirty="0">
                <a:solidFill>
                  <a:srgbClr val="333333"/>
                </a:solidFill>
                <a:latin typeface="Calibri"/>
                <a:cs typeface="Calibri"/>
              </a:rPr>
              <a:t> </a:t>
            </a:r>
            <a:r>
              <a:rPr sz="1800" spc="-15" dirty="0">
                <a:solidFill>
                  <a:srgbClr val="333333"/>
                </a:solidFill>
                <a:latin typeface="Calibri"/>
                <a:cs typeface="Calibri"/>
              </a:rPr>
              <a:t>first </a:t>
            </a:r>
            <a:r>
              <a:rPr sz="1800" spc="-390" dirty="0">
                <a:solidFill>
                  <a:srgbClr val="333333"/>
                </a:solidFill>
                <a:latin typeface="Calibri"/>
                <a:cs typeface="Calibri"/>
              </a:rPr>
              <a:t> </a:t>
            </a:r>
            <a:r>
              <a:rPr sz="1800" spc="-5" dirty="0">
                <a:solidFill>
                  <a:srgbClr val="333333"/>
                </a:solidFill>
                <a:latin typeface="Calibri"/>
                <a:cs typeface="Calibri"/>
              </a:rPr>
              <a:t>level</a:t>
            </a:r>
            <a:r>
              <a:rPr sz="1800" spc="10" dirty="0">
                <a:solidFill>
                  <a:srgbClr val="333333"/>
                </a:solidFill>
                <a:latin typeface="Calibri"/>
                <a:cs typeface="Calibri"/>
              </a:rPr>
              <a:t> </a:t>
            </a:r>
            <a:r>
              <a:rPr sz="1800" spc="-5" dirty="0">
                <a:solidFill>
                  <a:srgbClr val="333333"/>
                </a:solidFill>
                <a:latin typeface="Calibri"/>
                <a:cs typeface="Calibri"/>
              </a:rPr>
              <a:t>of</a:t>
            </a:r>
            <a:r>
              <a:rPr sz="1800" spc="10" dirty="0">
                <a:solidFill>
                  <a:srgbClr val="333333"/>
                </a:solidFill>
                <a:latin typeface="Calibri"/>
                <a:cs typeface="Calibri"/>
              </a:rPr>
              <a:t> </a:t>
            </a:r>
            <a:r>
              <a:rPr sz="1800" spc="-5" dirty="0">
                <a:solidFill>
                  <a:srgbClr val="333333"/>
                </a:solidFill>
                <a:latin typeface="Calibri"/>
                <a:cs typeface="Calibri"/>
              </a:rPr>
              <a:t>functional</a:t>
            </a:r>
            <a:r>
              <a:rPr sz="1800" spc="25" dirty="0">
                <a:solidFill>
                  <a:srgbClr val="333333"/>
                </a:solidFill>
                <a:latin typeface="Calibri"/>
                <a:cs typeface="Calibri"/>
              </a:rPr>
              <a:t> </a:t>
            </a:r>
            <a:r>
              <a:rPr sz="1800" spc="-10" dirty="0">
                <a:solidFill>
                  <a:srgbClr val="333333"/>
                </a:solidFill>
                <a:latin typeface="Calibri"/>
                <a:cs typeface="Calibri"/>
              </a:rPr>
              <a:t>testing.</a:t>
            </a:r>
            <a:r>
              <a:rPr sz="1800" spc="5" dirty="0">
                <a:solidFill>
                  <a:srgbClr val="333333"/>
                </a:solidFill>
                <a:latin typeface="Calibri"/>
                <a:cs typeface="Calibri"/>
              </a:rPr>
              <a:t> </a:t>
            </a:r>
            <a:r>
              <a:rPr sz="1800" spc="-5" dirty="0">
                <a:solidFill>
                  <a:srgbClr val="333333"/>
                </a:solidFill>
                <a:latin typeface="Calibri"/>
                <a:cs typeface="Calibri"/>
              </a:rPr>
              <a:t>The</a:t>
            </a:r>
            <a:r>
              <a:rPr sz="1800" spc="20" dirty="0">
                <a:solidFill>
                  <a:srgbClr val="333333"/>
                </a:solidFill>
                <a:latin typeface="Calibri"/>
                <a:cs typeface="Calibri"/>
              </a:rPr>
              <a:t> </a:t>
            </a:r>
            <a:r>
              <a:rPr sz="1800" dirty="0">
                <a:solidFill>
                  <a:srgbClr val="333333"/>
                </a:solidFill>
                <a:latin typeface="Calibri"/>
                <a:cs typeface="Calibri"/>
              </a:rPr>
              <a:t>aim </a:t>
            </a:r>
            <a:r>
              <a:rPr sz="1800" spc="-5" dirty="0">
                <a:solidFill>
                  <a:srgbClr val="333333"/>
                </a:solidFill>
                <a:latin typeface="Calibri"/>
                <a:cs typeface="Calibri"/>
              </a:rPr>
              <a:t>behind</a:t>
            </a:r>
            <a:r>
              <a:rPr sz="1800" spc="35" dirty="0">
                <a:solidFill>
                  <a:srgbClr val="333333"/>
                </a:solidFill>
                <a:latin typeface="Calibri"/>
                <a:cs typeface="Calibri"/>
              </a:rPr>
              <a:t> </a:t>
            </a:r>
            <a:r>
              <a:rPr sz="1800" spc="-5" dirty="0">
                <a:solidFill>
                  <a:srgbClr val="333333"/>
                </a:solidFill>
                <a:latin typeface="Calibri"/>
                <a:cs typeface="Calibri"/>
              </a:rPr>
              <a:t>unit</a:t>
            </a:r>
            <a:r>
              <a:rPr sz="1800" spc="10" dirty="0">
                <a:solidFill>
                  <a:srgbClr val="333333"/>
                </a:solidFill>
                <a:latin typeface="Calibri"/>
                <a:cs typeface="Calibri"/>
              </a:rPr>
              <a:t> </a:t>
            </a:r>
            <a:r>
              <a:rPr sz="1800" spc="-10" dirty="0">
                <a:solidFill>
                  <a:srgbClr val="333333"/>
                </a:solidFill>
                <a:latin typeface="Calibri"/>
                <a:cs typeface="Calibri"/>
              </a:rPr>
              <a:t>testing</a:t>
            </a:r>
            <a:r>
              <a:rPr sz="1800" spc="25" dirty="0">
                <a:solidFill>
                  <a:srgbClr val="333333"/>
                </a:solidFill>
                <a:latin typeface="Calibri"/>
                <a:cs typeface="Calibri"/>
              </a:rPr>
              <a:t> </a:t>
            </a:r>
            <a:r>
              <a:rPr sz="1800" spc="-5" dirty="0">
                <a:solidFill>
                  <a:srgbClr val="333333"/>
                </a:solidFill>
                <a:latin typeface="Calibri"/>
                <a:cs typeface="Calibri"/>
              </a:rPr>
              <a:t>is</a:t>
            </a:r>
            <a:r>
              <a:rPr sz="1800" spc="10" dirty="0">
                <a:solidFill>
                  <a:srgbClr val="333333"/>
                </a:solidFill>
                <a:latin typeface="Calibri"/>
                <a:cs typeface="Calibri"/>
              </a:rPr>
              <a:t> </a:t>
            </a:r>
            <a:r>
              <a:rPr sz="1800" spc="-10" dirty="0">
                <a:solidFill>
                  <a:srgbClr val="333333"/>
                </a:solidFill>
                <a:latin typeface="Calibri"/>
                <a:cs typeface="Calibri"/>
              </a:rPr>
              <a:t>to</a:t>
            </a:r>
            <a:r>
              <a:rPr sz="1800" spc="-5" dirty="0">
                <a:solidFill>
                  <a:srgbClr val="333333"/>
                </a:solidFill>
                <a:latin typeface="Calibri"/>
                <a:cs typeface="Calibri"/>
              </a:rPr>
              <a:t> </a:t>
            </a:r>
            <a:r>
              <a:rPr sz="1800" spc="-15" dirty="0">
                <a:solidFill>
                  <a:srgbClr val="333333"/>
                </a:solidFill>
                <a:latin typeface="Calibri"/>
                <a:cs typeface="Calibri"/>
              </a:rPr>
              <a:t>validate</a:t>
            </a:r>
            <a:r>
              <a:rPr sz="1800" spc="15" dirty="0">
                <a:solidFill>
                  <a:srgbClr val="333333"/>
                </a:solidFill>
                <a:latin typeface="Calibri"/>
                <a:cs typeface="Calibri"/>
              </a:rPr>
              <a:t> </a:t>
            </a:r>
            <a:r>
              <a:rPr sz="1800" spc="-5" dirty="0">
                <a:solidFill>
                  <a:srgbClr val="333333"/>
                </a:solidFill>
                <a:latin typeface="Calibri"/>
                <a:cs typeface="Calibri"/>
              </a:rPr>
              <a:t>unit</a:t>
            </a:r>
            <a:r>
              <a:rPr sz="1800" spc="10" dirty="0">
                <a:solidFill>
                  <a:srgbClr val="333333"/>
                </a:solidFill>
                <a:latin typeface="Calibri"/>
                <a:cs typeface="Calibri"/>
              </a:rPr>
              <a:t> </a:t>
            </a:r>
            <a:r>
              <a:rPr sz="1800" spc="-5" dirty="0">
                <a:solidFill>
                  <a:srgbClr val="333333"/>
                </a:solidFill>
                <a:latin typeface="Calibri"/>
                <a:cs typeface="Calibri"/>
              </a:rPr>
              <a:t>components</a:t>
            </a:r>
            <a:r>
              <a:rPr sz="1800" spc="20" dirty="0">
                <a:solidFill>
                  <a:srgbClr val="333333"/>
                </a:solidFill>
                <a:latin typeface="Calibri"/>
                <a:cs typeface="Calibri"/>
              </a:rPr>
              <a:t> </a:t>
            </a:r>
            <a:r>
              <a:rPr sz="1800" spc="-5" dirty="0">
                <a:solidFill>
                  <a:srgbClr val="333333"/>
                </a:solidFill>
                <a:latin typeface="Calibri"/>
                <a:cs typeface="Calibri"/>
              </a:rPr>
              <a:t>with</a:t>
            </a:r>
            <a:r>
              <a:rPr sz="1800" spc="15" dirty="0">
                <a:solidFill>
                  <a:srgbClr val="333333"/>
                </a:solidFill>
                <a:latin typeface="Calibri"/>
                <a:cs typeface="Calibri"/>
              </a:rPr>
              <a:t> </a:t>
            </a:r>
            <a:r>
              <a:rPr sz="1800" spc="-5" dirty="0">
                <a:solidFill>
                  <a:srgbClr val="333333"/>
                </a:solidFill>
                <a:latin typeface="Calibri"/>
                <a:cs typeface="Calibri"/>
              </a:rPr>
              <a:t>its</a:t>
            </a:r>
            <a:r>
              <a:rPr sz="1800" dirty="0">
                <a:solidFill>
                  <a:srgbClr val="333333"/>
                </a:solidFill>
                <a:latin typeface="Calibri"/>
                <a:cs typeface="Calibri"/>
              </a:rPr>
              <a:t> </a:t>
            </a:r>
            <a:r>
              <a:rPr sz="1800" spc="-10" dirty="0">
                <a:solidFill>
                  <a:srgbClr val="333333"/>
                </a:solidFill>
                <a:latin typeface="Calibri"/>
                <a:cs typeface="Calibri"/>
              </a:rPr>
              <a:t>performance.</a:t>
            </a:r>
            <a:endParaRPr sz="1800">
              <a:latin typeface="Calibri"/>
              <a:cs typeface="Calibri"/>
            </a:endParaRPr>
          </a:p>
          <a:p>
            <a:pPr marL="318770" indent="-306705">
              <a:lnSpc>
                <a:spcPct val="100000"/>
              </a:lnSpc>
              <a:spcBef>
                <a:spcPts val="1030"/>
              </a:spcBef>
              <a:buClr>
                <a:srgbClr val="8BB649"/>
              </a:buClr>
              <a:buSzPct val="91666"/>
              <a:buFont typeface="Cambria"/>
              <a:buChar char="◾"/>
              <a:tabLst>
                <a:tab pos="318770" algn="l"/>
                <a:tab pos="319405" algn="l"/>
              </a:tabLst>
            </a:pPr>
            <a:r>
              <a:rPr sz="1800" dirty="0">
                <a:solidFill>
                  <a:srgbClr val="333333"/>
                </a:solidFill>
                <a:latin typeface="Calibri"/>
                <a:cs typeface="Calibri"/>
              </a:rPr>
              <a:t>A</a:t>
            </a:r>
            <a:r>
              <a:rPr sz="1800" spc="85" dirty="0">
                <a:solidFill>
                  <a:srgbClr val="333333"/>
                </a:solidFill>
                <a:latin typeface="Calibri"/>
                <a:cs typeface="Calibri"/>
              </a:rPr>
              <a:t> </a:t>
            </a:r>
            <a:r>
              <a:rPr sz="1800" spc="-5" dirty="0">
                <a:solidFill>
                  <a:srgbClr val="333333"/>
                </a:solidFill>
                <a:latin typeface="Calibri"/>
                <a:cs typeface="Calibri"/>
              </a:rPr>
              <a:t>unit</a:t>
            </a:r>
            <a:r>
              <a:rPr sz="1800" spc="80" dirty="0">
                <a:solidFill>
                  <a:srgbClr val="333333"/>
                </a:solidFill>
                <a:latin typeface="Calibri"/>
                <a:cs typeface="Calibri"/>
              </a:rPr>
              <a:t> </a:t>
            </a:r>
            <a:r>
              <a:rPr sz="1800" spc="-5" dirty="0">
                <a:solidFill>
                  <a:srgbClr val="333333"/>
                </a:solidFill>
                <a:latin typeface="Calibri"/>
                <a:cs typeface="Calibri"/>
              </a:rPr>
              <a:t>is</a:t>
            </a:r>
            <a:r>
              <a:rPr sz="1800" spc="90" dirty="0">
                <a:solidFill>
                  <a:srgbClr val="333333"/>
                </a:solidFill>
                <a:latin typeface="Calibri"/>
                <a:cs typeface="Calibri"/>
              </a:rPr>
              <a:t> </a:t>
            </a:r>
            <a:r>
              <a:rPr sz="1800" dirty="0">
                <a:solidFill>
                  <a:srgbClr val="333333"/>
                </a:solidFill>
                <a:latin typeface="Calibri"/>
                <a:cs typeface="Calibri"/>
              </a:rPr>
              <a:t>a</a:t>
            </a:r>
            <a:r>
              <a:rPr sz="1800" spc="90" dirty="0">
                <a:solidFill>
                  <a:srgbClr val="333333"/>
                </a:solidFill>
                <a:latin typeface="Calibri"/>
                <a:cs typeface="Calibri"/>
              </a:rPr>
              <a:t> </a:t>
            </a:r>
            <a:r>
              <a:rPr sz="1800" spc="-5" dirty="0">
                <a:solidFill>
                  <a:srgbClr val="333333"/>
                </a:solidFill>
                <a:latin typeface="Calibri"/>
                <a:cs typeface="Calibri"/>
              </a:rPr>
              <a:t>single</a:t>
            </a:r>
            <a:r>
              <a:rPr sz="1800" spc="100" dirty="0">
                <a:solidFill>
                  <a:srgbClr val="333333"/>
                </a:solidFill>
                <a:latin typeface="Calibri"/>
                <a:cs typeface="Calibri"/>
              </a:rPr>
              <a:t> </a:t>
            </a:r>
            <a:r>
              <a:rPr sz="1800" spc="-10" dirty="0">
                <a:solidFill>
                  <a:srgbClr val="333333"/>
                </a:solidFill>
                <a:latin typeface="Calibri"/>
                <a:cs typeface="Calibri"/>
              </a:rPr>
              <a:t>testable</a:t>
            </a:r>
            <a:r>
              <a:rPr sz="1800" spc="85" dirty="0">
                <a:solidFill>
                  <a:srgbClr val="333333"/>
                </a:solidFill>
                <a:latin typeface="Calibri"/>
                <a:cs typeface="Calibri"/>
              </a:rPr>
              <a:t> </a:t>
            </a:r>
            <a:r>
              <a:rPr sz="1800" spc="-5" dirty="0">
                <a:solidFill>
                  <a:srgbClr val="333333"/>
                </a:solidFill>
                <a:latin typeface="Calibri"/>
                <a:cs typeface="Calibri"/>
              </a:rPr>
              <a:t>part</a:t>
            </a:r>
            <a:r>
              <a:rPr sz="1800" spc="100" dirty="0">
                <a:solidFill>
                  <a:srgbClr val="333333"/>
                </a:solidFill>
                <a:latin typeface="Calibri"/>
                <a:cs typeface="Calibri"/>
              </a:rPr>
              <a:t> </a:t>
            </a:r>
            <a:r>
              <a:rPr sz="1800" spc="-5" dirty="0">
                <a:solidFill>
                  <a:srgbClr val="333333"/>
                </a:solidFill>
                <a:latin typeface="Calibri"/>
                <a:cs typeface="Calibri"/>
              </a:rPr>
              <a:t>of</a:t>
            </a:r>
            <a:r>
              <a:rPr sz="1800" spc="100" dirty="0">
                <a:solidFill>
                  <a:srgbClr val="333333"/>
                </a:solidFill>
                <a:latin typeface="Calibri"/>
                <a:cs typeface="Calibri"/>
              </a:rPr>
              <a:t> </a:t>
            </a:r>
            <a:r>
              <a:rPr sz="1800" dirty="0">
                <a:solidFill>
                  <a:srgbClr val="333333"/>
                </a:solidFill>
                <a:latin typeface="Calibri"/>
                <a:cs typeface="Calibri"/>
              </a:rPr>
              <a:t>a</a:t>
            </a:r>
            <a:r>
              <a:rPr sz="1800" spc="85" dirty="0">
                <a:solidFill>
                  <a:srgbClr val="333333"/>
                </a:solidFill>
                <a:latin typeface="Calibri"/>
                <a:cs typeface="Calibri"/>
              </a:rPr>
              <a:t> </a:t>
            </a:r>
            <a:r>
              <a:rPr sz="1800" spc="-10" dirty="0">
                <a:solidFill>
                  <a:srgbClr val="333333"/>
                </a:solidFill>
                <a:latin typeface="Calibri"/>
                <a:cs typeface="Calibri"/>
              </a:rPr>
              <a:t>software</a:t>
            </a:r>
            <a:r>
              <a:rPr sz="1800" spc="95" dirty="0">
                <a:solidFill>
                  <a:srgbClr val="333333"/>
                </a:solidFill>
                <a:latin typeface="Calibri"/>
                <a:cs typeface="Calibri"/>
              </a:rPr>
              <a:t> </a:t>
            </a:r>
            <a:r>
              <a:rPr sz="1800" spc="-20" dirty="0">
                <a:solidFill>
                  <a:srgbClr val="333333"/>
                </a:solidFill>
                <a:latin typeface="Calibri"/>
                <a:cs typeface="Calibri"/>
              </a:rPr>
              <a:t>system</a:t>
            </a:r>
            <a:r>
              <a:rPr sz="1800" spc="90" dirty="0">
                <a:solidFill>
                  <a:srgbClr val="333333"/>
                </a:solidFill>
                <a:latin typeface="Calibri"/>
                <a:cs typeface="Calibri"/>
              </a:rPr>
              <a:t> </a:t>
            </a:r>
            <a:r>
              <a:rPr sz="1800" dirty="0">
                <a:solidFill>
                  <a:srgbClr val="333333"/>
                </a:solidFill>
                <a:latin typeface="Calibri"/>
                <a:cs typeface="Calibri"/>
              </a:rPr>
              <a:t>and</a:t>
            </a:r>
            <a:r>
              <a:rPr sz="1800" spc="90" dirty="0">
                <a:solidFill>
                  <a:srgbClr val="333333"/>
                </a:solidFill>
                <a:latin typeface="Calibri"/>
                <a:cs typeface="Calibri"/>
              </a:rPr>
              <a:t> </a:t>
            </a:r>
            <a:r>
              <a:rPr sz="1800" spc="-15" dirty="0">
                <a:solidFill>
                  <a:srgbClr val="333333"/>
                </a:solidFill>
                <a:latin typeface="Calibri"/>
                <a:cs typeface="Calibri"/>
              </a:rPr>
              <a:t>tested</a:t>
            </a:r>
            <a:r>
              <a:rPr sz="1800" spc="100" dirty="0">
                <a:solidFill>
                  <a:srgbClr val="333333"/>
                </a:solidFill>
                <a:latin typeface="Calibri"/>
                <a:cs typeface="Calibri"/>
              </a:rPr>
              <a:t> </a:t>
            </a:r>
            <a:r>
              <a:rPr sz="1800" spc="-5" dirty="0">
                <a:solidFill>
                  <a:srgbClr val="333333"/>
                </a:solidFill>
                <a:latin typeface="Calibri"/>
                <a:cs typeface="Calibri"/>
              </a:rPr>
              <a:t>during</a:t>
            </a:r>
            <a:r>
              <a:rPr sz="1800" spc="100" dirty="0">
                <a:solidFill>
                  <a:srgbClr val="333333"/>
                </a:solidFill>
                <a:latin typeface="Calibri"/>
                <a:cs typeface="Calibri"/>
              </a:rPr>
              <a:t> </a:t>
            </a:r>
            <a:r>
              <a:rPr sz="1800" dirty="0">
                <a:solidFill>
                  <a:srgbClr val="333333"/>
                </a:solidFill>
                <a:latin typeface="Calibri"/>
                <a:cs typeface="Calibri"/>
              </a:rPr>
              <a:t>the</a:t>
            </a:r>
            <a:r>
              <a:rPr sz="1800" spc="100" dirty="0">
                <a:solidFill>
                  <a:srgbClr val="333333"/>
                </a:solidFill>
                <a:latin typeface="Calibri"/>
                <a:cs typeface="Calibri"/>
              </a:rPr>
              <a:t> </a:t>
            </a:r>
            <a:r>
              <a:rPr sz="1800" spc="-5" dirty="0">
                <a:solidFill>
                  <a:srgbClr val="333333"/>
                </a:solidFill>
                <a:latin typeface="Calibri"/>
                <a:cs typeface="Calibri"/>
              </a:rPr>
              <a:t>development</a:t>
            </a:r>
            <a:r>
              <a:rPr sz="1800" spc="85" dirty="0">
                <a:solidFill>
                  <a:srgbClr val="333333"/>
                </a:solidFill>
                <a:latin typeface="Calibri"/>
                <a:cs typeface="Calibri"/>
              </a:rPr>
              <a:t> </a:t>
            </a:r>
            <a:r>
              <a:rPr sz="1800" spc="-5" dirty="0">
                <a:solidFill>
                  <a:srgbClr val="333333"/>
                </a:solidFill>
                <a:latin typeface="Calibri"/>
                <a:cs typeface="Calibri"/>
              </a:rPr>
              <a:t>phase</a:t>
            </a:r>
            <a:r>
              <a:rPr sz="1800" spc="95" dirty="0">
                <a:solidFill>
                  <a:srgbClr val="333333"/>
                </a:solidFill>
                <a:latin typeface="Calibri"/>
                <a:cs typeface="Calibri"/>
              </a:rPr>
              <a:t> </a:t>
            </a:r>
            <a:r>
              <a:rPr sz="1800" spc="-5" dirty="0">
                <a:solidFill>
                  <a:srgbClr val="333333"/>
                </a:solidFill>
                <a:latin typeface="Calibri"/>
                <a:cs typeface="Calibri"/>
              </a:rPr>
              <a:t>of</a:t>
            </a:r>
            <a:r>
              <a:rPr sz="1800" spc="85" dirty="0">
                <a:solidFill>
                  <a:srgbClr val="333333"/>
                </a:solidFill>
                <a:latin typeface="Calibri"/>
                <a:cs typeface="Calibri"/>
              </a:rPr>
              <a:t> </a:t>
            </a:r>
            <a:r>
              <a:rPr sz="1800" dirty="0">
                <a:solidFill>
                  <a:srgbClr val="333333"/>
                </a:solidFill>
                <a:latin typeface="Calibri"/>
                <a:cs typeface="Calibri"/>
              </a:rPr>
              <a:t>the</a:t>
            </a:r>
            <a:r>
              <a:rPr sz="1800" spc="85" dirty="0">
                <a:solidFill>
                  <a:srgbClr val="333333"/>
                </a:solidFill>
                <a:latin typeface="Calibri"/>
                <a:cs typeface="Calibri"/>
              </a:rPr>
              <a:t> </a:t>
            </a:r>
            <a:r>
              <a:rPr sz="1800" spc="-5" dirty="0">
                <a:solidFill>
                  <a:srgbClr val="333333"/>
                </a:solidFill>
                <a:latin typeface="Calibri"/>
                <a:cs typeface="Calibri"/>
              </a:rPr>
              <a:t>application</a:t>
            </a:r>
            <a:endParaRPr sz="1800">
              <a:latin typeface="Calibri"/>
              <a:cs typeface="Calibri"/>
            </a:endParaRPr>
          </a:p>
          <a:p>
            <a:pPr marL="318770">
              <a:lnSpc>
                <a:spcPct val="100000"/>
              </a:lnSpc>
            </a:pPr>
            <a:r>
              <a:rPr sz="1800" spc="-10" dirty="0">
                <a:solidFill>
                  <a:srgbClr val="333333"/>
                </a:solidFill>
                <a:latin typeface="Calibri"/>
                <a:cs typeface="Calibri"/>
              </a:rPr>
              <a:t>software.</a:t>
            </a:r>
            <a:endParaRPr sz="1800">
              <a:latin typeface="Calibri"/>
              <a:cs typeface="Calibri"/>
            </a:endParaRPr>
          </a:p>
          <a:p>
            <a:pPr marL="318770" marR="6985" indent="-306705" algn="just">
              <a:lnSpc>
                <a:spcPct val="100000"/>
              </a:lnSpc>
              <a:spcBef>
                <a:spcPts val="1035"/>
              </a:spcBef>
              <a:buClr>
                <a:srgbClr val="8BB649"/>
              </a:buClr>
              <a:buSzPct val="91666"/>
              <a:buFont typeface="Cambria"/>
              <a:buChar char="◾"/>
              <a:tabLst>
                <a:tab pos="319405" algn="l"/>
              </a:tabLst>
            </a:pPr>
            <a:r>
              <a:rPr sz="1800" spc="-5" dirty="0">
                <a:solidFill>
                  <a:srgbClr val="333333"/>
                </a:solidFill>
                <a:latin typeface="Calibri"/>
                <a:cs typeface="Calibri"/>
              </a:rPr>
              <a:t>The</a:t>
            </a:r>
            <a:r>
              <a:rPr sz="1800" spc="60" dirty="0">
                <a:solidFill>
                  <a:srgbClr val="333333"/>
                </a:solidFill>
                <a:latin typeface="Calibri"/>
                <a:cs typeface="Calibri"/>
              </a:rPr>
              <a:t> </a:t>
            </a:r>
            <a:r>
              <a:rPr sz="1800" spc="-5" dirty="0">
                <a:solidFill>
                  <a:srgbClr val="333333"/>
                </a:solidFill>
                <a:latin typeface="Calibri"/>
                <a:cs typeface="Calibri"/>
              </a:rPr>
              <a:t>purpose</a:t>
            </a:r>
            <a:r>
              <a:rPr sz="1800" spc="65" dirty="0">
                <a:solidFill>
                  <a:srgbClr val="333333"/>
                </a:solidFill>
                <a:latin typeface="Calibri"/>
                <a:cs typeface="Calibri"/>
              </a:rPr>
              <a:t> </a:t>
            </a:r>
            <a:r>
              <a:rPr sz="1800" spc="-5" dirty="0">
                <a:solidFill>
                  <a:srgbClr val="333333"/>
                </a:solidFill>
                <a:latin typeface="Calibri"/>
                <a:cs typeface="Calibri"/>
              </a:rPr>
              <a:t>of</a:t>
            </a:r>
            <a:r>
              <a:rPr sz="1800" spc="80" dirty="0">
                <a:solidFill>
                  <a:srgbClr val="333333"/>
                </a:solidFill>
                <a:latin typeface="Calibri"/>
                <a:cs typeface="Calibri"/>
              </a:rPr>
              <a:t> </a:t>
            </a:r>
            <a:r>
              <a:rPr sz="1800" spc="-5" dirty="0">
                <a:solidFill>
                  <a:srgbClr val="333333"/>
                </a:solidFill>
                <a:latin typeface="Calibri"/>
                <a:cs typeface="Calibri"/>
              </a:rPr>
              <a:t>unit</a:t>
            </a:r>
            <a:r>
              <a:rPr sz="1800" spc="65" dirty="0">
                <a:solidFill>
                  <a:srgbClr val="333333"/>
                </a:solidFill>
                <a:latin typeface="Calibri"/>
                <a:cs typeface="Calibri"/>
              </a:rPr>
              <a:t> </a:t>
            </a:r>
            <a:r>
              <a:rPr sz="1800" spc="-10" dirty="0">
                <a:solidFill>
                  <a:srgbClr val="333333"/>
                </a:solidFill>
                <a:latin typeface="Calibri"/>
                <a:cs typeface="Calibri"/>
              </a:rPr>
              <a:t>testing</a:t>
            </a:r>
            <a:r>
              <a:rPr sz="1800" spc="60" dirty="0">
                <a:solidFill>
                  <a:srgbClr val="333333"/>
                </a:solidFill>
                <a:latin typeface="Calibri"/>
                <a:cs typeface="Calibri"/>
              </a:rPr>
              <a:t> </a:t>
            </a:r>
            <a:r>
              <a:rPr sz="1800" spc="-5" dirty="0">
                <a:solidFill>
                  <a:srgbClr val="333333"/>
                </a:solidFill>
                <a:latin typeface="Calibri"/>
                <a:cs typeface="Calibri"/>
              </a:rPr>
              <a:t>is</a:t>
            </a:r>
            <a:r>
              <a:rPr sz="1800" spc="60" dirty="0">
                <a:solidFill>
                  <a:srgbClr val="333333"/>
                </a:solidFill>
                <a:latin typeface="Calibri"/>
                <a:cs typeface="Calibri"/>
              </a:rPr>
              <a:t> </a:t>
            </a:r>
            <a:r>
              <a:rPr sz="1800" spc="-10" dirty="0">
                <a:solidFill>
                  <a:srgbClr val="333333"/>
                </a:solidFill>
                <a:latin typeface="Calibri"/>
                <a:cs typeface="Calibri"/>
              </a:rPr>
              <a:t>to</a:t>
            </a:r>
            <a:r>
              <a:rPr sz="1800" spc="60" dirty="0">
                <a:solidFill>
                  <a:srgbClr val="333333"/>
                </a:solidFill>
                <a:latin typeface="Calibri"/>
                <a:cs typeface="Calibri"/>
              </a:rPr>
              <a:t> </a:t>
            </a:r>
            <a:r>
              <a:rPr sz="1800" spc="-15" dirty="0">
                <a:solidFill>
                  <a:srgbClr val="333333"/>
                </a:solidFill>
                <a:latin typeface="Calibri"/>
                <a:cs typeface="Calibri"/>
              </a:rPr>
              <a:t>test</a:t>
            </a:r>
            <a:r>
              <a:rPr sz="1800" spc="55" dirty="0">
                <a:solidFill>
                  <a:srgbClr val="333333"/>
                </a:solidFill>
                <a:latin typeface="Calibri"/>
                <a:cs typeface="Calibri"/>
              </a:rPr>
              <a:t> </a:t>
            </a:r>
            <a:r>
              <a:rPr sz="1800" dirty="0">
                <a:solidFill>
                  <a:srgbClr val="333333"/>
                </a:solidFill>
                <a:latin typeface="Calibri"/>
                <a:cs typeface="Calibri"/>
              </a:rPr>
              <a:t>the</a:t>
            </a:r>
            <a:r>
              <a:rPr sz="1800" spc="65" dirty="0">
                <a:solidFill>
                  <a:srgbClr val="333333"/>
                </a:solidFill>
                <a:latin typeface="Calibri"/>
                <a:cs typeface="Calibri"/>
              </a:rPr>
              <a:t> </a:t>
            </a:r>
            <a:r>
              <a:rPr sz="1800" spc="-10" dirty="0">
                <a:solidFill>
                  <a:srgbClr val="333333"/>
                </a:solidFill>
                <a:latin typeface="Calibri"/>
                <a:cs typeface="Calibri"/>
              </a:rPr>
              <a:t>correctness</a:t>
            </a:r>
            <a:r>
              <a:rPr sz="1800" spc="75" dirty="0">
                <a:solidFill>
                  <a:srgbClr val="333333"/>
                </a:solidFill>
                <a:latin typeface="Calibri"/>
                <a:cs typeface="Calibri"/>
              </a:rPr>
              <a:t> </a:t>
            </a:r>
            <a:r>
              <a:rPr sz="1800" spc="-5" dirty="0">
                <a:solidFill>
                  <a:srgbClr val="333333"/>
                </a:solidFill>
                <a:latin typeface="Calibri"/>
                <a:cs typeface="Calibri"/>
              </a:rPr>
              <a:t>of</a:t>
            </a:r>
            <a:r>
              <a:rPr sz="1800" spc="55" dirty="0">
                <a:solidFill>
                  <a:srgbClr val="333333"/>
                </a:solidFill>
                <a:latin typeface="Calibri"/>
                <a:cs typeface="Calibri"/>
              </a:rPr>
              <a:t> </a:t>
            </a:r>
            <a:r>
              <a:rPr sz="1800" spc="-10" dirty="0">
                <a:solidFill>
                  <a:srgbClr val="333333"/>
                </a:solidFill>
                <a:latin typeface="Calibri"/>
                <a:cs typeface="Calibri"/>
              </a:rPr>
              <a:t>isolated</a:t>
            </a:r>
            <a:r>
              <a:rPr sz="1800" spc="65" dirty="0">
                <a:solidFill>
                  <a:srgbClr val="333333"/>
                </a:solidFill>
                <a:latin typeface="Calibri"/>
                <a:cs typeface="Calibri"/>
              </a:rPr>
              <a:t> </a:t>
            </a:r>
            <a:r>
              <a:rPr sz="1800" spc="-5" dirty="0">
                <a:solidFill>
                  <a:srgbClr val="333333"/>
                </a:solidFill>
                <a:latin typeface="Calibri"/>
                <a:cs typeface="Calibri"/>
              </a:rPr>
              <a:t>code.</a:t>
            </a:r>
            <a:r>
              <a:rPr sz="1800" spc="60" dirty="0">
                <a:solidFill>
                  <a:srgbClr val="333333"/>
                </a:solidFill>
                <a:latin typeface="Calibri"/>
                <a:cs typeface="Calibri"/>
              </a:rPr>
              <a:t> </a:t>
            </a:r>
            <a:r>
              <a:rPr sz="1800" dirty="0">
                <a:solidFill>
                  <a:srgbClr val="333333"/>
                </a:solidFill>
                <a:latin typeface="Calibri"/>
                <a:cs typeface="Calibri"/>
              </a:rPr>
              <a:t>A</a:t>
            </a:r>
            <a:r>
              <a:rPr sz="1800" spc="55" dirty="0">
                <a:solidFill>
                  <a:srgbClr val="333333"/>
                </a:solidFill>
                <a:latin typeface="Calibri"/>
                <a:cs typeface="Calibri"/>
              </a:rPr>
              <a:t> </a:t>
            </a:r>
            <a:r>
              <a:rPr sz="1800" spc="-5" dirty="0">
                <a:solidFill>
                  <a:srgbClr val="333333"/>
                </a:solidFill>
                <a:latin typeface="Calibri"/>
                <a:cs typeface="Calibri"/>
              </a:rPr>
              <a:t>unit</a:t>
            </a:r>
            <a:r>
              <a:rPr sz="1800" spc="65" dirty="0">
                <a:solidFill>
                  <a:srgbClr val="333333"/>
                </a:solidFill>
                <a:latin typeface="Calibri"/>
                <a:cs typeface="Calibri"/>
              </a:rPr>
              <a:t> </a:t>
            </a:r>
            <a:r>
              <a:rPr sz="1800" spc="-5" dirty="0">
                <a:solidFill>
                  <a:srgbClr val="333333"/>
                </a:solidFill>
                <a:latin typeface="Calibri"/>
                <a:cs typeface="Calibri"/>
              </a:rPr>
              <a:t>component</a:t>
            </a:r>
            <a:r>
              <a:rPr sz="1800" spc="50" dirty="0">
                <a:solidFill>
                  <a:srgbClr val="333333"/>
                </a:solidFill>
                <a:latin typeface="Calibri"/>
                <a:cs typeface="Calibri"/>
              </a:rPr>
              <a:t> </a:t>
            </a:r>
            <a:r>
              <a:rPr sz="1800" spc="-5" dirty="0">
                <a:solidFill>
                  <a:srgbClr val="333333"/>
                </a:solidFill>
                <a:latin typeface="Calibri"/>
                <a:cs typeface="Calibri"/>
              </a:rPr>
              <a:t>is</a:t>
            </a:r>
            <a:r>
              <a:rPr sz="1800" spc="60" dirty="0">
                <a:solidFill>
                  <a:srgbClr val="333333"/>
                </a:solidFill>
                <a:latin typeface="Calibri"/>
                <a:cs typeface="Calibri"/>
              </a:rPr>
              <a:t> </a:t>
            </a:r>
            <a:r>
              <a:rPr sz="1800" dirty="0">
                <a:solidFill>
                  <a:srgbClr val="333333"/>
                </a:solidFill>
                <a:latin typeface="Calibri"/>
                <a:cs typeface="Calibri"/>
              </a:rPr>
              <a:t>an</a:t>
            </a:r>
            <a:r>
              <a:rPr sz="1800" spc="65" dirty="0">
                <a:solidFill>
                  <a:srgbClr val="333333"/>
                </a:solidFill>
                <a:latin typeface="Calibri"/>
                <a:cs typeface="Calibri"/>
              </a:rPr>
              <a:t> </a:t>
            </a:r>
            <a:r>
              <a:rPr sz="1800" spc="-5" dirty="0">
                <a:solidFill>
                  <a:srgbClr val="333333"/>
                </a:solidFill>
                <a:latin typeface="Calibri"/>
                <a:cs typeface="Calibri"/>
              </a:rPr>
              <a:t>individual</a:t>
            </a:r>
            <a:r>
              <a:rPr sz="1800" spc="70" dirty="0">
                <a:solidFill>
                  <a:srgbClr val="333333"/>
                </a:solidFill>
                <a:latin typeface="Calibri"/>
                <a:cs typeface="Calibri"/>
              </a:rPr>
              <a:t> </a:t>
            </a:r>
            <a:r>
              <a:rPr sz="1800" spc="-5" dirty="0">
                <a:solidFill>
                  <a:srgbClr val="333333"/>
                </a:solidFill>
                <a:latin typeface="Calibri"/>
                <a:cs typeface="Calibri"/>
              </a:rPr>
              <a:t>function </a:t>
            </a:r>
            <a:r>
              <a:rPr sz="1800" spc="-395" dirty="0">
                <a:solidFill>
                  <a:srgbClr val="333333"/>
                </a:solidFill>
                <a:latin typeface="Calibri"/>
                <a:cs typeface="Calibri"/>
              </a:rPr>
              <a:t> </a:t>
            </a:r>
            <a:r>
              <a:rPr sz="1800" spc="-5" dirty="0">
                <a:solidFill>
                  <a:srgbClr val="333333"/>
                </a:solidFill>
                <a:latin typeface="Calibri"/>
                <a:cs typeface="Calibri"/>
              </a:rPr>
              <a:t>or</a:t>
            </a:r>
            <a:r>
              <a:rPr sz="1800" spc="5" dirty="0">
                <a:solidFill>
                  <a:srgbClr val="333333"/>
                </a:solidFill>
                <a:latin typeface="Calibri"/>
                <a:cs typeface="Calibri"/>
              </a:rPr>
              <a:t> </a:t>
            </a:r>
            <a:r>
              <a:rPr sz="1800" spc="-10" dirty="0">
                <a:solidFill>
                  <a:srgbClr val="333333"/>
                </a:solidFill>
                <a:latin typeface="Calibri"/>
                <a:cs typeface="Calibri"/>
              </a:rPr>
              <a:t>code</a:t>
            </a:r>
            <a:r>
              <a:rPr sz="1800" spc="20" dirty="0">
                <a:solidFill>
                  <a:srgbClr val="333333"/>
                </a:solidFill>
                <a:latin typeface="Calibri"/>
                <a:cs typeface="Calibri"/>
              </a:rPr>
              <a:t> </a:t>
            </a:r>
            <a:r>
              <a:rPr sz="1800" spc="-5" dirty="0">
                <a:solidFill>
                  <a:srgbClr val="333333"/>
                </a:solidFill>
                <a:latin typeface="Calibri"/>
                <a:cs typeface="Calibri"/>
              </a:rPr>
              <a:t>of</a:t>
            </a:r>
            <a:r>
              <a:rPr sz="1800" dirty="0">
                <a:solidFill>
                  <a:srgbClr val="333333"/>
                </a:solidFill>
                <a:latin typeface="Calibri"/>
                <a:cs typeface="Calibri"/>
              </a:rPr>
              <a:t> the</a:t>
            </a:r>
            <a:r>
              <a:rPr sz="1800" spc="15" dirty="0">
                <a:solidFill>
                  <a:srgbClr val="333333"/>
                </a:solidFill>
                <a:latin typeface="Calibri"/>
                <a:cs typeface="Calibri"/>
              </a:rPr>
              <a:t> </a:t>
            </a:r>
            <a:r>
              <a:rPr sz="1800" spc="-5" dirty="0">
                <a:solidFill>
                  <a:srgbClr val="333333"/>
                </a:solidFill>
                <a:latin typeface="Calibri"/>
                <a:cs typeface="Calibri"/>
              </a:rPr>
              <a:t>application.</a:t>
            </a:r>
            <a:r>
              <a:rPr sz="1800" spc="15" dirty="0">
                <a:solidFill>
                  <a:srgbClr val="333333"/>
                </a:solidFill>
                <a:latin typeface="Calibri"/>
                <a:cs typeface="Calibri"/>
              </a:rPr>
              <a:t> </a:t>
            </a:r>
            <a:r>
              <a:rPr sz="1800" spc="-10" dirty="0">
                <a:solidFill>
                  <a:srgbClr val="333333"/>
                </a:solidFill>
                <a:latin typeface="Calibri"/>
                <a:cs typeface="Calibri"/>
              </a:rPr>
              <a:t>White</a:t>
            </a:r>
            <a:r>
              <a:rPr sz="1800" spc="30" dirty="0">
                <a:solidFill>
                  <a:srgbClr val="333333"/>
                </a:solidFill>
                <a:latin typeface="Calibri"/>
                <a:cs typeface="Calibri"/>
              </a:rPr>
              <a:t> </a:t>
            </a:r>
            <a:r>
              <a:rPr sz="1800" spc="-15" dirty="0">
                <a:solidFill>
                  <a:srgbClr val="333333"/>
                </a:solidFill>
                <a:latin typeface="Calibri"/>
                <a:cs typeface="Calibri"/>
              </a:rPr>
              <a:t>box</a:t>
            </a:r>
            <a:r>
              <a:rPr sz="1800" dirty="0">
                <a:solidFill>
                  <a:srgbClr val="333333"/>
                </a:solidFill>
                <a:latin typeface="Calibri"/>
                <a:cs typeface="Calibri"/>
              </a:rPr>
              <a:t> </a:t>
            </a:r>
            <a:r>
              <a:rPr sz="1800" spc="-10" dirty="0">
                <a:solidFill>
                  <a:srgbClr val="333333"/>
                </a:solidFill>
                <a:latin typeface="Calibri"/>
                <a:cs typeface="Calibri"/>
              </a:rPr>
              <a:t>testing</a:t>
            </a:r>
            <a:r>
              <a:rPr sz="1800" spc="20" dirty="0">
                <a:solidFill>
                  <a:srgbClr val="333333"/>
                </a:solidFill>
                <a:latin typeface="Calibri"/>
                <a:cs typeface="Calibri"/>
              </a:rPr>
              <a:t> </a:t>
            </a:r>
            <a:r>
              <a:rPr sz="1800" spc="-5" dirty="0">
                <a:solidFill>
                  <a:srgbClr val="333333"/>
                </a:solidFill>
                <a:latin typeface="Calibri"/>
                <a:cs typeface="Calibri"/>
              </a:rPr>
              <a:t>approach</a:t>
            </a:r>
            <a:r>
              <a:rPr sz="1800" spc="15" dirty="0">
                <a:solidFill>
                  <a:srgbClr val="333333"/>
                </a:solidFill>
                <a:latin typeface="Calibri"/>
                <a:cs typeface="Calibri"/>
              </a:rPr>
              <a:t> </a:t>
            </a:r>
            <a:r>
              <a:rPr sz="1800" spc="-5" dirty="0">
                <a:solidFill>
                  <a:srgbClr val="333333"/>
                </a:solidFill>
                <a:latin typeface="Calibri"/>
                <a:cs typeface="Calibri"/>
              </a:rPr>
              <a:t>used</a:t>
            </a:r>
            <a:r>
              <a:rPr sz="1800" spc="10" dirty="0">
                <a:solidFill>
                  <a:srgbClr val="333333"/>
                </a:solidFill>
                <a:latin typeface="Calibri"/>
                <a:cs typeface="Calibri"/>
              </a:rPr>
              <a:t> </a:t>
            </a:r>
            <a:r>
              <a:rPr sz="1800" spc="-15" dirty="0">
                <a:solidFill>
                  <a:srgbClr val="333333"/>
                </a:solidFill>
                <a:latin typeface="Calibri"/>
                <a:cs typeface="Calibri"/>
              </a:rPr>
              <a:t>for</a:t>
            </a:r>
            <a:r>
              <a:rPr sz="1800" spc="-5" dirty="0">
                <a:solidFill>
                  <a:srgbClr val="333333"/>
                </a:solidFill>
                <a:latin typeface="Calibri"/>
                <a:cs typeface="Calibri"/>
              </a:rPr>
              <a:t> unit</a:t>
            </a:r>
            <a:r>
              <a:rPr sz="1800" spc="10" dirty="0">
                <a:solidFill>
                  <a:srgbClr val="333333"/>
                </a:solidFill>
                <a:latin typeface="Calibri"/>
                <a:cs typeface="Calibri"/>
              </a:rPr>
              <a:t> </a:t>
            </a:r>
            <a:r>
              <a:rPr sz="1800" spc="-10" dirty="0">
                <a:solidFill>
                  <a:srgbClr val="333333"/>
                </a:solidFill>
                <a:latin typeface="Calibri"/>
                <a:cs typeface="Calibri"/>
              </a:rPr>
              <a:t>testing</a:t>
            </a:r>
            <a:r>
              <a:rPr sz="1800" spc="25" dirty="0">
                <a:solidFill>
                  <a:srgbClr val="333333"/>
                </a:solidFill>
                <a:latin typeface="Calibri"/>
                <a:cs typeface="Calibri"/>
              </a:rPr>
              <a:t> </a:t>
            </a:r>
            <a:r>
              <a:rPr sz="1800" dirty="0">
                <a:solidFill>
                  <a:srgbClr val="333333"/>
                </a:solidFill>
                <a:latin typeface="Calibri"/>
                <a:cs typeface="Calibri"/>
              </a:rPr>
              <a:t>and</a:t>
            </a:r>
            <a:r>
              <a:rPr sz="1800" spc="5" dirty="0">
                <a:solidFill>
                  <a:srgbClr val="333333"/>
                </a:solidFill>
                <a:latin typeface="Calibri"/>
                <a:cs typeface="Calibri"/>
              </a:rPr>
              <a:t> </a:t>
            </a:r>
            <a:r>
              <a:rPr sz="1800" spc="-5" dirty="0">
                <a:solidFill>
                  <a:srgbClr val="333333"/>
                </a:solidFill>
                <a:latin typeface="Calibri"/>
                <a:cs typeface="Calibri"/>
              </a:rPr>
              <a:t>usually</a:t>
            </a:r>
            <a:r>
              <a:rPr sz="1800" spc="20" dirty="0">
                <a:solidFill>
                  <a:srgbClr val="333333"/>
                </a:solidFill>
                <a:latin typeface="Calibri"/>
                <a:cs typeface="Calibri"/>
              </a:rPr>
              <a:t> </a:t>
            </a:r>
            <a:r>
              <a:rPr sz="1800" spc="-5" dirty="0">
                <a:solidFill>
                  <a:srgbClr val="333333"/>
                </a:solidFill>
                <a:latin typeface="Calibri"/>
                <a:cs typeface="Calibri"/>
              </a:rPr>
              <a:t>done</a:t>
            </a:r>
            <a:r>
              <a:rPr sz="1800" spc="20" dirty="0">
                <a:solidFill>
                  <a:srgbClr val="333333"/>
                </a:solidFill>
                <a:latin typeface="Calibri"/>
                <a:cs typeface="Calibri"/>
              </a:rPr>
              <a:t> </a:t>
            </a:r>
            <a:r>
              <a:rPr sz="1800" spc="-5" dirty="0">
                <a:solidFill>
                  <a:srgbClr val="333333"/>
                </a:solidFill>
                <a:latin typeface="Calibri"/>
                <a:cs typeface="Calibri"/>
              </a:rPr>
              <a:t>by</a:t>
            </a:r>
            <a:r>
              <a:rPr sz="1800" dirty="0">
                <a:solidFill>
                  <a:srgbClr val="333333"/>
                </a:solidFill>
                <a:latin typeface="Calibri"/>
                <a:cs typeface="Calibri"/>
              </a:rPr>
              <a:t> the</a:t>
            </a:r>
            <a:r>
              <a:rPr sz="1800" spc="20" dirty="0">
                <a:solidFill>
                  <a:srgbClr val="333333"/>
                </a:solidFill>
                <a:latin typeface="Calibri"/>
                <a:cs typeface="Calibri"/>
              </a:rPr>
              <a:t> </a:t>
            </a:r>
            <a:r>
              <a:rPr sz="1800" spc="-10" dirty="0">
                <a:solidFill>
                  <a:srgbClr val="333333"/>
                </a:solidFill>
                <a:latin typeface="Calibri"/>
                <a:cs typeface="Calibri"/>
              </a:rPr>
              <a:t>developers.</a:t>
            </a:r>
            <a:endParaRPr sz="1800">
              <a:latin typeface="Calibri"/>
              <a:cs typeface="Calibri"/>
            </a:endParaRPr>
          </a:p>
          <a:p>
            <a:pPr marL="318770" marR="5080" indent="-306705" algn="just">
              <a:lnSpc>
                <a:spcPct val="100000"/>
              </a:lnSpc>
              <a:spcBef>
                <a:spcPts val="1030"/>
              </a:spcBef>
              <a:buClr>
                <a:srgbClr val="8BB649"/>
              </a:buClr>
              <a:buSzPct val="91666"/>
              <a:buFont typeface="Cambria"/>
              <a:buChar char="◾"/>
              <a:tabLst>
                <a:tab pos="319405" algn="l"/>
              </a:tabLst>
            </a:pPr>
            <a:r>
              <a:rPr sz="1800" spc="-5" dirty="0">
                <a:solidFill>
                  <a:srgbClr val="333333"/>
                </a:solidFill>
                <a:latin typeface="Calibri"/>
                <a:cs typeface="Calibri"/>
              </a:rPr>
              <a:t>Whenever </a:t>
            </a:r>
            <a:r>
              <a:rPr sz="1800" dirty="0">
                <a:solidFill>
                  <a:srgbClr val="333333"/>
                </a:solidFill>
                <a:latin typeface="Calibri"/>
                <a:cs typeface="Calibri"/>
              </a:rPr>
              <a:t>the </a:t>
            </a:r>
            <a:r>
              <a:rPr sz="1800" spc="-5" dirty="0">
                <a:solidFill>
                  <a:srgbClr val="333333"/>
                </a:solidFill>
                <a:latin typeface="Calibri"/>
                <a:cs typeface="Calibri"/>
              </a:rPr>
              <a:t>application is ready </a:t>
            </a:r>
            <a:r>
              <a:rPr sz="1800" dirty="0">
                <a:solidFill>
                  <a:srgbClr val="333333"/>
                </a:solidFill>
                <a:latin typeface="Calibri"/>
                <a:cs typeface="Calibri"/>
              </a:rPr>
              <a:t>and </a:t>
            </a:r>
            <a:r>
              <a:rPr sz="1800" spc="-5" dirty="0">
                <a:solidFill>
                  <a:srgbClr val="333333"/>
                </a:solidFill>
                <a:latin typeface="Calibri"/>
                <a:cs typeface="Calibri"/>
              </a:rPr>
              <a:t>given </a:t>
            </a:r>
            <a:r>
              <a:rPr sz="1800" spc="-10" dirty="0">
                <a:solidFill>
                  <a:srgbClr val="333333"/>
                </a:solidFill>
                <a:latin typeface="Calibri"/>
                <a:cs typeface="Calibri"/>
              </a:rPr>
              <a:t>to </a:t>
            </a:r>
            <a:r>
              <a:rPr sz="1800" dirty="0">
                <a:solidFill>
                  <a:srgbClr val="333333"/>
                </a:solidFill>
                <a:latin typeface="Calibri"/>
                <a:cs typeface="Calibri"/>
              </a:rPr>
              <a:t>the </a:t>
            </a:r>
            <a:r>
              <a:rPr sz="1800" spc="-45" dirty="0">
                <a:solidFill>
                  <a:srgbClr val="333333"/>
                </a:solidFill>
                <a:latin typeface="Calibri"/>
                <a:cs typeface="Calibri"/>
              </a:rPr>
              <a:t>Test </a:t>
            </a:r>
            <a:r>
              <a:rPr sz="1800" spc="-20" dirty="0">
                <a:solidFill>
                  <a:srgbClr val="333333"/>
                </a:solidFill>
                <a:latin typeface="Calibri"/>
                <a:cs typeface="Calibri"/>
              </a:rPr>
              <a:t>engineer, </a:t>
            </a:r>
            <a:r>
              <a:rPr sz="1800" spc="-10" dirty="0">
                <a:solidFill>
                  <a:srgbClr val="333333"/>
                </a:solidFill>
                <a:latin typeface="Calibri"/>
                <a:cs typeface="Calibri"/>
              </a:rPr>
              <a:t>he/she </a:t>
            </a:r>
            <a:r>
              <a:rPr sz="1800" spc="-5" dirty="0">
                <a:solidFill>
                  <a:srgbClr val="333333"/>
                </a:solidFill>
                <a:latin typeface="Calibri"/>
                <a:cs typeface="Calibri"/>
              </a:rPr>
              <a:t>will </a:t>
            </a:r>
            <a:r>
              <a:rPr sz="1800" spc="-10" dirty="0">
                <a:solidFill>
                  <a:srgbClr val="333333"/>
                </a:solidFill>
                <a:latin typeface="Calibri"/>
                <a:cs typeface="Calibri"/>
              </a:rPr>
              <a:t>start </a:t>
            </a:r>
            <a:r>
              <a:rPr sz="1800" spc="-5" dirty="0">
                <a:solidFill>
                  <a:srgbClr val="333333"/>
                </a:solidFill>
                <a:latin typeface="Calibri"/>
                <a:cs typeface="Calibri"/>
              </a:rPr>
              <a:t>checking every component </a:t>
            </a:r>
            <a:r>
              <a:rPr sz="1800" spc="10" dirty="0">
                <a:solidFill>
                  <a:srgbClr val="333333"/>
                </a:solidFill>
                <a:latin typeface="Calibri"/>
                <a:cs typeface="Calibri"/>
              </a:rPr>
              <a:t>of </a:t>
            </a:r>
            <a:r>
              <a:rPr sz="1800" spc="15" dirty="0">
                <a:solidFill>
                  <a:srgbClr val="333333"/>
                </a:solidFill>
                <a:latin typeface="Calibri"/>
                <a:cs typeface="Calibri"/>
              </a:rPr>
              <a:t> </a:t>
            </a:r>
            <a:r>
              <a:rPr sz="1800" dirty="0">
                <a:solidFill>
                  <a:srgbClr val="333333"/>
                </a:solidFill>
                <a:latin typeface="Calibri"/>
                <a:cs typeface="Calibri"/>
              </a:rPr>
              <a:t>the</a:t>
            </a:r>
            <a:r>
              <a:rPr sz="1800" spc="360" dirty="0">
                <a:solidFill>
                  <a:srgbClr val="333333"/>
                </a:solidFill>
                <a:latin typeface="Calibri"/>
                <a:cs typeface="Calibri"/>
              </a:rPr>
              <a:t> </a:t>
            </a:r>
            <a:r>
              <a:rPr sz="1800" dirty="0">
                <a:solidFill>
                  <a:srgbClr val="333333"/>
                </a:solidFill>
                <a:latin typeface="Calibri"/>
                <a:cs typeface="Calibri"/>
              </a:rPr>
              <a:t>module</a:t>
            </a:r>
            <a:r>
              <a:rPr sz="1800" spc="380" dirty="0">
                <a:solidFill>
                  <a:srgbClr val="333333"/>
                </a:solidFill>
                <a:latin typeface="Calibri"/>
                <a:cs typeface="Calibri"/>
              </a:rPr>
              <a:t> </a:t>
            </a:r>
            <a:r>
              <a:rPr sz="1800" spc="-5" dirty="0">
                <a:solidFill>
                  <a:srgbClr val="333333"/>
                </a:solidFill>
                <a:latin typeface="Calibri"/>
                <a:cs typeface="Calibri"/>
              </a:rPr>
              <a:t>or</a:t>
            </a:r>
            <a:r>
              <a:rPr sz="1800" spc="365" dirty="0">
                <a:solidFill>
                  <a:srgbClr val="333333"/>
                </a:solidFill>
                <a:latin typeface="Calibri"/>
                <a:cs typeface="Calibri"/>
              </a:rPr>
              <a:t> </a:t>
            </a:r>
            <a:r>
              <a:rPr sz="1800" dirty="0">
                <a:solidFill>
                  <a:srgbClr val="333333"/>
                </a:solidFill>
                <a:latin typeface="Calibri"/>
                <a:cs typeface="Calibri"/>
              </a:rPr>
              <a:t>module</a:t>
            </a:r>
            <a:r>
              <a:rPr sz="1800" spc="365" dirty="0">
                <a:solidFill>
                  <a:srgbClr val="333333"/>
                </a:solidFill>
                <a:latin typeface="Calibri"/>
                <a:cs typeface="Calibri"/>
              </a:rPr>
              <a:t> </a:t>
            </a:r>
            <a:r>
              <a:rPr sz="1800" spc="-5" dirty="0">
                <a:solidFill>
                  <a:srgbClr val="333333"/>
                </a:solidFill>
                <a:latin typeface="Calibri"/>
                <a:cs typeface="Calibri"/>
              </a:rPr>
              <a:t>of</a:t>
            </a:r>
            <a:r>
              <a:rPr sz="1800" spc="365" dirty="0">
                <a:solidFill>
                  <a:srgbClr val="333333"/>
                </a:solidFill>
                <a:latin typeface="Calibri"/>
                <a:cs typeface="Calibri"/>
              </a:rPr>
              <a:t> </a:t>
            </a:r>
            <a:r>
              <a:rPr sz="1800" dirty="0">
                <a:solidFill>
                  <a:srgbClr val="333333"/>
                </a:solidFill>
                <a:latin typeface="Calibri"/>
                <a:cs typeface="Calibri"/>
              </a:rPr>
              <a:t>the</a:t>
            </a:r>
            <a:r>
              <a:rPr sz="1800" spc="380" dirty="0">
                <a:solidFill>
                  <a:srgbClr val="333333"/>
                </a:solidFill>
                <a:latin typeface="Calibri"/>
                <a:cs typeface="Calibri"/>
              </a:rPr>
              <a:t> </a:t>
            </a:r>
            <a:r>
              <a:rPr sz="1800" spc="-5" dirty="0">
                <a:solidFill>
                  <a:srgbClr val="333333"/>
                </a:solidFill>
                <a:latin typeface="Calibri"/>
                <a:cs typeface="Calibri"/>
              </a:rPr>
              <a:t>application</a:t>
            </a:r>
            <a:r>
              <a:rPr sz="1800" spc="380" dirty="0">
                <a:solidFill>
                  <a:srgbClr val="333333"/>
                </a:solidFill>
                <a:latin typeface="Calibri"/>
                <a:cs typeface="Calibri"/>
              </a:rPr>
              <a:t> </a:t>
            </a:r>
            <a:r>
              <a:rPr sz="1800" spc="-5" dirty="0">
                <a:solidFill>
                  <a:srgbClr val="333333"/>
                </a:solidFill>
                <a:latin typeface="Calibri"/>
                <a:cs typeface="Calibri"/>
              </a:rPr>
              <a:t>independently</a:t>
            </a:r>
            <a:r>
              <a:rPr sz="1800" spc="370" dirty="0">
                <a:solidFill>
                  <a:srgbClr val="333333"/>
                </a:solidFill>
                <a:latin typeface="Calibri"/>
                <a:cs typeface="Calibri"/>
              </a:rPr>
              <a:t> </a:t>
            </a:r>
            <a:r>
              <a:rPr sz="1800" spc="-5" dirty="0">
                <a:solidFill>
                  <a:srgbClr val="333333"/>
                </a:solidFill>
                <a:latin typeface="Calibri"/>
                <a:cs typeface="Calibri"/>
              </a:rPr>
              <a:t>or</a:t>
            </a:r>
            <a:r>
              <a:rPr sz="1800" spc="370" dirty="0">
                <a:solidFill>
                  <a:srgbClr val="333333"/>
                </a:solidFill>
                <a:latin typeface="Calibri"/>
                <a:cs typeface="Calibri"/>
              </a:rPr>
              <a:t> </a:t>
            </a:r>
            <a:r>
              <a:rPr sz="1800" dirty="0">
                <a:solidFill>
                  <a:srgbClr val="333333"/>
                </a:solidFill>
                <a:latin typeface="Calibri"/>
                <a:cs typeface="Calibri"/>
              </a:rPr>
              <a:t>one</a:t>
            </a:r>
            <a:r>
              <a:rPr sz="1800" spc="370" dirty="0">
                <a:solidFill>
                  <a:srgbClr val="333333"/>
                </a:solidFill>
                <a:latin typeface="Calibri"/>
                <a:cs typeface="Calibri"/>
              </a:rPr>
              <a:t> </a:t>
            </a:r>
            <a:r>
              <a:rPr sz="1800" spc="-5" dirty="0">
                <a:solidFill>
                  <a:srgbClr val="333333"/>
                </a:solidFill>
                <a:latin typeface="Calibri"/>
                <a:cs typeface="Calibri"/>
              </a:rPr>
              <a:t>by</a:t>
            </a:r>
            <a:r>
              <a:rPr sz="1800" spc="360" dirty="0">
                <a:solidFill>
                  <a:srgbClr val="333333"/>
                </a:solidFill>
                <a:latin typeface="Calibri"/>
                <a:cs typeface="Calibri"/>
              </a:rPr>
              <a:t> </a:t>
            </a:r>
            <a:r>
              <a:rPr sz="1800" dirty="0">
                <a:solidFill>
                  <a:srgbClr val="333333"/>
                </a:solidFill>
                <a:latin typeface="Calibri"/>
                <a:cs typeface="Calibri"/>
              </a:rPr>
              <a:t>one,</a:t>
            </a:r>
            <a:r>
              <a:rPr sz="1800" spc="360" dirty="0">
                <a:solidFill>
                  <a:srgbClr val="333333"/>
                </a:solidFill>
                <a:latin typeface="Calibri"/>
                <a:cs typeface="Calibri"/>
              </a:rPr>
              <a:t> </a:t>
            </a:r>
            <a:r>
              <a:rPr sz="1800" dirty="0">
                <a:solidFill>
                  <a:srgbClr val="333333"/>
                </a:solidFill>
                <a:latin typeface="Calibri"/>
                <a:cs typeface="Calibri"/>
              </a:rPr>
              <a:t>and</a:t>
            </a:r>
            <a:r>
              <a:rPr sz="1800" spc="375" dirty="0">
                <a:solidFill>
                  <a:srgbClr val="333333"/>
                </a:solidFill>
                <a:latin typeface="Calibri"/>
                <a:cs typeface="Calibri"/>
              </a:rPr>
              <a:t> </a:t>
            </a:r>
            <a:r>
              <a:rPr sz="1800" spc="-5" dirty="0">
                <a:solidFill>
                  <a:srgbClr val="333333"/>
                </a:solidFill>
                <a:latin typeface="Calibri"/>
                <a:cs typeface="Calibri"/>
              </a:rPr>
              <a:t>this</a:t>
            </a:r>
            <a:r>
              <a:rPr sz="1800" spc="365" dirty="0">
                <a:solidFill>
                  <a:srgbClr val="333333"/>
                </a:solidFill>
                <a:latin typeface="Calibri"/>
                <a:cs typeface="Calibri"/>
              </a:rPr>
              <a:t> </a:t>
            </a:r>
            <a:r>
              <a:rPr sz="1800" spc="-10" dirty="0">
                <a:solidFill>
                  <a:srgbClr val="333333"/>
                </a:solidFill>
                <a:latin typeface="Calibri"/>
                <a:cs typeface="Calibri"/>
              </a:rPr>
              <a:t>process</a:t>
            </a:r>
            <a:r>
              <a:rPr sz="1800" spc="370" dirty="0">
                <a:solidFill>
                  <a:srgbClr val="333333"/>
                </a:solidFill>
                <a:latin typeface="Calibri"/>
                <a:cs typeface="Calibri"/>
              </a:rPr>
              <a:t> </a:t>
            </a:r>
            <a:r>
              <a:rPr sz="1800" spc="-5" dirty="0">
                <a:solidFill>
                  <a:srgbClr val="333333"/>
                </a:solidFill>
                <a:latin typeface="Calibri"/>
                <a:cs typeface="Calibri"/>
              </a:rPr>
              <a:t>is</a:t>
            </a:r>
            <a:r>
              <a:rPr sz="1800" spc="360" dirty="0">
                <a:solidFill>
                  <a:srgbClr val="333333"/>
                </a:solidFill>
                <a:latin typeface="Calibri"/>
                <a:cs typeface="Calibri"/>
              </a:rPr>
              <a:t> </a:t>
            </a:r>
            <a:r>
              <a:rPr sz="1800" spc="-5" dirty="0">
                <a:solidFill>
                  <a:srgbClr val="333333"/>
                </a:solidFill>
                <a:latin typeface="Calibri"/>
                <a:cs typeface="Calibri"/>
              </a:rPr>
              <a:t>known</a:t>
            </a:r>
            <a:r>
              <a:rPr sz="1800" spc="370" dirty="0">
                <a:solidFill>
                  <a:srgbClr val="333333"/>
                </a:solidFill>
                <a:latin typeface="Calibri"/>
                <a:cs typeface="Calibri"/>
              </a:rPr>
              <a:t> </a:t>
            </a:r>
            <a:r>
              <a:rPr sz="1800" dirty="0">
                <a:solidFill>
                  <a:srgbClr val="333333"/>
                </a:solidFill>
                <a:latin typeface="Calibri"/>
                <a:cs typeface="Calibri"/>
              </a:rPr>
              <a:t>as</a:t>
            </a:r>
            <a:r>
              <a:rPr sz="1800" spc="360" dirty="0">
                <a:solidFill>
                  <a:srgbClr val="333333"/>
                </a:solidFill>
                <a:latin typeface="Calibri"/>
                <a:cs typeface="Calibri"/>
              </a:rPr>
              <a:t> </a:t>
            </a:r>
            <a:r>
              <a:rPr sz="1800" b="1" dirty="0">
                <a:solidFill>
                  <a:srgbClr val="333333"/>
                </a:solidFill>
                <a:latin typeface="Calibri"/>
                <a:cs typeface="Calibri"/>
              </a:rPr>
              <a:t>Unit </a:t>
            </a:r>
            <a:r>
              <a:rPr sz="1800" b="1" spc="-395" dirty="0">
                <a:solidFill>
                  <a:srgbClr val="333333"/>
                </a:solidFill>
                <a:latin typeface="Calibri"/>
                <a:cs typeface="Calibri"/>
              </a:rPr>
              <a:t> </a:t>
            </a:r>
            <a:r>
              <a:rPr sz="1800" b="1" spc="-10" dirty="0">
                <a:solidFill>
                  <a:srgbClr val="333333"/>
                </a:solidFill>
                <a:latin typeface="Calibri"/>
                <a:cs typeface="Calibri"/>
              </a:rPr>
              <a:t>testing</a:t>
            </a:r>
            <a:r>
              <a:rPr sz="1800" b="1" spc="-25" dirty="0">
                <a:solidFill>
                  <a:srgbClr val="333333"/>
                </a:solidFill>
                <a:latin typeface="Calibri"/>
                <a:cs typeface="Calibri"/>
              </a:rPr>
              <a:t> </a:t>
            </a:r>
            <a:r>
              <a:rPr sz="1800" spc="-5" dirty="0">
                <a:solidFill>
                  <a:srgbClr val="333333"/>
                </a:solidFill>
                <a:latin typeface="Calibri"/>
                <a:cs typeface="Calibri"/>
              </a:rPr>
              <a:t>or</a:t>
            </a:r>
            <a:r>
              <a:rPr sz="1800" spc="5" dirty="0">
                <a:solidFill>
                  <a:srgbClr val="333333"/>
                </a:solidFill>
                <a:latin typeface="Calibri"/>
                <a:cs typeface="Calibri"/>
              </a:rPr>
              <a:t> </a:t>
            </a:r>
            <a:r>
              <a:rPr sz="1800" b="1" spc="-5" dirty="0">
                <a:solidFill>
                  <a:srgbClr val="333333"/>
                </a:solidFill>
                <a:latin typeface="Calibri"/>
                <a:cs typeface="Calibri"/>
              </a:rPr>
              <a:t>components</a:t>
            </a:r>
            <a:r>
              <a:rPr sz="1800" b="1" spc="-15" dirty="0">
                <a:solidFill>
                  <a:srgbClr val="333333"/>
                </a:solidFill>
                <a:latin typeface="Calibri"/>
                <a:cs typeface="Calibri"/>
              </a:rPr>
              <a:t> </a:t>
            </a:r>
            <a:r>
              <a:rPr sz="1800" b="1" spc="-10" dirty="0">
                <a:solidFill>
                  <a:srgbClr val="333333"/>
                </a:solidFill>
                <a:latin typeface="Calibri"/>
                <a:cs typeface="Calibri"/>
              </a:rPr>
              <a:t>testing</a:t>
            </a:r>
            <a:r>
              <a:rPr sz="1800" spc="-10" dirty="0">
                <a:solidFill>
                  <a:srgbClr val="333333"/>
                </a:solidFill>
                <a:latin typeface="Calibri"/>
                <a:cs typeface="Calibri"/>
              </a:rPr>
              <a:t>.</a:t>
            </a:r>
            <a:endParaRPr sz="1800">
              <a:latin typeface="Calibri"/>
              <a:cs typeface="Calibri"/>
            </a:endParaRPr>
          </a:p>
        </p:txBody>
      </p:sp>
    </p:spTree>
    <p:extLst>
      <p:ext uri="{BB962C8B-B14F-4D97-AF65-F5344CB8AC3E}">
        <p14:creationId xmlns:p14="http://schemas.microsoft.com/office/powerpoint/2010/main" val="1643605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85" dirty="0"/>
              <a:t>INTEGR</a:t>
            </a:r>
            <a:r>
              <a:rPr spc="-70" dirty="0"/>
              <a:t>A</a:t>
            </a:r>
            <a:r>
              <a:rPr spc="195" dirty="0"/>
              <a:t>TION</a:t>
            </a:r>
            <a:r>
              <a:rPr spc="-409" dirty="0"/>
              <a:t> </a:t>
            </a:r>
            <a:r>
              <a:rPr spc="-25" dirty="0"/>
              <a:t>T</a:t>
            </a:r>
            <a:r>
              <a:rPr spc="-15" dirty="0"/>
              <a:t>E</a:t>
            </a:r>
            <a:r>
              <a:rPr spc="95" dirty="0"/>
              <a:t>STING</a:t>
            </a:r>
          </a:p>
        </p:txBody>
      </p:sp>
      <p:grpSp>
        <p:nvGrpSpPr>
          <p:cNvPr id="3" name="object 3"/>
          <p:cNvGrpSpPr/>
          <p:nvPr/>
        </p:nvGrpSpPr>
        <p:grpSpPr>
          <a:xfrm>
            <a:off x="428244" y="2162555"/>
            <a:ext cx="5442585" cy="4083050"/>
            <a:chOff x="428244" y="2162555"/>
            <a:chExt cx="5442585" cy="4083050"/>
          </a:xfrm>
        </p:grpSpPr>
        <p:sp>
          <p:nvSpPr>
            <p:cNvPr id="4" name="object 4"/>
            <p:cNvSpPr/>
            <p:nvPr/>
          </p:nvSpPr>
          <p:spPr>
            <a:xfrm>
              <a:off x="447294" y="2181605"/>
              <a:ext cx="5404485" cy="4044950"/>
            </a:xfrm>
            <a:custGeom>
              <a:avLst/>
              <a:gdLst/>
              <a:ahLst/>
              <a:cxnLst/>
              <a:rect l="l" t="t" r="r" b="b"/>
              <a:pathLst>
                <a:path w="5404485" h="4044950">
                  <a:moveTo>
                    <a:pt x="0" y="4044696"/>
                  </a:moveTo>
                  <a:lnTo>
                    <a:pt x="5404104" y="4044696"/>
                  </a:lnTo>
                  <a:lnTo>
                    <a:pt x="5404104" y="0"/>
                  </a:lnTo>
                  <a:lnTo>
                    <a:pt x="0" y="0"/>
                  </a:lnTo>
                  <a:lnTo>
                    <a:pt x="0" y="4044696"/>
                  </a:lnTo>
                  <a:close/>
                </a:path>
              </a:pathLst>
            </a:custGeom>
            <a:ln w="38100">
              <a:solidFill>
                <a:srgbClr val="366657"/>
              </a:solidFill>
            </a:ln>
          </p:spPr>
          <p:txBody>
            <a:bodyPr wrap="square" lIns="0" tIns="0" rIns="0" bIns="0" rtlCol="0"/>
            <a:lstStyle/>
            <a:p>
              <a:endParaRPr/>
            </a:p>
          </p:txBody>
        </p:sp>
        <p:pic>
          <p:nvPicPr>
            <p:cNvPr id="5" name="object 5"/>
            <p:cNvPicPr/>
            <p:nvPr/>
          </p:nvPicPr>
          <p:blipFill>
            <a:blip r:embed="rId2" cstate="print"/>
            <a:stretch>
              <a:fillRect/>
            </a:stretch>
          </p:blipFill>
          <p:spPr>
            <a:xfrm>
              <a:off x="1127760" y="2360675"/>
              <a:ext cx="4021836" cy="3649979"/>
            </a:xfrm>
            <a:prstGeom prst="rect">
              <a:avLst/>
            </a:prstGeom>
          </p:spPr>
        </p:pic>
      </p:grpSp>
      <p:sp>
        <p:nvSpPr>
          <p:cNvPr id="6" name="object 6"/>
          <p:cNvSpPr txBox="1">
            <a:spLocks noGrp="1"/>
          </p:cNvSpPr>
          <p:nvPr>
            <p:ph type="body" idx="1"/>
          </p:nvPr>
        </p:nvSpPr>
        <p:spPr>
          <a:prstGeom prst="rect">
            <a:avLst/>
          </a:prstGeom>
        </p:spPr>
        <p:txBody>
          <a:bodyPr vert="horz" wrap="square" lIns="0" tIns="40005" rIns="0" bIns="0" rtlCol="0">
            <a:spAutoFit/>
          </a:bodyPr>
          <a:lstStyle/>
          <a:p>
            <a:pPr marL="6052820" marR="5080" indent="-306705">
              <a:lnSpc>
                <a:spcPct val="90000"/>
              </a:lnSpc>
              <a:spcBef>
                <a:spcPts val="315"/>
              </a:spcBef>
              <a:buClr>
                <a:srgbClr val="8BB649"/>
              </a:buClr>
              <a:buSzPct val="91666"/>
              <a:buFont typeface="Cambria"/>
              <a:buChar char="◾"/>
              <a:tabLst>
                <a:tab pos="6053455" algn="l"/>
                <a:tab pos="6054090" algn="l"/>
              </a:tabLst>
            </a:pPr>
            <a:r>
              <a:rPr spc="-55" dirty="0"/>
              <a:t>I</a:t>
            </a:r>
            <a:r>
              <a:rPr spc="-95" dirty="0"/>
              <a:t>ntegration</a:t>
            </a:r>
            <a:r>
              <a:rPr spc="-65" dirty="0"/>
              <a:t> </a:t>
            </a:r>
            <a:r>
              <a:rPr spc="-100" dirty="0"/>
              <a:t>test</a:t>
            </a:r>
            <a:r>
              <a:rPr spc="-114" dirty="0"/>
              <a:t>in</a:t>
            </a:r>
            <a:r>
              <a:rPr spc="-130" dirty="0"/>
              <a:t>g</a:t>
            </a:r>
            <a:r>
              <a:rPr spc="-50" dirty="0"/>
              <a:t> </a:t>
            </a:r>
            <a:r>
              <a:rPr spc="-70" dirty="0"/>
              <a:t>i</a:t>
            </a:r>
            <a:r>
              <a:rPr spc="-95" dirty="0"/>
              <a:t>s</a:t>
            </a:r>
            <a:r>
              <a:rPr spc="-45" dirty="0"/>
              <a:t> </a:t>
            </a:r>
            <a:r>
              <a:rPr spc="-110" dirty="0"/>
              <a:t>the</a:t>
            </a:r>
            <a:r>
              <a:rPr spc="-45" dirty="0"/>
              <a:t> </a:t>
            </a:r>
            <a:r>
              <a:rPr spc="-40" dirty="0"/>
              <a:t>s</a:t>
            </a:r>
            <a:r>
              <a:rPr spc="-65" dirty="0"/>
              <a:t>eco</a:t>
            </a:r>
            <a:r>
              <a:rPr spc="-85" dirty="0"/>
              <a:t>nd</a:t>
            </a:r>
            <a:r>
              <a:rPr spc="-80" dirty="0"/>
              <a:t> </a:t>
            </a:r>
            <a:r>
              <a:rPr spc="-95" dirty="0"/>
              <a:t>l</a:t>
            </a:r>
            <a:r>
              <a:rPr spc="-195" dirty="0"/>
              <a:t>e</a:t>
            </a:r>
            <a:r>
              <a:rPr spc="-130" dirty="0"/>
              <a:t>vel</a:t>
            </a:r>
            <a:r>
              <a:rPr spc="-40" dirty="0"/>
              <a:t> </a:t>
            </a:r>
            <a:r>
              <a:rPr spc="-95" dirty="0"/>
              <a:t>of</a:t>
            </a:r>
            <a:r>
              <a:rPr spc="-55" dirty="0"/>
              <a:t> </a:t>
            </a:r>
            <a:r>
              <a:rPr spc="-90" dirty="0"/>
              <a:t>the  software</a:t>
            </a:r>
            <a:r>
              <a:rPr spc="-65" dirty="0"/>
              <a:t> </a:t>
            </a:r>
            <a:r>
              <a:rPr spc="-105" dirty="0"/>
              <a:t>testing</a:t>
            </a:r>
            <a:r>
              <a:rPr spc="-50" dirty="0"/>
              <a:t> </a:t>
            </a:r>
            <a:r>
              <a:rPr spc="-60" dirty="0"/>
              <a:t>process</a:t>
            </a:r>
            <a:r>
              <a:rPr spc="-70" dirty="0"/>
              <a:t> comes</a:t>
            </a:r>
            <a:r>
              <a:rPr spc="-55" dirty="0"/>
              <a:t> </a:t>
            </a:r>
            <a:r>
              <a:rPr spc="-125" dirty="0"/>
              <a:t>after</a:t>
            </a:r>
            <a:r>
              <a:rPr spc="-55" dirty="0"/>
              <a:t> </a:t>
            </a:r>
            <a:r>
              <a:rPr spc="-100" dirty="0"/>
              <a:t>unit</a:t>
            </a:r>
            <a:r>
              <a:rPr spc="-40" dirty="0"/>
              <a:t> </a:t>
            </a:r>
            <a:r>
              <a:rPr spc="-125" dirty="0"/>
              <a:t>testing.</a:t>
            </a:r>
            <a:r>
              <a:rPr spc="-225" dirty="0"/>
              <a:t> </a:t>
            </a:r>
            <a:r>
              <a:rPr spc="-70" dirty="0"/>
              <a:t>In </a:t>
            </a:r>
            <a:r>
              <a:rPr spc="-530" dirty="0"/>
              <a:t> </a:t>
            </a:r>
            <a:r>
              <a:rPr spc="-90" dirty="0"/>
              <a:t>this</a:t>
            </a:r>
            <a:r>
              <a:rPr spc="-50" dirty="0"/>
              <a:t> </a:t>
            </a:r>
            <a:r>
              <a:rPr spc="-100" dirty="0"/>
              <a:t>test</a:t>
            </a:r>
            <a:r>
              <a:rPr spc="-165" dirty="0"/>
              <a:t>ing</a:t>
            </a:r>
            <a:r>
              <a:rPr spc="-135" dirty="0"/>
              <a:t>,</a:t>
            </a:r>
            <a:r>
              <a:rPr spc="-229" dirty="0"/>
              <a:t> </a:t>
            </a:r>
            <a:r>
              <a:rPr spc="-90" dirty="0"/>
              <a:t>units</a:t>
            </a:r>
            <a:r>
              <a:rPr spc="-40" dirty="0"/>
              <a:t> </a:t>
            </a:r>
            <a:r>
              <a:rPr spc="25" dirty="0"/>
              <a:t>o</a:t>
            </a:r>
            <a:r>
              <a:rPr spc="10" dirty="0"/>
              <a:t>r</a:t>
            </a:r>
            <a:r>
              <a:rPr spc="-55" dirty="0"/>
              <a:t> </a:t>
            </a:r>
            <a:r>
              <a:rPr spc="-120" dirty="0"/>
              <a:t>individua</a:t>
            </a:r>
            <a:r>
              <a:rPr spc="-75" dirty="0"/>
              <a:t>l</a:t>
            </a:r>
            <a:r>
              <a:rPr spc="-45" dirty="0"/>
              <a:t> </a:t>
            </a:r>
            <a:r>
              <a:rPr spc="-105" dirty="0"/>
              <a:t>c</a:t>
            </a:r>
            <a:r>
              <a:rPr spc="-35" dirty="0"/>
              <a:t>o</a:t>
            </a:r>
            <a:r>
              <a:rPr spc="-45" dirty="0"/>
              <a:t>m</a:t>
            </a:r>
            <a:r>
              <a:rPr spc="-75" dirty="0"/>
              <a:t>ponents</a:t>
            </a:r>
            <a:r>
              <a:rPr spc="-70" dirty="0"/>
              <a:t> </a:t>
            </a:r>
            <a:r>
              <a:rPr spc="-95" dirty="0"/>
              <a:t>of</a:t>
            </a:r>
            <a:r>
              <a:rPr spc="-55" dirty="0"/>
              <a:t> </a:t>
            </a:r>
            <a:r>
              <a:rPr spc="-90" dirty="0"/>
              <a:t>the  </a:t>
            </a:r>
            <a:r>
              <a:rPr spc="-5" dirty="0"/>
              <a:t>so</a:t>
            </a:r>
            <a:r>
              <a:rPr spc="-220" dirty="0"/>
              <a:t>f</a:t>
            </a:r>
            <a:r>
              <a:rPr spc="-90" dirty="0"/>
              <a:t>twa</a:t>
            </a:r>
            <a:r>
              <a:rPr spc="-105" dirty="0"/>
              <a:t>r</a:t>
            </a:r>
            <a:r>
              <a:rPr spc="-120" dirty="0"/>
              <a:t>e</a:t>
            </a:r>
            <a:r>
              <a:rPr spc="-60" dirty="0"/>
              <a:t> </a:t>
            </a:r>
            <a:r>
              <a:rPr spc="-95" dirty="0"/>
              <a:t>a</a:t>
            </a:r>
            <a:r>
              <a:rPr spc="-114" dirty="0"/>
              <a:t>r</a:t>
            </a:r>
            <a:r>
              <a:rPr spc="-120" dirty="0"/>
              <a:t>e</a:t>
            </a:r>
            <a:r>
              <a:rPr spc="-50" dirty="0"/>
              <a:t> </a:t>
            </a:r>
            <a:r>
              <a:rPr spc="-100" dirty="0"/>
              <a:t>test</a:t>
            </a:r>
            <a:r>
              <a:rPr spc="-105" dirty="0"/>
              <a:t>ed</a:t>
            </a:r>
            <a:r>
              <a:rPr spc="-55" dirty="0"/>
              <a:t> </a:t>
            </a:r>
            <a:r>
              <a:rPr spc="-75" dirty="0"/>
              <a:t>i</a:t>
            </a:r>
            <a:r>
              <a:rPr spc="-135" dirty="0"/>
              <a:t>n</a:t>
            </a:r>
            <a:r>
              <a:rPr spc="-40" dirty="0"/>
              <a:t> </a:t>
            </a:r>
            <a:r>
              <a:rPr spc="-180" dirty="0"/>
              <a:t>a</a:t>
            </a:r>
            <a:r>
              <a:rPr spc="-50" dirty="0"/>
              <a:t> </a:t>
            </a:r>
            <a:r>
              <a:rPr spc="-70" dirty="0"/>
              <a:t>g</a:t>
            </a:r>
            <a:r>
              <a:rPr spc="-110" dirty="0"/>
              <a:t>r</a:t>
            </a:r>
            <a:r>
              <a:rPr spc="-55" dirty="0"/>
              <a:t>ou</a:t>
            </a:r>
            <a:r>
              <a:rPr spc="-100" dirty="0"/>
              <a:t>p</a:t>
            </a:r>
            <a:r>
              <a:rPr spc="-175" dirty="0"/>
              <a:t>.</a:t>
            </a:r>
            <a:r>
              <a:rPr spc="-55" dirty="0"/>
              <a:t>The</a:t>
            </a:r>
            <a:r>
              <a:rPr spc="-50" dirty="0"/>
              <a:t> </a:t>
            </a:r>
            <a:r>
              <a:rPr spc="-229" dirty="0"/>
              <a:t>f</a:t>
            </a:r>
            <a:r>
              <a:rPr spc="-40" dirty="0"/>
              <a:t>oc</a:t>
            </a:r>
            <a:r>
              <a:rPr spc="-60" dirty="0"/>
              <a:t>us</a:t>
            </a:r>
            <a:r>
              <a:rPr spc="-75" dirty="0"/>
              <a:t> </a:t>
            </a:r>
            <a:r>
              <a:rPr spc="-95" dirty="0"/>
              <a:t>of</a:t>
            </a:r>
            <a:r>
              <a:rPr spc="-55" dirty="0"/>
              <a:t> </a:t>
            </a:r>
            <a:r>
              <a:rPr spc="-90" dirty="0"/>
              <a:t>the  </a:t>
            </a:r>
            <a:r>
              <a:rPr spc="-100" dirty="0"/>
              <a:t>integratio</a:t>
            </a:r>
            <a:r>
              <a:rPr spc="-114" dirty="0"/>
              <a:t>n</a:t>
            </a:r>
            <a:r>
              <a:rPr spc="-45" dirty="0"/>
              <a:t> </a:t>
            </a:r>
            <a:r>
              <a:rPr spc="-105" dirty="0"/>
              <a:t>testing</a:t>
            </a:r>
            <a:r>
              <a:rPr spc="-50" dirty="0"/>
              <a:t> </a:t>
            </a:r>
            <a:r>
              <a:rPr spc="-95" dirty="0"/>
              <a:t>l</a:t>
            </a:r>
            <a:r>
              <a:rPr spc="-195" dirty="0"/>
              <a:t>e</a:t>
            </a:r>
            <a:r>
              <a:rPr spc="-130" dirty="0"/>
              <a:t>vel</a:t>
            </a:r>
            <a:r>
              <a:rPr spc="-45" dirty="0"/>
              <a:t> </a:t>
            </a:r>
            <a:r>
              <a:rPr spc="-70" dirty="0"/>
              <a:t>i</a:t>
            </a:r>
            <a:r>
              <a:rPr spc="-95" dirty="0"/>
              <a:t>s</a:t>
            </a:r>
            <a:r>
              <a:rPr spc="-55" dirty="0"/>
              <a:t> </a:t>
            </a:r>
            <a:r>
              <a:rPr spc="-45" dirty="0"/>
              <a:t>to</a:t>
            </a:r>
            <a:r>
              <a:rPr spc="-50" dirty="0"/>
              <a:t> expo</a:t>
            </a:r>
            <a:r>
              <a:rPr spc="-35" dirty="0"/>
              <a:t>s</a:t>
            </a:r>
            <a:r>
              <a:rPr spc="-120" dirty="0"/>
              <a:t>e</a:t>
            </a:r>
            <a:r>
              <a:rPr spc="-60" dirty="0"/>
              <a:t> </a:t>
            </a:r>
            <a:r>
              <a:rPr spc="-95" dirty="0"/>
              <a:t>d</a:t>
            </a:r>
            <a:r>
              <a:rPr spc="-120" dirty="0"/>
              <a:t>efects</a:t>
            </a:r>
            <a:r>
              <a:rPr spc="-60" dirty="0"/>
              <a:t> </a:t>
            </a:r>
            <a:r>
              <a:rPr spc="-150" dirty="0"/>
              <a:t>at</a:t>
            </a:r>
            <a:r>
              <a:rPr spc="-50" dirty="0"/>
              <a:t> </a:t>
            </a:r>
            <a:r>
              <a:rPr spc="-90" dirty="0"/>
              <a:t>the  </a:t>
            </a:r>
            <a:r>
              <a:rPr spc="-80" dirty="0"/>
              <a:t>ti</a:t>
            </a:r>
            <a:r>
              <a:rPr spc="-185" dirty="0"/>
              <a:t>m</a:t>
            </a:r>
            <a:r>
              <a:rPr spc="-120" dirty="0"/>
              <a:t>e</a:t>
            </a:r>
            <a:r>
              <a:rPr spc="-50" dirty="0"/>
              <a:t> </a:t>
            </a:r>
            <a:r>
              <a:rPr spc="-95" dirty="0"/>
              <a:t>of</a:t>
            </a:r>
            <a:r>
              <a:rPr spc="-45" dirty="0"/>
              <a:t> </a:t>
            </a:r>
            <a:r>
              <a:rPr spc="-95" dirty="0"/>
              <a:t>interacti</a:t>
            </a:r>
            <a:r>
              <a:rPr spc="-110" dirty="0"/>
              <a:t>o</a:t>
            </a:r>
            <a:r>
              <a:rPr spc="-85" dirty="0"/>
              <a:t>n</a:t>
            </a:r>
            <a:r>
              <a:rPr spc="-55" dirty="0"/>
              <a:t> </a:t>
            </a:r>
            <a:r>
              <a:rPr spc="-85" dirty="0"/>
              <a:t>bet</a:t>
            </a:r>
            <a:r>
              <a:rPr spc="-165" dirty="0"/>
              <a:t>w</a:t>
            </a:r>
            <a:r>
              <a:rPr spc="-110" dirty="0"/>
              <a:t>een</a:t>
            </a:r>
            <a:r>
              <a:rPr spc="-40" dirty="0"/>
              <a:t> </a:t>
            </a:r>
            <a:r>
              <a:rPr spc="-105" dirty="0"/>
              <a:t>integrated  </a:t>
            </a:r>
            <a:r>
              <a:rPr spc="-40" dirty="0"/>
              <a:t>co</a:t>
            </a:r>
            <a:r>
              <a:rPr spc="-70" dirty="0"/>
              <a:t>mp</a:t>
            </a:r>
            <a:r>
              <a:rPr spc="-50" dirty="0"/>
              <a:t>o</a:t>
            </a:r>
            <a:r>
              <a:rPr spc="-90" dirty="0"/>
              <a:t>nents</a:t>
            </a:r>
            <a:r>
              <a:rPr spc="-75" dirty="0"/>
              <a:t> </a:t>
            </a:r>
            <a:r>
              <a:rPr spc="20" dirty="0"/>
              <a:t>or</a:t>
            </a:r>
            <a:r>
              <a:rPr spc="-55" dirty="0"/>
              <a:t> </a:t>
            </a:r>
            <a:r>
              <a:rPr spc="-90" dirty="0"/>
              <a:t>units</a:t>
            </a:r>
            <a:r>
              <a:rPr spc="-270" dirty="0"/>
              <a:t>.</a:t>
            </a:r>
          </a:p>
          <a:p>
            <a:pPr marL="6052820" marR="109855" indent="-306705">
              <a:lnSpc>
                <a:spcPct val="90000"/>
              </a:lnSpc>
              <a:spcBef>
                <a:spcPts val="1035"/>
              </a:spcBef>
              <a:buClr>
                <a:srgbClr val="8BB649"/>
              </a:buClr>
              <a:buSzPct val="91666"/>
              <a:buFont typeface="Cambria"/>
              <a:buChar char="◾"/>
              <a:tabLst>
                <a:tab pos="6053455" algn="l"/>
                <a:tab pos="6054090" algn="l"/>
              </a:tabLst>
            </a:pPr>
            <a:r>
              <a:rPr spc="-55" dirty="0"/>
              <a:t>Unit</a:t>
            </a:r>
            <a:r>
              <a:rPr spc="-45" dirty="0"/>
              <a:t> </a:t>
            </a:r>
            <a:r>
              <a:rPr spc="-120" dirty="0"/>
              <a:t>te</a:t>
            </a:r>
            <a:r>
              <a:rPr spc="-90" dirty="0"/>
              <a:t>sti</a:t>
            </a:r>
            <a:r>
              <a:rPr spc="-110" dirty="0"/>
              <a:t>ng</a:t>
            </a:r>
            <a:r>
              <a:rPr spc="-55" dirty="0"/>
              <a:t> </a:t>
            </a:r>
            <a:r>
              <a:rPr spc="-70" dirty="0"/>
              <a:t>uses</a:t>
            </a:r>
            <a:r>
              <a:rPr spc="-60" dirty="0"/>
              <a:t> </a:t>
            </a:r>
            <a:r>
              <a:rPr spc="-50" dirty="0"/>
              <a:t>m</a:t>
            </a:r>
            <a:r>
              <a:rPr spc="-30" dirty="0"/>
              <a:t>o</a:t>
            </a:r>
            <a:r>
              <a:rPr spc="-95" dirty="0"/>
              <a:t>dules</a:t>
            </a:r>
            <a:r>
              <a:rPr spc="-60" dirty="0"/>
              <a:t> </a:t>
            </a:r>
            <a:r>
              <a:rPr spc="-229" dirty="0"/>
              <a:t>f</a:t>
            </a:r>
            <a:r>
              <a:rPr spc="20" dirty="0"/>
              <a:t>or</a:t>
            </a:r>
            <a:r>
              <a:rPr spc="-55" dirty="0"/>
              <a:t> </a:t>
            </a:r>
            <a:r>
              <a:rPr spc="-100" dirty="0"/>
              <a:t>test</a:t>
            </a:r>
            <a:r>
              <a:rPr spc="-114" dirty="0"/>
              <a:t>in</a:t>
            </a:r>
            <a:r>
              <a:rPr spc="-130" dirty="0"/>
              <a:t>g</a:t>
            </a:r>
            <a:r>
              <a:rPr spc="-65" dirty="0"/>
              <a:t> </a:t>
            </a:r>
            <a:r>
              <a:rPr spc="-60" dirty="0"/>
              <a:t>purpos</a:t>
            </a:r>
            <a:r>
              <a:rPr spc="-30" dirty="0"/>
              <a:t>e</a:t>
            </a:r>
            <a:r>
              <a:rPr spc="-270" dirty="0"/>
              <a:t>,</a:t>
            </a:r>
            <a:r>
              <a:rPr spc="-229" dirty="0"/>
              <a:t> </a:t>
            </a:r>
            <a:r>
              <a:rPr spc="-95" dirty="0"/>
              <a:t>and  these</a:t>
            </a:r>
            <a:r>
              <a:rPr spc="-50" dirty="0"/>
              <a:t> m</a:t>
            </a:r>
            <a:r>
              <a:rPr spc="-30" dirty="0"/>
              <a:t>o</a:t>
            </a:r>
            <a:r>
              <a:rPr spc="-95" dirty="0"/>
              <a:t>dules</a:t>
            </a:r>
            <a:r>
              <a:rPr spc="-60" dirty="0"/>
              <a:t> </a:t>
            </a:r>
            <a:r>
              <a:rPr spc="-95" dirty="0"/>
              <a:t>a</a:t>
            </a:r>
            <a:r>
              <a:rPr spc="-114" dirty="0"/>
              <a:t>r</a:t>
            </a:r>
            <a:r>
              <a:rPr spc="-120" dirty="0"/>
              <a:t>e</a:t>
            </a:r>
            <a:r>
              <a:rPr spc="-50" dirty="0"/>
              <a:t> </a:t>
            </a:r>
            <a:r>
              <a:rPr spc="-40" dirty="0"/>
              <a:t>co</a:t>
            </a:r>
            <a:r>
              <a:rPr spc="-110" dirty="0"/>
              <a:t>mbi</a:t>
            </a:r>
            <a:r>
              <a:rPr spc="-100" dirty="0"/>
              <a:t>ned</a:t>
            </a:r>
            <a:r>
              <a:rPr spc="-55" dirty="0"/>
              <a:t> </a:t>
            </a:r>
            <a:r>
              <a:rPr spc="-120" dirty="0"/>
              <a:t>and</a:t>
            </a:r>
            <a:r>
              <a:rPr spc="-60" dirty="0"/>
              <a:t> </a:t>
            </a:r>
            <a:r>
              <a:rPr spc="-100" dirty="0"/>
              <a:t>test</a:t>
            </a:r>
            <a:r>
              <a:rPr spc="-105" dirty="0"/>
              <a:t>ed</a:t>
            </a:r>
            <a:r>
              <a:rPr spc="-55" dirty="0"/>
              <a:t> </a:t>
            </a:r>
            <a:r>
              <a:rPr spc="-95" dirty="0"/>
              <a:t>in  </a:t>
            </a:r>
            <a:r>
              <a:rPr spc="-100" dirty="0"/>
              <a:t>integration</a:t>
            </a:r>
            <a:r>
              <a:rPr spc="-40" dirty="0"/>
              <a:t> </a:t>
            </a:r>
            <a:r>
              <a:rPr spc="-100" dirty="0"/>
              <a:t>testing.The</a:t>
            </a:r>
            <a:r>
              <a:rPr spc="-45" dirty="0"/>
              <a:t> </a:t>
            </a:r>
            <a:r>
              <a:rPr spc="-90" dirty="0"/>
              <a:t>Software</a:t>
            </a:r>
            <a:r>
              <a:rPr spc="-45" dirty="0"/>
              <a:t> </a:t>
            </a:r>
            <a:r>
              <a:rPr spc="-80" dirty="0"/>
              <a:t>is</a:t>
            </a:r>
            <a:r>
              <a:rPr spc="-40" dirty="0"/>
              <a:t> </a:t>
            </a:r>
            <a:r>
              <a:rPr spc="-105" dirty="0"/>
              <a:t>developed</a:t>
            </a:r>
            <a:r>
              <a:rPr spc="-65" dirty="0"/>
              <a:t> </a:t>
            </a:r>
            <a:r>
              <a:rPr spc="-100" dirty="0"/>
              <a:t>with </a:t>
            </a:r>
            <a:r>
              <a:rPr spc="-525" dirty="0"/>
              <a:t> </a:t>
            </a:r>
            <a:r>
              <a:rPr spc="-180" dirty="0"/>
              <a:t>a</a:t>
            </a:r>
            <a:r>
              <a:rPr spc="-50" dirty="0"/>
              <a:t> </a:t>
            </a:r>
            <a:r>
              <a:rPr spc="-100" dirty="0"/>
              <a:t>n</a:t>
            </a:r>
            <a:r>
              <a:rPr spc="-105" dirty="0"/>
              <a:t>umbe</a:t>
            </a:r>
            <a:r>
              <a:rPr spc="10" dirty="0"/>
              <a:t>r</a:t>
            </a:r>
            <a:r>
              <a:rPr spc="-55" dirty="0"/>
              <a:t> </a:t>
            </a:r>
            <a:r>
              <a:rPr spc="-95" dirty="0"/>
              <a:t>of</a:t>
            </a:r>
            <a:r>
              <a:rPr spc="-40" dirty="0"/>
              <a:t> </a:t>
            </a:r>
            <a:r>
              <a:rPr spc="-5" dirty="0"/>
              <a:t>so</a:t>
            </a:r>
            <a:r>
              <a:rPr spc="-220" dirty="0"/>
              <a:t>f</a:t>
            </a:r>
            <a:r>
              <a:rPr spc="-90" dirty="0"/>
              <a:t>twa</a:t>
            </a:r>
            <a:r>
              <a:rPr spc="-105" dirty="0"/>
              <a:t>r</a:t>
            </a:r>
            <a:r>
              <a:rPr spc="-120" dirty="0"/>
              <a:t>e</a:t>
            </a:r>
            <a:r>
              <a:rPr spc="-60" dirty="0"/>
              <a:t> </a:t>
            </a:r>
            <a:r>
              <a:rPr spc="-50" dirty="0"/>
              <a:t>m</a:t>
            </a:r>
            <a:r>
              <a:rPr spc="-30" dirty="0"/>
              <a:t>o</a:t>
            </a:r>
            <a:r>
              <a:rPr spc="-95" dirty="0"/>
              <a:t>dules</a:t>
            </a:r>
            <a:r>
              <a:rPr spc="-60" dirty="0"/>
              <a:t> </a:t>
            </a:r>
            <a:r>
              <a:rPr spc="-125" dirty="0"/>
              <a:t>that</a:t>
            </a:r>
            <a:r>
              <a:rPr spc="-50" dirty="0"/>
              <a:t> </a:t>
            </a:r>
            <a:r>
              <a:rPr spc="-95" dirty="0"/>
              <a:t>a</a:t>
            </a:r>
            <a:r>
              <a:rPr spc="-114" dirty="0"/>
              <a:t>r</a:t>
            </a:r>
            <a:r>
              <a:rPr spc="-120" dirty="0"/>
              <a:t>e</a:t>
            </a:r>
            <a:r>
              <a:rPr spc="-50" dirty="0"/>
              <a:t> </a:t>
            </a:r>
            <a:r>
              <a:rPr spc="-40" dirty="0"/>
              <a:t>co</a:t>
            </a:r>
            <a:r>
              <a:rPr spc="-95" dirty="0"/>
              <a:t>d</a:t>
            </a:r>
            <a:r>
              <a:rPr spc="-105" dirty="0"/>
              <a:t>ed</a:t>
            </a:r>
            <a:r>
              <a:rPr spc="-55" dirty="0"/>
              <a:t> </a:t>
            </a:r>
            <a:r>
              <a:rPr spc="-120" dirty="0"/>
              <a:t>b</a:t>
            </a:r>
            <a:r>
              <a:rPr spc="-75" dirty="0"/>
              <a:t>y  </a:t>
            </a:r>
            <a:r>
              <a:rPr spc="-95" dirty="0"/>
              <a:t>d</a:t>
            </a:r>
            <a:r>
              <a:rPr spc="-155" dirty="0"/>
              <a:t>i</a:t>
            </a:r>
            <a:r>
              <a:rPr spc="-185" dirty="0"/>
              <a:t>f</a:t>
            </a:r>
            <a:r>
              <a:rPr spc="-229" dirty="0"/>
              <a:t>f</a:t>
            </a:r>
            <a:r>
              <a:rPr spc="-65" dirty="0"/>
              <a:t>e</a:t>
            </a:r>
            <a:r>
              <a:rPr spc="-85" dirty="0"/>
              <a:t>r</a:t>
            </a:r>
            <a:r>
              <a:rPr spc="-110" dirty="0"/>
              <a:t>ent</a:t>
            </a:r>
            <a:r>
              <a:rPr spc="-50" dirty="0"/>
              <a:t> </a:t>
            </a:r>
            <a:r>
              <a:rPr spc="-40" dirty="0"/>
              <a:t>co</a:t>
            </a:r>
            <a:r>
              <a:rPr spc="-95" dirty="0"/>
              <a:t>d</a:t>
            </a:r>
            <a:r>
              <a:rPr spc="-50" dirty="0"/>
              <a:t>ers</a:t>
            </a:r>
            <a:r>
              <a:rPr spc="-65" dirty="0"/>
              <a:t> </a:t>
            </a:r>
            <a:r>
              <a:rPr spc="20" dirty="0"/>
              <a:t>or</a:t>
            </a:r>
            <a:r>
              <a:rPr spc="-55" dirty="0"/>
              <a:t> p</a:t>
            </a:r>
            <a:r>
              <a:rPr spc="-95" dirty="0"/>
              <a:t>r</a:t>
            </a:r>
            <a:r>
              <a:rPr spc="-90" dirty="0"/>
              <a:t>ogramm</a:t>
            </a:r>
            <a:r>
              <a:rPr spc="-75" dirty="0"/>
              <a:t>e</a:t>
            </a:r>
            <a:r>
              <a:rPr spc="-100" dirty="0"/>
              <a:t>rs</a:t>
            </a:r>
            <a:r>
              <a:rPr spc="-15" dirty="0"/>
              <a:t>.</a:t>
            </a:r>
            <a:r>
              <a:rPr spc="-55" dirty="0"/>
              <a:t>The</a:t>
            </a:r>
            <a:r>
              <a:rPr spc="-50" dirty="0"/>
              <a:t> </a:t>
            </a:r>
            <a:r>
              <a:rPr spc="-155" dirty="0"/>
              <a:t>g</a:t>
            </a:r>
            <a:r>
              <a:rPr spc="-100" dirty="0"/>
              <a:t>oal</a:t>
            </a:r>
            <a:r>
              <a:rPr spc="-60" dirty="0"/>
              <a:t> </a:t>
            </a:r>
            <a:r>
              <a:rPr spc="-80" dirty="0"/>
              <a:t>of  </a:t>
            </a:r>
            <a:r>
              <a:rPr spc="-100" dirty="0"/>
              <a:t>integration</a:t>
            </a:r>
            <a:r>
              <a:rPr spc="-45" dirty="0"/>
              <a:t> </a:t>
            </a:r>
            <a:r>
              <a:rPr spc="-105" dirty="0"/>
              <a:t>testing</a:t>
            </a:r>
            <a:r>
              <a:rPr spc="-50" dirty="0"/>
              <a:t> </a:t>
            </a:r>
            <a:r>
              <a:rPr spc="-80" dirty="0"/>
              <a:t>is</a:t>
            </a:r>
            <a:r>
              <a:rPr spc="-40" dirty="0"/>
              <a:t> </a:t>
            </a:r>
            <a:r>
              <a:rPr spc="-45" dirty="0"/>
              <a:t>to</a:t>
            </a:r>
            <a:r>
              <a:rPr spc="-55" dirty="0"/>
              <a:t> </a:t>
            </a:r>
            <a:r>
              <a:rPr spc="-95" dirty="0"/>
              <a:t>check</a:t>
            </a:r>
            <a:r>
              <a:rPr spc="-40" dirty="0"/>
              <a:t> </a:t>
            </a:r>
            <a:r>
              <a:rPr spc="-110" dirty="0"/>
              <a:t>the</a:t>
            </a:r>
            <a:r>
              <a:rPr spc="-55" dirty="0"/>
              <a:t> </a:t>
            </a:r>
            <a:r>
              <a:rPr spc="-70" dirty="0"/>
              <a:t>correctness</a:t>
            </a:r>
            <a:r>
              <a:rPr spc="-65" dirty="0"/>
              <a:t> </a:t>
            </a:r>
            <a:r>
              <a:rPr spc="-95" dirty="0"/>
              <a:t>of </a:t>
            </a:r>
            <a:r>
              <a:rPr spc="-90" dirty="0"/>
              <a:t> communication </a:t>
            </a:r>
            <a:r>
              <a:rPr spc="-100" dirty="0"/>
              <a:t>among</a:t>
            </a:r>
            <a:r>
              <a:rPr spc="-65" dirty="0"/>
              <a:t> </a:t>
            </a:r>
            <a:r>
              <a:rPr spc="-150" dirty="0"/>
              <a:t>all</a:t>
            </a:r>
            <a:r>
              <a:rPr spc="-40" dirty="0"/>
              <a:t> </a:t>
            </a:r>
            <a:r>
              <a:rPr spc="-110" dirty="0"/>
              <a:t>the</a:t>
            </a:r>
            <a:r>
              <a:rPr spc="-40" dirty="0"/>
              <a:t> </a:t>
            </a:r>
            <a:r>
              <a:rPr spc="-105" dirty="0"/>
              <a:t>modules.</a:t>
            </a:r>
          </a:p>
        </p:txBody>
      </p:sp>
    </p:spTree>
    <p:extLst>
      <p:ext uri="{BB962C8B-B14F-4D97-AF65-F5344CB8AC3E}">
        <p14:creationId xmlns:p14="http://schemas.microsoft.com/office/powerpoint/2010/main" val="341518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10" dirty="0"/>
              <a:t>S</a:t>
            </a:r>
            <a:r>
              <a:rPr spc="-45" dirty="0"/>
              <a:t>Y</a:t>
            </a:r>
            <a:r>
              <a:rPr spc="-35" dirty="0"/>
              <a:t>ST</a:t>
            </a:r>
            <a:r>
              <a:rPr spc="-30" dirty="0"/>
              <a:t>E</a:t>
            </a:r>
            <a:r>
              <a:rPr spc="195" dirty="0"/>
              <a:t>M</a:t>
            </a:r>
            <a:r>
              <a:rPr spc="-409" dirty="0"/>
              <a:t> </a:t>
            </a:r>
            <a:r>
              <a:rPr spc="-25" dirty="0"/>
              <a:t>T</a:t>
            </a:r>
            <a:r>
              <a:rPr spc="-15" dirty="0"/>
              <a:t>E</a:t>
            </a:r>
            <a:r>
              <a:rPr spc="95" dirty="0"/>
              <a:t>STING</a:t>
            </a:r>
          </a:p>
        </p:txBody>
      </p:sp>
      <p:sp>
        <p:nvSpPr>
          <p:cNvPr id="3" name="object 3"/>
          <p:cNvSpPr txBox="1"/>
          <p:nvPr/>
        </p:nvSpPr>
        <p:spPr>
          <a:xfrm>
            <a:off x="659993" y="3113023"/>
            <a:ext cx="10647045" cy="1799589"/>
          </a:xfrm>
          <a:prstGeom prst="rect">
            <a:avLst/>
          </a:prstGeom>
        </p:spPr>
        <p:txBody>
          <a:bodyPr vert="horz" wrap="square" lIns="0" tIns="12700" rIns="0" bIns="0" rtlCol="0">
            <a:spAutoFit/>
          </a:bodyPr>
          <a:lstStyle/>
          <a:p>
            <a:pPr marL="318770" marR="515620" indent="-306705">
              <a:lnSpc>
                <a:spcPct val="100000"/>
              </a:lnSpc>
              <a:spcBef>
                <a:spcPts val="100"/>
              </a:spcBef>
              <a:buClr>
                <a:srgbClr val="8BB649"/>
              </a:buClr>
              <a:buSzPct val="91666"/>
              <a:buFont typeface="Cambria"/>
              <a:buChar char="◾"/>
              <a:tabLst>
                <a:tab pos="318770" algn="l"/>
                <a:tab pos="319405" algn="l"/>
              </a:tabLst>
            </a:pPr>
            <a:r>
              <a:rPr sz="1800" spc="-5" dirty="0">
                <a:solidFill>
                  <a:srgbClr val="4D5155"/>
                </a:solidFill>
                <a:latin typeface="Arial MT"/>
                <a:cs typeface="Arial MT"/>
              </a:rPr>
              <a:t>System</a:t>
            </a:r>
            <a:r>
              <a:rPr sz="1800" spc="25" dirty="0">
                <a:solidFill>
                  <a:srgbClr val="4D5155"/>
                </a:solidFill>
                <a:latin typeface="Arial MT"/>
                <a:cs typeface="Arial MT"/>
              </a:rPr>
              <a:t> </a:t>
            </a:r>
            <a:r>
              <a:rPr sz="1800" spc="-5" dirty="0">
                <a:solidFill>
                  <a:srgbClr val="4D5155"/>
                </a:solidFill>
                <a:latin typeface="Arial MT"/>
                <a:cs typeface="Arial MT"/>
              </a:rPr>
              <a:t>testing</a:t>
            </a:r>
            <a:r>
              <a:rPr sz="1800" spc="5" dirty="0">
                <a:solidFill>
                  <a:srgbClr val="4D5155"/>
                </a:solidFill>
                <a:latin typeface="Arial MT"/>
                <a:cs typeface="Arial MT"/>
              </a:rPr>
              <a:t> </a:t>
            </a:r>
            <a:r>
              <a:rPr sz="1800" spc="-5" dirty="0">
                <a:solidFill>
                  <a:srgbClr val="4D5155"/>
                </a:solidFill>
                <a:latin typeface="Arial MT"/>
                <a:cs typeface="Arial MT"/>
              </a:rPr>
              <a:t>is</a:t>
            </a:r>
            <a:r>
              <a:rPr sz="1800" spc="5" dirty="0">
                <a:solidFill>
                  <a:srgbClr val="4D5155"/>
                </a:solidFill>
                <a:latin typeface="Arial MT"/>
                <a:cs typeface="Arial MT"/>
              </a:rPr>
              <a:t> </a:t>
            </a:r>
            <a:r>
              <a:rPr sz="1800" spc="-5" dirty="0">
                <a:solidFill>
                  <a:srgbClr val="4D5155"/>
                </a:solidFill>
                <a:latin typeface="Arial MT"/>
                <a:cs typeface="Arial MT"/>
              </a:rPr>
              <a:t>testing</a:t>
            </a:r>
            <a:r>
              <a:rPr sz="1800" dirty="0">
                <a:solidFill>
                  <a:srgbClr val="4D5155"/>
                </a:solidFill>
                <a:latin typeface="Arial MT"/>
                <a:cs typeface="Arial MT"/>
              </a:rPr>
              <a:t> </a:t>
            </a:r>
            <a:r>
              <a:rPr sz="1800" spc="-5" dirty="0">
                <a:solidFill>
                  <a:srgbClr val="4D5155"/>
                </a:solidFill>
                <a:latin typeface="Arial MT"/>
                <a:cs typeface="Arial MT"/>
              </a:rPr>
              <a:t>conducted</a:t>
            </a:r>
            <a:r>
              <a:rPr sz="1800" spc="25" dirty="0">
                <a:solidFill>
                  <a:srgbClr val="4D5155"/>
                </a:solidFill>
                <a:latin typeface="Arial MT"/>
                <a:cs typeface="Arial MT"/>
              </a:rPr>
              <a:t> </a:t>
            </a:r>
            <a:r>
              <a:rPr sz="1800" spc="-5" dirty="0">
                <a:solidFill>
                  <a:srgbClr val="4D5155"/>
                </a:solidFill>
                <a:latin typeface="Arial MT"/>
                <a:cs typeface="Arial MT"/>
              </a:rPr>
              <a:t>on a</a:t>
            </a:r>
            <a:r>
              <a:rPr sz="1800" spc="5" dirty="0">
                <a:solidFill>
                  <a:srgbClr val="4D5155"/>
                </a:solidFill>
                <a:latin typeface="Arial MT"/>
                <a:cs typeface="Arial MT"/>
              </a:rPr>
              <a:t> </a:t>
            </a:r>
            <a:r>
              <a:rPr sz="1800" spc="-5" dirty="0">
                <a:solidFill>
                  <a:srgbClr val="4D5155"/>
                </a:solidFill>
                <a:latin typeface="Arial MT"/>
                <a:cs typeface="Arial MT"/>
              </a:rPr>
              <a:t>complete</a:t>
            </a:r>
            <a:r>
              <a:rPr sz="1800" spc="10" dirty="0">
                <a:solidFill>
                  <a:srgbClr val="4D5155"/>
                </a:solidFill>
                <a:latin typeface="Arial MT"/>
                <a:cs typeface="Arial MT"/>
              </a:rPr>
              <a:t> </a:t>
            </a:r>
            <a:r>
              <a:rPr sz="1800" spc="-5" dirty="0">
                <a:solidFill>
                  <a:srgbClr val="4D5155"/>
                </a:solidFill>
                <a:latin typeface="Arial MT"/>
                <a:cs typeface="Arial MT"/>
              </a:rPr>
              <a:t>integrated</a:t>
            </a:r>
            <a:r>
              <a:rPr sz="1800" spc="10" dirty="0">
                <a:solidFill>
                  <a:srgbClr val="4D5155"/>
                </a:solidFill>
                <a:latin typeface="Arial MT"/>
                <a:cs typeface="Arial MT"/>
              </a:rPr>
              <a:t> </a:t>
            </a:r>
            <a:r>
              <a:rPr sz="1800" spc="-5" dirty="0">
                <a:solidFill>
                  <a:srgbClr val="4D5155"/>
                </a:solidFill>
                <a:latin typeface="Arial MT"/>
                <a:cs typeface="Arial MT"/>
              </a:rPr>
              <a:t>system</a:t>
            </a:r>
            <a:r>
              <a:rPr sz="1800" spc="30" dirty="0">
                <a:solidFill>
                  <a:srgbClr val="4D5155"/>
                </a:solidFill>
                <a:latin typeface="Arial MT"/>
                <a:cs typeface="Arial MT"/>
              </a:rPr>
              <a:t> </a:t>
            </a:r>
            <a:r>
              <a:rPr sz="1800" dirty="0">
                <a:solidFill>
                  <a:srgbClr val="4D5155"/>
                </a:solidFill>
                <a:latin typeface="Arial MT"/>
                <a:cs typeface="Arial MT"/>
              </a:rPr>
              <a:t>to</a:t>
            </a:r>
            <a:r>
              <a:rPr sz="1800" spc="5" dirty="0">
                <a:solidFill>
                  <a:srgbClr val="4D5155"/>
                </a:solidFill>
                <a:latin typeface="Arial MT"/>
                <a:cs typeface="Arial MT"/>
              </a:rPr>
              <a:t> </a:t>
            </a:r>
            <a:r>
              <a:rPr sz="1800" spc="-5" dirty="0">
                <a:solidFill>
                  <a:srgbClr val="4D5155"/>
                </a:solidFill>
                <a:latin typeface="Arial MT"/>
                <a:cs typeface="Arial MT"/>
              </a:rPr>
              <a:t>evaluate</a:t>
            </a:r>
            <a:r>
              <a:rPr sz="1800" spc="5" dirty="0">
                <a:solidFill>
                  <a:srgbClr val="4D5155"/>
                </a:solidFill>
                <a:latin typeface="Arial MT"/>
                <a:cs typeface="Arial MT"/>
              </a:rPr>
              <a:t> </a:t>
            </a:r>
            <a:r>
              <a:rPr sz="1800" dirty="0">
                <a:solidFill>
                  <a:srgbClr val="4D5155"/>
                </a:solidFill>
                <a:latin typeface="Arial MT"/>
                <a:cs typeface="Arial MT"/>
              </a:rPr>
              <a:t>the</a:t>
            </a:r>
            <a:r>
              <a:rPr sz="1800" spc="-5" dirty="0">
                <a:solidFill>
                  <a:srgbClr val="4D5155"/>
                </a:solidFill>
                <a:latin typeface="Arial MT"/>
                <a:cs typeface="Arial MT"/>
              </a:rPr>
              <a:t> system's </a:t>
            </a:r>
            <a:r>
              <a:rPr sz="1800" dirty="0">
                <a:solidFill>
                  <a:srgbClr val="4D5155"/>
                </a:solidFill>
                <a:latin typeface="Arial MT"/>
                <a:cs typeface="Arial MT"/>
              </a:rPr>
              <a:t> </a:t>
            </a:r>
            <a:r>
              <a:rPr sz="1800" spc="-5" dirty="0">
                <a:solidFill>
                  <a:srgbClr val="4D5155"/>
                </a:solidFill>
                <a:latin typeface="Arial MT"/>
                <a:cs typeface="Arial MT"/>
              </a:rPr>
              <a:t>compliance</a:t>
            </a:r>
            <a:r>
              <a:rPr sz="1800" spc="25" dirty="0">
                <a:solidFill>
                  <a:srgbClr val="4D5155"/>
                </a:solidFill>
                <a:latin typeface="Arial MT"/>
                <a:cs typeface="Arial MT"/>
              </a:rPr>
              <a:t> </a:t>
            </a:r>
            <a:r>
              <a:rPr sz="1800" spc="-15" dirty="0">
                <a:solidFill>
                  <a:srgbClr val="4D5155"/>
                </a:solidFill>
                <a:latin typeface="Arial MT"/>
                <a:cs typeface="Arial MT"/>
              </a:rPr>
              <a:t>with</a:t>
            </a:r>
            <a:r>
              <a:rPr sz="1800" spc="35" dirty="0">
                <a:solidFill>
                  <a:srgbClr val="4D5155"/>
                </a:solidFill>
                <a:latin typeface="Arial MT"/>
                <a:cs typeface="Arial MT"/>
              </a:rPr>
              <a:t> </a:t>
            </a:r>
            <a:r>
              <a:rPr sz="1800" dirty="0">
                <a:solidFill>
                  <a:srgbClr val="4D5155"/>
                </a:solidFill>
                <a:latin typeface="Arial MT"/>
                <a:cs typeface="Arial MT"/>
              </a:rPr>
              <a:t>its</a:t>
            </a:r>
            <a:r>
              <a:rPr sz="1800" spc="5" dirty="0">
                <a:solidFill>
                  <a:srgbClr val="4D5155"/>
                </a:solidFill>
                <a:latin typeface="Arial MT"/>
                <a:cs typeface="Arial MT"/>
              </a:rPr>
              <a:t> </a:t>
            </a:r>
            <a:r>
              <a:rPr sz="1800" spc="-5" dirty="0">
                <a:solidFill>
                  <a:srgbClr val="4D5155"/>
                </a:solidFill>
                <a:latin typeface="Arial MT"/>
                <a:cs typeface="Arial MT"/>
              </a:rPr>
              <a:t>specified</a:t>
            </a:r>
            <a:r>
              <a:rPr sz="1800" spc="15" dirty="0">
                <a:solidFill>
                  <a:srgbClr val="4D5155"/>
                </a:solidFill>
                <a:latin typeface="Arial MT"/>
                <a:cs typeface="Arial MT"/>
              </a:rPr>
              <a:t> </a:t>
            </a:r>
            <a:r>
              <a:rPr sz="1800" spc="-5" dirty="0">
                <a:solidFill>
                  <a:srgbClr val="4D5155"/>
                </a:solidFill>
                <a:latin typeface="Arial MT"/>
                <a:cs typeface="Arial MT"/>
              </a:rPr>
              <a:t>requirements.</a:t>
            </a:r>
            <a:r>
              <a:rPr sz="1800" spc="30" dirty="0">
                <a:solidFill>
                  <a:srgbClr val="4D5155"/>
                </a:solidFill>
                <a:latin typeface="Arial MT"/>
                <a:cs typeface="Arial MT"/>
              </a:rPr>
              <a:t> </a:t>
            </a:r>
            <a:r>
              <a:rPr sz="1800" spc="-5" dirty="0">
                <a:solidFill>
                  <a:srgbClr val="4D5155"/>
                </a:solidFill>
                <a:latin typeface="Arial MT"/>
                <a:cs typeface="Arial MT"/>
              </a:rPr>
              <a:t>System</a:t>
            </a:r>
            <a:r>
              <a:rPr sz="1800" spc="15" dirty="0">
                <a:solidFill>
                  <a:srgbClr val="4D5155"/>
                </a:solidFill>
                <a:latin typeface="Arial MT"/>
                <a:cs typeface="Arial MT"/>
              </a:rPr>
              <a:t> </a:t>
            </a:r>
            <a:r>
              <a:rPr sz="1800" spc="-5" dirty="0">
                <a:solidFill>
                  <a:srgbClr val="4D5155"/>
                </a:solidFill>
                <a:latin typeface="Arial MT"/>
                <a:cs typeface="Arial MT"/>
              </a:rPr>
              <a:t>testing</a:t>
            </a:r>
            <a:r>
              <a:rPr sz="1800" spc="15" dirty="0">
                <a:solidFill>
                  <a:srgbClr val="4D5155"/>
                </a:solidFill>
                <a:latin typeface="Arial MT"/>
                <a:cs typeface="Arial MT"/>
              </a:rPr>
              <a:t> </a:t>
            </a:r>
            <a:r>
              <a:rPr sz="1800" spc="-5" dirty="0">
                <a:solidFill>
                  <a:srgbClr val="4D5155"/>
                </a:solidFill>
                <a:latin typeface="Arial MT"/>
                <a:cs typeface="Arial MT"/>
              </a:rPr>
              <a:t>takes,</a:t>
            </a:r>
            <a:r>
              <a:rPr sz="1800" spc="5" dirty="0">
                <a:solidFill>
                  <a:srgbClr val="4D5155"/>
                </a:solidFill>
                <a:latin typeface="Arial MT"/>
                <a:cs typeface="Arial MT"/>
              </a:rPr>
              <a:t> </a:t>
            </a:r>
            <a:r>
              <a:rPr sz="1800" spc="-10" dirty="0">
                <a:solidFill>
                  <a:srgbClr val="4D5155"/>
                </a:solidFill>
                <a:latin typeface="Arial MT"/>
                <a:cs typeface="Arial MT"/>
              </a:rPr>
              <a:t>as</a:t>
            </a:r>
            <a:r>
              <a:rPr sz="1800" spc="5" dirty="0">
                <a:solidFill>
                  <a:srgbClr val="4D5155"/>
                </a:solidFill>
                <a:latin typeface="Arial MT"/>
                <a:cs typeface="Arial MT"/>
              </a:rPr>
              <a:t> </a:t>
            </a:r>
            <a:r>
              <a:rPr sz="1800" dirty="0">
                <a:solidFill>
                  <a:srgbClr val="4D5155"/>
                </a:solidFill>
                <a:latin typeface="Arial MT"/>
                <a:cs typeface="Arial MT"/>
              </a:rPr>
              <a:t>its</a:t>
            </a:r>
            <a:r>
              <a:rPr sz="1800" spc="10" dirty="0">
                <a:solidFill>
                  <a:srgbClr val="4D5155"/>
                </a:solidFill>
                <a:latin typeface="Arial MT"/>
                <a:cs typeface="Arial MT"/>
              </a:rPr>
              <a:t> </a:t>
            </a:r>
            <a:r>
              <a:rPr sz="1800" spc="-5" dirty="0">
                <a:solidFill>
                  <a:srgbClr val="4D5155"/>
                </a:solidFill>
                <a:latin typeface="Arial MT"/>
                <a:cs typeface="Arial MT"/>
              </a:rPr>
              <a:t>input,</a:t>
            </a:r>
            <a:r>
              <a:rPr sz="1800" spc="40" dirty="0">
                <a:solidFill>
                  <a:srgbClr val="4D5155"/>
                </a:solidFill>
                <a:latin typeface="Arial MT"/>
                <a:cs typeface="Arial MT"/>
              </a:rPr>
              <a:t> </a:t>
            </a:r>
            <a:r>
              <a:rPr sz="1800" spc="-5" dirty="0">
                <a:solidFill>
                  <a:srgbClr val="4D5155"/>
                </a:solidFill>
                <a:latin typeface="Arial MT"/>
                <a:cs typeface="Arial MT"/>
              </a:rPr>
              <a:t>all</a:t>
            </a:r>
            <a:r>
              <a:rPr sz="1800" spc="15" dirty="0">
                <a:solidFill>
                  <a:srgbClr val="4D5155"/>
                </a:solidFill>
                <a:latin typeface="Arial MT"/>
                <a:cs typeface="Arial MT"/>
              </a:rPr>
              <a:t> </a:t>
            </a:r>
            <a:r>
              <a:rPr sz="1800" dirty="0">
                <a:solidFill>
                  <a:srgbClr val="4D5155"/>
                </a:solidFill>
                <a:latin typeface="Arial MT"/>
                <a:cs typeface="Arial MT"/>
              </a:rPr>
              <a:t>of</a:t>
            </a:r>
            <a:r>
              <a:rPr sz="1800" spc="10" dirty="0">
                <a:solidFill>
                  <a:srgbClr val="4D5155"/>
                </a:solidFill>
                <a:latin typeface="Arial MT"/>
                <a:cs typeface="Arial MT"/>
              </a:rPr>
              <a:t> </a:t>
            </a:r>
            <a:r>
              <a:rPr sz="1800" dirty="0">
                <a:solidFill>
                  <a:srgbClr val="4D5155"/>
                </a:solidFill>
                <a:latin typeface="Arial MT"/>
                <a:cs typeface="Arial MT"/>
              </a:rPr>
              <a:t>the </a:t>
            </a:r>
            <a:r>
              <a:rPr sz="1800" spc="-5" dirty="0">
                <a:solidFill>
                  <a:srgbClr val="4D5155"/>
                </a:solidFill>
                <a:latin typeface="Arial MT"/>
                <a:cs typeface="Arial MT"/>
              </a:rPr>
              <a:t>integrated </a:t>
            </a:r>
            <a:r>
              <a:rPr sz="1800" spc="-484" dirty="0">
                <a:solidFill>
                  <a:srgbClr val="4D5155"/>
                </a:solidFill>
                <a:latin typeface="Arial MT"/>
                <a:cs typeface="Arial MT"/>
              </a:rPr>
              <a:t> </a:t>
            </a:r>
            <a:r>
              <a:rPr sz="1800" spc="-5" dirty="0">
                <a:solidFill>
                  <a:srgbClr val="4D5155"/>
                </a:solidFill>
                <a:latin typeface="Arial MT"/>
                <a:cs typeface="Arial MT"/>
              </a:rPr>
              <a:t>components</a:t>
            </a:r>
            <a:r>
              <a:rPr sz="1800" spc="10" dirty="0">
                <a:solidFill>
                  <a:srgbClr val="4D5155"/>
                </a:solidFill>
                <a:latin typeface="Arial MT"/>
                <a:cs typeface="Arial MT"/>
              </a:rPr>
              <a:t> </a:t>
            </a:r>
            <a:r>
              <a:rPr sz="1800" spc="-5" dirty="0">
                <a:solidFill>
                  <a:srgbClr val="4D5155"/>
                </a:solidFill>
                <a:latin typeface="Arial MT"/>
                <a:cs typeface="Arial MT"/>
              </a:rPr>
              <a:t>that</a:t>
            </a:r>
            <a:r>
              <a:rPr sz="1800" dirty="0">
                <a:solidFill>
                  <a:srgbClr val="4D5155"/>
                </a:solidFill>
                <a:latin typeface="Arial MT"/>
                <a:cs typeface="Arial MT"/>
              </a:rPr>
              <a:t> </a:t>
            </a:r>
            <a:r>
              <a:rPr sz="1800" spc="-5" dirty="0">
                <a:solidFill>
                  <a:srgbClr val="4D5155"/>
                </a:solidFill>
                <a:latin typeface="Arial MT"/>
                <a:cs typeface="Arial MT"/>
              </a:rPr>
              <a:t>have</a:t>
            </a:r>
            <a:r>
              <a:rPr sz="1800" spc="5" dirty="0">
                <a:solidFill>
                  <a:srgbClr val="4D5155"/>
                </a:solidFill>
                <a:latin typeface="Arial MT"/>
                <a:cs typeface="Arial MT"/>
              </a:rPr>
              <a:t> </a:t>
            </a:r>
            <a:r>
              <a:rPr sz="1800" spc="-5" dirty="0">
                <a:solidFill>
                  <a:srgbClr val="4D5155"/>
                </a:solidFill>
                <a:latin typeface="Arial MT"/>
                <a:cs typeface="Arial MT"/>
              </a:rPr>
              <a:t>passed</a:t>
            </a:r>
            <a:r>
              <a:rPr sz="1800" spc="5" dirty="0">
                <a:solidFill>
                  <a:srgbClr val="4D5155"/>
                </a:solidFill>
                <a:latin typeface="Arial MT"/>
                <a:cs typeface="Arial MT"/>
              </a:rPr>
              <a:t> </a:t>
            </a:r>
            <a:r>
              <a:rPr sz="1800" spc="-5" dirty="0">
                <a:solidFill>
                  <a:srgbClr val="4D5155"/>
                </a:solidFill>
                <a:latin typeface="Arial MT"/>
                <a:cs typeface="Arial MT"/>
              </a:rPr>
              <a:t>integration</a:t>
            </a:r>
            <a:r>
              <a:rPr sz="1800" spc="5" dirty="0">
                <a:solidFill>
                  <a:srgbClr val="4D5155"/>
                </a:solidFill>
                <a:latin typeface="Arial MT"/>
                <a:cs typeface="Arial MT"/>
              </a:rPr>
              <a:t> </a:t>
            </a:r>
            <a:r>
              <a:rPr sz="1800" spc="-5" dirty="0">
                <a:solidFill>
                  <a:srgbClr val="4D5155"/>
                </a:solidFill>
                <a:latin typeface="Arial MT"/>
                <a:cs typeface="Arial MT"/>
              </a:rPr>
              <a:t>testing.</a:t>
            </a:r>
            <a:endParaRPr sz="1800">
              <a:latin typeface="Arial MT"/>
              <a:cs typeface="Arial MT"/>
            </a:endParaRPr>
          </a:p>
          <a:p>
            <a:pPr marL="318770" marR="5080" indent="-306705">
              <a:lnSpc>
                <a:spcPct val="100000"/>
              </a:lnSpc>
              <a:spcBef>
                <a:spcPts val="1010"/>
              </a:spcBef>
              <a:buClr>
                <a:srgbClr val="8BB649"/>
              </a:buClr>
              <a:buSzPct val="91666"/>
              <a:buFont typeface="Cambria"/>
              <a:buChar char="◾"/>
              <a:tabLst>
                <a:tab pos="318770" algn="l"/>
                <a:tab pos="319405" algn="l"/>
              </a:tabLst>
            </a:pPr>
            <a:r>
              <a:rPr sz="1800" spc="-65" dirty="0">
                <a:solidFill>
                  <a:srgbClr val="3C3C3C"/>
                </a:solidFill>
                <a:latin typeface="Trebuchet MS"/>
                <a:cs typeface="Trebuchet MS"/>
              </a:rPr>
              <a:t>There</a:t>
            </a:r>
            <a:r>
              <a:rPr sz="1800" spc="-45" dirty="0">
                <a:solidFill>
                  <a:srgbClr val="3C3C3C"/>
                </a:solidFill>
                <a:latin typeface="Trebuchet MS"/>
                <a:cs typeface="Trebuchet MS"/>
              </a:rPr>
              <a:t> </a:t>
            </a:r>
            <a:r>
              <a:rPr sz="1800" spc="-110" dirty="0">
                <a:solidFill>
                  <a:srgbClr val="3C3C3C"/>
                </a:solidFill>
                <a:latin typeface="Trebuchet MS"/>
                <a:cs typeface="Trebuchet MS"/>
              </a:rPr>
              <a:t>are</a:t>
            </a:r>
            <a:r>
              <a:rPr sz="1800" spc="-35" dirty="0">
                <a:solidFill>
                  <a:srgbClr val="3C3C3C"/>
                </a:solidFill>
                <a:latin typeface="Trebuchet MS"/>
                <a:cs typeface="Trebuchet MS"/>
              </a:rPr>
              <a:t> </a:t>
            </a:r>
            <a:r>
              <a:rPr sz="1800" spc="-125" dirty="0">
                <a:solidFill>
                  <a:srgbClr val="3C3C3C"/>
                </a:solidFill>
                <a:latin typeface="Trebuchet MS"/>
                <a:cs typeface="Trebuchet MS"/>
              </a:rPr>
              <a:t>mainly</a:t>
            </a:r>
            <a:r>
              <a:rPr sz="1800" spc="-40" dirty="0">
                <a:solidFill>
                  <a:srgbClr val="3C3C3C"/>
                </a:solidFill>
                <a:latin typeface="Trebuchet MS"/>
                <a:cs typeface="Trebuchet MS"/>
              </a:rPr>
              <a:t> </a:t>
            </a:r>
            <a:r>
              <a:rPr sz="1800" spc="-60" dirty="0">
                <a:solidFill>
                  <a:srgbClr val="3C3C3C"/>
                </a:solidFill>
                <a:latin typeface="Trebuchet MS"/>
                <a:cs typeface="Trebuchet MS"/>
              </a:rPr>
              <a:t>two</a:t>
            </a:r>
            <a:r>
              <a:rPr sz="1800" spc="-45" dirty="0">
                <a:solidFill>
                  <a:srgbClr val="3C3C3C"/>
                </a:solidFill>
                <a:latin typeface="Trebuchet MS"/>
                <a:cs typeface="Trebuchet MS"/>
              </a:rPr>
              <a:t> </a:t>
            </a:r>
            <a:r>
              <a:rPr sz="1800" spc="-110" dirty="0">
                <a:solidFill>
                  <a:srgbClr val="3C3C3C"/>
                </a:solidFill>
                <a:latin typeface="Trebuchet MS"/>
                <a:cs typeface="Trebuchet MS"/>
              </a:rPr>
              <a:t>widely</a:t>
            </a:r>
            <a:r>
              <a:rPr sz="1800" spc="-35" dirty="0">
                <a:solidFill>
                  <a:srgbClr val="3C3C3C"/>
                </a:solidFill>
                <a:latin typeface="Trebuchet MS"/>
                <a:cs typeface="Trebuchet MS"/>
              </a:rPr>
              <a:t> </a:t>
            </a:r>
            <a:r>
              <a:rPr sz="1800" spc="-85" dirty="0">
                <a:solidFill>
                  <a:srgbClr val="3C3C3C"/>
                </a:solidFill>
                <a:latin typeface="Trebuchet MS"/>
                <a:cs typeface="Trebuchet MS"/>
              </a:rPr>
              <a:t>used</a:t>
            </a:r>
            <a:r>
              <a:rPr sz="1800" spc="-60" dirty="0">
                <a:solidFill>
                  <a:srgbClr val="3C3C3C"/>
                </a:solidFill>
                <a:latin typeface="Trebuchet MS"/>
                <a:cs typeface="Trebuchet MS"/>
              </a:rPr>
              <a:t> </a:t>
            </a:r>
            <a:r>
              <a:rPr sz="1800" spc="-75" dirty="0">
                <a:solidFill>
                  <a:srgbClr val="3C3C3C"/>
                </a:solidFill>
                <a:latin typeface="Trebuchet MS"/>
                <a:cs typeface="Trebuchet MS"/>
              </a:rPr>
              <a:t>methods</a:t>
            </a:r>
            <a:r>
              <a:rPr sz="1800" spc="-60" dirty="0">
                <a:solidFill>
                  <a:srgbClr val="3C3C3C"/>
                </a:solidFill>
                <a:latin typeface="Trebuchet MS"/>
                <a:cs typeface="Trebuchet MS"/>
              </a:rPr>
              <a:t> </a:t>
            </a:r>
            <a:r>
              <a:rPr sz="1800" spc="-65" dirty="0">
                <a:solidFill>
                  <a:srgbClr val="3C3C3C"/>
                </a:solidFill>
                <a:latin typeface="Trebuchet MS"/>
                <a:cs typeface="Trebuchet MS"/>
              </a:rPr>
              <a:t>for</a:t>
            </a:r>
            <a:r>
              <a:rPr sz="1800" spc="-50" dirty="0">
                <a:solidFill>
                  <a:srgbClr val="3C3C3C"/>
                </a:solidFill>
                <a:latin typeface="Trebuchet MS"/>
                <a:cs typeface="Trebuchet MS"/>
              </a:rPr>
              <a:t> </a:t>
            </a:r>
            <a:r>
              <a:rPr sz="1800" spc="-90" dirty="0">
                <a:solidFill>
                  <a:srgbClr val="3C3C3C"/>
                </a:solidFill>
                <a:latin typeface="Trebuchet MS"/>
                <a:cs typeface="Trebuchet MS"/>
              </a:rPr>
              <a:t>software</a:t>
            </a:r>
            <a:r>
              <a:rPr sz="1800" spc="-60" dirty="0">
                <a:solidFill>
                  <a:srgbClr val="3C3C3C"/>
                </a:solidFill>
                <a:latin typeface="Trebuchet MS"/>
                <a:cs typeface="Trebuchet MS"/>
              </a:rPr>
              <a:t> </a:t>
            </a:r>
            <a:r>
              <a:rPr sz="1800" spc="-130" dirty="0">
                <a:solidFill>
                  <a:srgbClr val="3C3C3C"/>
                </a:solidFill>
                <a:latin typeface="Trebuchet MS"/>
                <a:cs typeface="Trebuchet MS"/>
              </a:rPr>
              <a:t>testing,</a:t>
            </a:r>
            <a:r>
              <a:rPr sz="1800" spc="-225" dirty="0">
                <a:solidFill>
                  <a:srgbClr val="3C3C3C"/>
                </a:solidFill>
                <a:latin typeface="Trebuchet MS"/>
                <a:cs typeface="Trebuchet MS"/>
              </a:rPr>
              <a:t> </a:t>
            </a:r>
            <a:r>
              <a:rPr sz="1800" spc="-60" dirty="0">
                <a:solidFill>
                  <a:srgbClr val="3C3C3C"/>
                </a:solidFill>
                <a:latin typeface="Trebuchet MS"/>
                <a:cs typeface="Trebuchet MS"/>
              </a:rPr>
              <a:t>one</a:t>
            </a:r>
            <a:r>
              <a:rPr sz="1800" spc="-55" dirty="0">
                <a:solidFill>
                  <a:srgbClr val="3C3C3C"/>
                </a:solidFill>
                <a:latin typeface="Trebuchet MS"/>
                <a:cs typeface="Trebuchet MS"/>
              </a:rPr>
              <a:t> </a:t>
            </a:r>
            <a:r>
              <a:rPr sz="1800" spc="-80" dirty="0">
                <a:solidFill>
                  <a:srgbClr val="3C3C3C"/>
                </a:solidFill>
                <a:latin typeface="Trebuchet MS"/>
                <a:cs typeface="Trebuchet MS"/>
              </a:rPr>
              <a:t>is</a:t>
            </a:r>
            <a:r>
              <a:rPr sz="1800" spc="-260" dirty="0">
                <a:solidFill>
                  <a:srgbClr val="3C3C3C"/>
                </a:solidFill>
                <a:latin typeface="Trebuchet MS"/>
                <a:cs typeface="Trebuchet MS"/>
              </a:rPr>
              <a:t> </a:t>
            </a:r>
            <a:r>
              <a:rPr sz="1800" spc="-20" dirty="0">
                <a:solidFill>
                  <a:srgbClr val="3C3C3C"/>
                </a:solidFill>
                <a:latin typeface="Trebuchet MS"/>
                <a:cs typeface="Trebuchet MS"/>
              </a:rPr>
              <a:t>White</a:t>
            </a:r>
            <a:r>
              <a:rPr sz="1800" spc="-40" dirty="0">
                <a:solidFill>
                  <a:srgbClr val="3C3C3C"/>
                </a:solidFill>
                <a:latin typeface="Trebuchet MS"/>
                <a:cs typeface="Trebuchet MS"/>
              </a:rPr>
              <a:t> </a:t>
            </a:r>
            <a:r>
              <a:rPr sz="1800" spc="-35" dirty="0">
                <a:solidFill>
                  <a:srgbClr val="3C3C3C"/>
                </a:solidFill>
                <a:latin typeface="Trebuchet MS"/>
                <a:cs typeface="Trebuchet MS"/>
              </a:rPr>
              <a:t>box</a:t>
            </a:r>
            <a:r>
              <a:rPr sz="1800" spc="-50" dirty="0">
                <a:solidFill>
                  <a:srgbClr val="3C3C3C"/>
                </a:solidFill>
                <a:latin typeface="Trebuchet MS"/>
                <a:cs typeface="Trebuchet MS"/>
              </a:rPr>
              <a:t> </a:t>
            </a:r>
            <a:r>
              <a:rPr sz="1800" spc="-105" dirty="0">
                <a:solidFill>
                  <a:srgbClr val="3C3C3C"/>
                </a:solidFill>
                <a:latin typeface="Trebuchet MS"/>
                <a:cs typeface="Trebuchet MS"/>
              </a:rPr>
              <a:t>testing</a:t>
            </a:r>
            <a:r>
              <a:rPr sz="1800" spc="-60" dirty="0">
                <a:solidFill>
                  <a:srgbClr val="3C3C3C"/>
                </a:solidFill>
                <a:latin typeface="Trebuchet MS"/>
                <a:cs typeface="Trebuchet MS"/>
              </a:rPr>
              <a:t> </a:t>
            </a:r>
            <a:r>
              <a:rPr sz="1800" spc="-90" dirty="0">
                <a:solidFill>
                  <a:srgbClr val="3C3C3C"/>
                </a:solidFill>
                <a:latin typeface="Trebuchet MS"/>
                <a:cs typeface="Trebuchet MS"/>
              </a:rPr>
              <a:t>which</a:t>
            </a:r>
            <a:r>
              <a:rPr sz="1800" spc="-40" dirty="0">
                <a:solidFill>
                  <a:srgbClr val="3C3C3C"/>
                </a:solidFill>
                <a:latin typeface="Trebuchet MS"/>
                <a:cs typeface="Trebuchet MS"/>
              </a:rPr>
              <a:t> </a:t>
            </a:r>
            <a:r>
              <a:rPr sz="1800" spc="-70" dirty="0">
                <a:solidFill>
                  <a:srgbClr val="3C3C3C"/>
                </a:solidFill>
                <a:latin typeface="Trebuchet MS"/>
                <a:cs typeface="Trebuchet MS"/>
              </a:rPr>
              <a:t>uses</a:t>
            </a:r>
            <a:r>
              <a:rPr sz="1800" spc="-40" dirty="0">
                <a:solidFill>
                  <a:srgbClr val="3C3C3C"/>
                </a:solidFill>
                <a:latin typeface="Trebuchet MS"/>
                <a:cs typeface="Trebuchet MS"/>
              </a:rPr>
              <a:t> </a:t>
            </a:r>
            <a:r>
              <a:rPr sz="1800" spc="-110" dirty="0">
                <a:solidFill>
                  <a:srgbClr val="3C3C3C"/>
                </a:solidFill>
                <a:latin typeface="Trebuchet MS"/>
                <a:cs typeface="Trebuchet MS"/>
              </a:rPr>
              <a:t>internal </a:t>
            </a:r>
            <a:r>
              <a:rPr sz="1800" spc="-105" dirty="0">
                <a:solidFill>
                  <a:srgbClr val="3C3C3C"/>
                </a:solidFill>
                <a:latin typeface="Trebuchet MS"/>
                <a:cs typeface="Trebuchet MS"/>
              </a:rPr>
              <a:t> </a:t>
            </a:r>
            <a:r>
              <a:rPr sz="1800" spc="-90" dirty="0">
                <a:solidFill>
                  <a:srgbClr val="3C3C3C"/>
                </a:solidFill>
                <a:latin typeface="Trebuchet MS"/>
                <a:cs typeface="Trebuchet MS"/>
              </a:rPr>
              <a:t>coding</a:t>
            </a:r>
            <a:r>
              <a:rPr sz="1800" spc="-60" dirty="0">
                <a:solidFill>
                  <a:srgbClr val="3C3C3C"/>
                </a:solidFill>
                <a:latin typeface="Trebuchet MS"/>
                <a:cs typeface="Trebuchet MS"/>
              </a:rPr>
              <a:t> </a:t>
            </a:r>
            <a:r>
              <a:rPr sz="1800" spc="-45" dirty="0">
                <a:solidFill>
                  <a:srgbClr val="3C3C3C"/>
                </a:solidFill>
                <a:latin typeface="Trebuchet MS"/>
                <a:cs typeface="Trebuchet MS"/>
              </a:rPr>
              <a:t>to </a:t>
            </a:r>
            <a:r>
              <a:rPr sz="1800" spc="-100" dirty="0">
                <a:solidFill>
                  <a:srgbClr val="3C3C3C"/>
                </a:solidFill>
                <a:latin typeface="Trebuchet MS"/>
                <a:cs typeface="Trebuchet MS"/>
              </a:rPr>
              <a:t>design</a:t>
            </a:r>
            <a:r>
              <a:rPr sz="1800" spc="-40" dirty="0">
                <a:solidFill>
                  <a:srgbClr val="3C3C3C"/>
                </a:solidFill>
                <a:latin typeface="Trebuchet MS"/>
                <a:cs typeface="Trebuchet MS"/>
              </a:rPr>
              <a:t> </a:t>
            </a:r>
            <a:r>
              <a:rPr sz="1800" spc="-100" dirty="0">
                <a:solidFill>
                  <a:srgbClr val="3C3C3C"/>
                </a:solidFill>
                <a:latin typeface="Trebuchet MS"/>
                <a:cs typeface="Trebuchet MS"/>
              </a:rPr>
              <a:t>test</a:t>
            </a:r>
            <a:r>
              <a:rPr sz="1800" spc="-35" dirty="0">
                <a:solidFill>
                  <a:srgbClr val="3C3C3C"/>
                </a:solidFill>
                <a:latin typeface="Trebuchet MS"/>
                <a:cs typeface="Trebuchet MS"/>
              </a:rPr>
              <a:t> </a:t>
            </a:r>
            <a:r>
              <a:rPr sz="1800" spc="-95" dirty="0">
                <a:solidFill>
                  <a:srgbClr val="3C3C3C"/>
                </a:solidFill>
                <a:latin typeface="Trebuchet MS"/>
                <a:cs typeface="Trebuchet MS"/>
              </a:rPr>
              <a:t>cases</a:t>
            </a:r>
            <a:r>
              <a:rPr sz="1800" spc="-60" dirty="0">
                <a:solidFill>
                  <a:srgbClr val="3C3C3C"/>
                </a:solidFill>
                <a:latin typeface="Trebuchet MS"/>
                <a:cs typeface="Trebuchet MS"/>
              </a:rPr>
              <a:t> </a:t>
            </a:r>
            <a:r>
              <a:rPr sz="1800" spc="-120" dirty="0">
                <a:solidFill>
                  <a:srgbClr val="3C3C3C"/>
                </a:solidFill>
                <a:latin typeface="Trebuchet MS"/>
                <a:cs typeface="Trebuchet MS"/>
              </a:rPr>
              <a:t>and</a:t>
            </a:r>
            <a:r>
              <a:rPr sz="1800" spc="-45" dirty="0">
                <a:solidFill>
                  <a:srgbClr val="3C3C3C"/>
                </a:solidFill>
                <a:latin typeface="Trebuchet MS"/>
                <a:cs typeface="Trebuchet MS"/>
              </a:rPr>
              <a:t> </a:t>
            </a:r>
            <a:r>
              <a:rPr sz="1800" spc="-80" dirty="0">
                <a:solidFill>
                  <a:srgbClr val="3C3C3C"/>
                </a:solidFill>
                <a:latin typeface="Trebuchet MS"/>
                <a:cs typeface="Trebuchet MS"/>
              </a:rPr>
              <a:t>another</a:t>
            </a:r>
            <a:r>
              <a:rPr sz="1800" spc="-60"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114" dirty="0">
                <a:solidFill>
                  <a:srgbClr val="3C3C3C"/>
                </a:solidFill>
                <a:latin typeface="Trebuchet MS"/>
                <a:cs typeface="Trebuchet MS"/>
              </a:rPr>
              <a:t>black</a:t>
            </a:r>
            <a:r>
              <a:rPr sz="1800" spc="-40" dirty="0">
                <a:solidFill>
                  <a:srgbClr val="3C3C3C"/>
                </a:solidFill>
                <a:latin typeface="Trebuchet MS"/>
                <a:cs typeface="Trebuchet MS"/>
              </a:rPr>
              <a:t> </a:t>
            </a:r>
            <a:r>
              <a:rPr sz="1800" spc="-35" dirty="0">
                <a:solidFill>
                  <a:srgbClr val="3C3C3C"/>
                </a:solidFill>
                <a:latin typeface="Trebuchet MS"/>
                <a:cs typeface="Trebuchet MS"/>
              </a:rPr>
              <a:t>box</a:t>
            </a:r>
            <a:r>
              <a:rPr sz="1800" spc="-60" dirty="0">
                <a:solidFill>
                  <a:srgbClr val="3C3C3C"/>
                </a:solidFill>
                <a:latin typeface="Trebuchet MS"/>
                <a:cs typeface="Trebuchet MS"/>
              </a:rPr>
              <a:t> </a:t>
            </a:r>
            <a:r>
              <a:rPr sz="1800" spc="-105" dirty="0">
                <a:solidFill>
                  <a:srgbClr val="3C3C3C"/>
                </a:solidFill>
                <a:latin typeface="Trebuchet MS"/>
                <a:cs typeface="Trebuchet MS"/>
              </a:rPr>
              <a:t>testing</a:t>
            </a:r>
            <a:r>
              <a:rPr sz="1800" spc="-40" dirty="0">
                <a:solidFill>
                  <a:srgbClr val="3C3C3C"/>
                </a:solidFill>
                <a:latin typeface="Trebuchet MS"/>
                <a:cs typeface="Trebuchet MS"/>
              </a:rPr>
              <a:t> </a:t>
            </a:r>
            <a:r>
              <a:rPr sz="1800" spc="-90" dirty="0">
                <a:solidFill>
                  <a:srgbClr val="3C3C3C"/>
                </a:solidFill>
                <a:latin typeface="Trebuchet MS"/>
                <a:cs typeface="Trebuchet MS"/>
              </a:rPr>
              <a:t>which</a:t>
            </a:r>
            <a:r>
              <a:rPr sz="1800" spc="-40" dirty="0">
                <a:solidFill>
                  <a:srgbClr val="3C3C3C"/>
                </a:solidFill>
                <a:latin typeface="Trebuchet MS"/>
                <a:cs typeface="Trebuchet MS"/>
              </a:rPr>
              <a:t> </a:t>
            </a:r>
            <a:r>
              <a:rPr sz="1800" spc="-70" dirty="0">
                <a:solidFill>
                  <a:srgbClr val="3C3C3C"/>
                </a:solidFill>
                <a:latin typeface="Trebuchet MS"/>
                <a:cs typeface="Trebuchet MS"/>
              </a:rPr>
              <a:t>uses</a:t>
            </a:r>
            <a:r>
              <a:rPr sz="1800" spc="-50" dirty="0">
                <a:solidFill>
                  <a:srgbClr val="3C3C3C"/>
                </a:solidFill>
                <a:latin typeface="Trebuchet MS"/>
                <a:cs typeface="Trebuchet MS"/>
              </a:rPr>
              <a:t> </a:t>
            </a:r>
            <a:r>
              <a:rPr sz="1800" spc="50" dirty="0">
                <a:solidFill>
                  <a:srgbClr val="3C3C3C"/>
                </a:solidFill>
                <a:latin typeface="Trebuchet MS"/>
                <a:cs typeface="Trebuchet MS"/>
              </a:rPr>
              <a:t>GUI</a:t>
            </a:r>
            <a:r>
              <a:rPr sz="1800" spc="-35" dirty="0">
                <a:solidFill>
                  <a:srgbClr val="3C3C3C"/>
                </a:solidFill>
                <a:latin typeface="Trebuchet MS"/>
                <a:cs typeface="Trebuchet MS"/>
              </a:rPr>
              <a:t> </a:t>
            </a:r>
            <a:r>
              <a:rPr sz="1800" spc="20" dirty="0">
                <a:solidFill>
                  <a:srgbClr val="3C3C3C"/>
                </a:solidFill>
                <a:latin typeface="Trebuchet MS"/>
                <a:cs typeface="Trebuchet MS"/>
              </a:rPr>
              <a:t>or</a:t>
            </a:r>
            <a:r>
              <a:rPr sz="1800" spc="-45" dirty="0">
                <a:solidFill>
                  <a:srgbClr val="3C3C3C"/>
                </a:solidFill>
                <a:latin typeface="Trebuchet MS"/>
                <a:cs typeface="Trebuchet MS"/>
              </a:rPr>
              <a:t> </a:t>
            </a:r>
            <a:r>
              <a:rPr sz="1800" spc="-60" dirty="0">
                <a:solidFill>
                  <a:srgbClr val="3C3C3C"/>
                </a:solidFill>
                <a:latin typeface="Trebuchet MS"/>
                <a:cs typeface="Trebuchet MS"/>
              </a:rPr>
              <a:t>user</a:t>
            </a:r>
            <a:r>
              <a:rPr sz="1800" spc="-40" dirty="0">
                <a:solidFill>
                  <a:srgbClr val="3C3C3C"/>
                </a:solidFill>
                <a:latin typeface="Trebuchet MS"/>
                <a:cs typeface="Trebuchet MS"/>
              </a:rPr>
              <a:t> </a:t>
            </a:r>
            <a:r>
              <a:rPr sz="1800" spc="-100" dirty="0">
                <a:solidFill>
                  <a:srgbClr val="3C3C3C"/>
                </a:solidFill>
                <a:latin typeface="Trebuchet MS"/>
                <a:cs typeface="Trebuchet MS"/>
              </a:rPr>
              <a:t>perspective</a:t>
            </a:r>
            <a:r>
              <a:rPr sz="1800" spc="-50" dirty="0">
                <a:solidFill>
                  <a:srgbClr val="3C3C3C"/>
                </a:solidFill>
                <a:latin typeface="Trebuchet MS"/>
                <a:cs typeface="Trebuchet MS"/>
              </a:rPr>
              <a:t> </a:t>
            </a:r>
            <a:r>
              <a:rPr sz="1800" spc="-45" dirty="0">
                <a:solidFill>
                  <a:srgbClr val="3C3C3C"/>
                </a:solidFill>
                <a:latin typeface="Trebuchet MS"/>
                <a:cs typeface="Trebuchet MS"/>
              </a:rPr>
              <a:t>to </a:t>
            </a:r>
            <a:r>
              <a:rPr sz="1800" spc="-100" dirty="0">
                <a:solidFill>
                  <a:srgbClr val="3C3C3C"/>
                </a:solidFill>
                <a:latin typeface="Trebuchet MS"/>
                <a:cs typeface="Trebuchet MS"/>
              </a:rPr>
              <a:t>develop</a:t>
            </a:r>
            <a:r>
              <a:rPr sz="1800" spc="-45" dirty="0">
                <a:solidFill>
                  <a:srgbClr val="3C3C3C"/>
                </a:solidFill>
                <a:latin typeface="Trebuchet MS"/>
                <a:cs typeface="Trebuchet MS"/>
              </a:rPr>
              <a:t> </a:t>
            </a:r>
            <a:r>
              <a:rPr sz="1800" spc="-100" dirty="0">
                <a:solidFill>
                  <a:srgbClr val="3C3C3C"/>
                </a:solidFill>
                <a:latin typeface="Trebuchet MS"/>
                <a:cs typeface="Trebuchet MS"/>
              </a:rPr>
              <a:t>test </a:t>
            </a:r>
            <a:r>
              <a:rPr sz="1800" spc="-530" dirty="0">
                <a:solidFill>
                  <a:srgbClr val="3C3C3C"/>
                </a:solidFill>
                <a:latin typeface="Trebuchet MS"/>
                <a:cs typeface="Trebuchet MS"/>
              </a:rPr>
              <a:t> </a:t>
            </a:r>
            <a:r>
              <a:rPr sz="1800" spc="-125" dirty="0">
                <a:solidFill>
                  <a:srgbClr val="3C3C3C"/>
                </a:solidFill>
                <a:latin typeface="Trebuchet MS"/>
                <a:cs typeface="Trebuchet MS"/>
              </a:rPr>
              <a:t>cases.</a:t>
            </a:r>
            <a:endParaRPr sz="1800">
              <a:latin typeface="Trebuchet MS"/>
              <a:cs typeface="Trebuchet MS"/>
            </a:endParaRPr>
          </a:p>
        </p:txBody>
      </p:sp>
    </p:spTree>
    <p:extLst>
      <p:ext uri="{BB962C8B-B14F-4D97-AF65-F5344CB8AC3E}">
        <p14:creationId xmlns:p14="http://schemas.microsoft.com/office/powerpoint/2010/main" val="1750606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95" dirty="0"/>
              <a:t>A</a:t>
            </a:r>
            <a:r>
              <a:rPr spc="90" dirty="0"/>
              <a:t>CCE</a:t>
            </a:r>
            <a:r>
              <a:rPr spc="95" dirty="0"/>
              <a:t>P</a:t>
            </a:r>
            <a:r>
              <a:rPr spc="-215" dirty="0"/>
              <a:t>T</a:t>
            </a:r>
            <a:r>
              <a:rPr spc="200" dirty="0"/>
              <a:t>ANCE</a:t>
            </a:r>
            <a:r>
              <a:rPr spc="-415" dirty="0"/>
              <a:t> </a:t>
            </a:r>
            <a:r>
              <a:rPr spc="-25" dirty="0"/>
              <a:t>T</a:t>
            </a:r>
            <a:r>
              <a:rPr spc="-15" dirty="0"/>
              <a:t>E</a:t>
            </a:r>
            <a:r>
              <a:rPr spc="95" dirty="0"/>
              <a:t>STING</a:t>
            </a:r>
          </a:p>
        </p:txBody>
      </p:sp>
      <p:sp>
        <p:nvSpPr>
          <p:cNvPr id="3" name="object 3"/>
          <p:cNvSpPr/>
          <p:nvPr/>
        </p:nvSpPr>
        <p:spPr>
          <a:xfrm>
            <a:off x="2134108" y="4167504"/>
            <a:ext cx="2260600" cy="265430"/>
          </a:xfrm>
          <a:custGeom>
            <a:avLst/>
            <a:gdLst/>
            <a:ahLst/>
            <a:cxnLst/>
            <a:rect l="l" t="t" r="r" b="b"/>
            <a:pathLst>
              <a:path w="2260600" h="265429">
                <a:moveTo>
                  <a:pt x="2260092" y="0"/>
                </a:moveTo>
                <a:lnTo>
                  <a:pt x="1815084" y="0"/>
                </a:lnTo>
                <a:lnTo>
                  <a:pt x="1738884" y="0"/>
                </a:lnTo>
                <a:lnTo>
                  <a:pt x="0" y="0"/>
                </a:lnTo>
                <a:lnTo>
                  <a:pt x="0" y="265176"/>
                </a:lnTo>
                <a:lnTo>
                  <a:pt x="1738884" y="265176"/>
                </a:lnTo>
                <a:lnTo>
                  <a:pt x="1815084" y="265176"/>
                </a:lnTo>
                <a:lnTo>
                  <a:pt x="2260092" y="265176"/>
                </a:lnTo>
                <a:lnTo>
                  <a:pt x="2260092" y="0"/>
                </a:lnTo>
                <a:close/>
              </a:path>
            </a:pathLst>
          </a:custGeom>
          <a:solidFill>
            <a:srgbClr val="FFFF00"/>
          </a:solidFill>
        </p:spPr>
        <p:txBody>
          <a:bodyPr wrap="square" lIns="0" tIns="0" rIns="0" bIns="0" rtlCol="0"/>
          <a:lstStyle/>
          <a:p>
            <a:endParaRPr/>
          </a:p>
        </p:txBody>
      </p:sp>
      <p:sp>
        <p:nvSpPr>
          <p:cNvPr id="4" name="object 4"/>
          <p:cNvSpPr/>
          <p:nvPr/>
        </p:nvSpPr>
        <p:spPr>
          <a:xfrm>
            <a:off x="4522215" y="4167504"/>
            <a:ext cx="1827530" cy="265430"/>
          </a:xfrm>
          <a:custGeom>
            <a:avLst/>
            <a:gdLst/>
            <a:ahLst/>
            <a:cxnLst/>
            <a:rect l="l" t="t" r="r" b="b"/>
            <a:pathLst>
              <a:path w="1827529" h="265429">
                <a:moveTo>
                  <a:pt x="1827276" y="0"/>
                </a:moveTo>
                <a:lnTo>
                  <a:pt x="0" y="0"/>
                </a:lnTo>
                <a:lnTo>
                  <a:pt x="0" y="265176"/>
                </a:lnTo>
                <a:lnTo>
                  <a:pt x="1827276" y="265176"/>
                </a:lnTo>
                <a:lnTo>
                  <a:pt x="1827276" y="0"/>
                </a:lnTo>
                <a:close/>
              </a:path>
            </a:pathLst>
          </a:custGeom>
          <a:solidFill>
            <a:srgbClr val="FFFF00"/>
          </a:solidFill>
        </p:spPr>
        <p:txBody>
          <a:bodyPr wrap="square" lIns="0" tIns="0" rIns="0" bIns="0" rtlCol="0"/>
          <a:lstStyle/>
          <a:p>
            <a:endParaRPr/>
          </a:p>
        </p:txBody>
      </p:sp>
      <p:sp>
        <p:nvSpPr>
          <p:cNvPr id="5" name="object 5"/>
          <p:cNvSpPr/>
          <p:nvPr/>
        </p:nvSpPr>
        <p:spPr>
          <a:xfrm>
            <a:off x="7963408" y="4167504"/>
            <a:ext cx="1638300" cy="265430"/>
          </a:xfrm>
          <a:custGeom>
            <a:avLst/>
            <a:gdLst/>
            <a:ahLst/>
            <a:cxnLst/>
            <a:rect l="l" t="t" r="r" b="b"/>
            <a:pathLst>
              <a:path w="1638300" h="265429">
                <a:moveTo>
                  <a:pt x="1638300" y="0"/>
                </a:moveTo>
                <a:lnTo>
                  <a:pt x="455676" y="0"/>
                </a:lnTo>
                <a:lnTo>
                  <a:pt x="379476" y="0"/>
                </a:lnTo>
                <a:lnTo>
                  <a:pt x="0" y="0"/>
                </a:lnTo>
                <a:lnTo>
                  <a:pt x="0" y="265176"/>
                </a:lnTo>
                <a:lnTo>
                  <a:pt x="379476" y="265176"/>
                </a:lnTo>
                <a:lnTo>
                  <a:pt x="455676" y="265176"/>
                </a:lnTo>
                <a:lnTo>
                  <a:pt x="1638300" y="265176"/>
                </a:lnTo>
                <a:lnTo>
                  <a:pt x="1638300" y="0"/>
                </a:lnTo>
                <a:close/>
              </a:path>
            </a:pathLst>
          </a:custGeom>
          <a:solidFill>
            <a:srgbClr val="FFFF00"/>
          </a:solidFill>
        </p:spPr>
        <p:txBody>
          <a:bodyPr wrap="square" lIns="0" tIns="0" rIns="0" bIns="0" rtlCol="0"/>
          <a:lstStyle/>
          <a:p>
            <a:endParaRPr/>
          </a:p>
        </p:txBody>
      </p:sp>
      <p:sp>
        <p:nvSpPr>
          <p:cNvPr id="6" name="object 6"/>
          <p:cNvSpPr txBox="1"/>
          <p:nvPr/>
        </p:nvSpPr>
        <p:spPr>
          <a:xfrm>
            <a:off x="659993" y="3589731"/>
            <a:ext cx="10863580" cy="574675"/>
          </a:xfrm>
          <a:prstGeom prst="rect">
            <a:avLst/>
          </a:prstGeom>
        </p:spPr>
        <p:txBody>
          <a:bodyPr vert="horz" wrap="square" lIns="0" tIns="12700" rIns="0" bIns="0" rtlCol="0">
            <a:spAutoFit/>
          </a:bodyPr>
          <a:lstStyle/>
          <a:p>
            <a:pPr marL="318770" indent="-306705">
              <a:lnSpc>
                <a:spcPct val="100000"/>
              </a:lnSpc>
              <a:spcBef>
                <a:spcPts val="100"/>
              </a:spcBef>
              <a:buClr>
                <a:srgbClr val="8BB649"/>
              </a:buClr>
              <a:buSzPct val="91666"/>
              <a:buFont typeface="Cambria"/>
              <a:buChar char="◾"/>
              <a:tabLst>
                <a:tab pos="318770" algn="l"/>
                <a:tab pos="319405" algn="l"/>
              </a:tabLst>
            </a:pPr>
            <a:r>
              <a:rPr sz="1800" spc="-5" dirty="0">
                <a:solidFill>
                  <a:srgbClr val="1F2023"/>
                </a:solidFill>
                <a:latin typeface="Arial MT"/>
                <a:cs typeface="Arial MT"/>
              </a:rPr>
              <a:t>Acceptance</a:t>
            </a:r>
            <a:r>
              <a:rPr sz="1800" spc="5" dirty="0">
                <a:solidFill>
                  <a:srgbClr val="1F2023"/>
                </a:solidFill>
                <a:latin typeface="Arial MT"/>
                <a:cs typeface="Arial MT"/>
              </a:rPr>
              <a:t> </a:t>
            </a:r>
            <a:r>
              <a:rPr sz="1800" spc="-5" dirty="0">
                <a:solidFill>
                  <a:srgbClr val="1F2023"/>
                </a:solidFill>
                <a:latin typeface="Arial MT"/>
                <a:cs typeface="Arial MT"/>
              </a:rPr>
              <a:t>testing</a:t>
            </a:r>
            <a:r>
              <a:rPr sz="1800" dirty="0">
                <a:solidFill>
                  <a:srgbClr val="1F2023"/>
                </a:solidFill>
                <a:latin typeface="Arial MT"/>
                <a:cs typeface="Arial MT"/>
              </a:rPr>
              <a:t> is</a:t>
            </a:r>
            <a:r>
              <a:rPr sz="1800" spc="5" dirty="0">
                <a:solidFill>
                  <a:srgbClr val="1F2023"/>
                </a:solidFill>
                <a:latin typeface="Arial MT"/>
                <a:cs typeface="Arial MT"/>
              </a:rPr>
              <a:t> </a:t>
            </a:r>
            <a:r>
              <a:rPr sz="1800" b="1" dirty="0">
                <a:solidFill>
                  <a:srgbClr val="1F2023"/>
                </a:solidFill>
                <a:latin typeface="Arial"/>
                <a:cs typeface="Arial"/>
              </a:rPr>
              <a:t>a quality</a:t>
            </a:r>
            <a:r>
              <a:rPr sz="1800" b="1" spc="-15" dirty="0">
                <a:solidFill>
                  <a:srgbClr val="1F2023"/>
                </a:solidFill>
                <a:latin typeface="Arial"/>
                <a:cs typeface="Arial"/>
              </a:rPr>
              <a:t> </a:t>
            </a:r>
            <a:r>
              <a:rPr sz="1800" b="1" spc="-5" dirty="0">
                <a:solidFill>
                  <a:srgbClr val="1F2023"/>
                </a:solidFill>
                <a:latin typeface="Arial"/>
                <a:cs typeface="Arial"/>
              </a:rPr>
              <a:t>assurance</a:t>
            </a:r>
            <a:r>
              <a:rPr sz="1800" b="1" spc="15" dirty="0">
                <a:solidFill>
                  <a:srgbClr val="1F2023"/>
                </a:solidFill>
                <a:latin typeface="Arial"/>
                <a:cs typeface="Arial"/>
              </a:rPr>
              <a:t> </a:t>
            </a:r>
            <a:r>
              <a:rPr sz="1800" b="1" spc="-15" dirty="0">
                <a:solidFill>
                  <a:srgbClr val="1F2023"/>
                </a:solidFill>
                <a:latin typeface="Arial"/>
                <a:cs typeface="Arial"/>
              </a:rPr>
              <a:t>(QA)</a:t>
            </a:r>
            <a:r>
              <a:rPr sz="1800" b="1" spc="40" dirty="0">
                <a:solidFill>
                  <a:srgbClr val="1F2023"/>
                </a:solidFill>
                <a:latin typeface="Arial"/>
                <a:cs typeface="Arial"/>
              </a:rPr>
              <a:t> </a:t>
            </a:r>
            <a:r>
              <a:rPr sz="1800" b="1" spc="-5" dirty="0">
                <a:solidFill>
                  <a:srgbClr val="1F2023"/>
                </a:solidFill>
                <a:latin typeface="Arial"/>
                <a:cs typeface="Arial"/>
              </a:rPr>
              <a:t>process</a:t>
            </a:r>
            <a:r>
              <a:rPr sz="1800" b="1" spc="10" dirty="0">
                <a:solidFill>
                  <a:srgbClr val="1F2023"/>
                </a:solidFill>
                <a:latin typeface="Arial"/>
                <a:cs typeface="Arial"/>
              </a:rPr>
              <a:t> </a:t>
            </a:r>
            <a:r>
              <a:rPr sz="1800" b="1" dirty="0">
                <a:solidFill>
                  <a:srgbClr val="1F2023"/>
                </a:solidFill>
                <a:latin typeface="Arial"/>
                <a:cs typeface="Arial"/>
              </a:rPr>
              <a:t>that</a:t>
            </a:r>
            <a:r>
              <a:rPr sz="1800" b="1" spc="5" dirty="0">
                <a:solidFill>
                  <a:srgbClr val="1F2023"/>
                </a:solidFill>
                <a:latin typeface="Arial"/>
                <a:cs typeface="Arial"/>
              </a:rPr>
              <a:t> </a:t>
            </a:r>
            <a:r>
              <a:rPr sz="1800" b="1" spc="-5" dirty="0">
                <a:solidFill>
                  <a:srgbClr val="1F2023"/>
                </a:solidFill>
                <a:latin typeface="Arial"/>
                <a:cs typeface="Arial"/>
              </a:rPr>
              <a:t>determines</a:t>
            </a:r>
            <a:r>
              <a:rPr sz="1800" b="1" dirty="0">
                <a:solidFill>
                  <a:srgbClr val="1F2023"/>
                </a:solidFill>
                <a:latin typeface="Arial"/>
                <a:cs typeface="Arial"/>
              </a:rPr>
              <a:t> to </a:t>
            </a:r>
            <a:r>
              <a:rPr sz="1800" b="1" spc="10" dirty="0">
                <a:solidFill>
                  <a:srgbClr val="1F2023"/>
                </a:solidFill>
                <a:latin typeface="Arial"/>
                <a:cs typeface="Arial"/>
              </a:rPr>
              <a:t>what</a:t>
            </a:r>
            <a:r>
              <a:rPr sz="1800" b="1" spc="-40" dirty="0">
                <a:solidFill>
                  <a:srgbClr val="1F2023"/>
                </a:solidFill>
                <a:latin typeface="Arial"/>
                <a:cs typeface="Arial"/>
              </a:rPr>
              <a:t> </a:t>
            </a:r>
            <a:r>
              <a:rPr sz="1800" b="1" spc="-5" dirty="0">
                <a:solidFill>
                  <a:srgbClr val="1F2023"/>
                </a:solidFill>
                <a:latin typeface="Arial"/>
                <a:cs typeface="Arial"/>
              </a:rPr>
              <a:t>degree</a:t>
            </a:r>
            <a:r>
              <a:rPr sz="1800" b="1" dirty="0">
                <a:solidFill>
                  <a:srgbClr val="1F2023"/>
                </a:solidFill>
                <a:latin typeface="Arial"/>
                <a:cs typeface="Arial"/>
              </a:rPr>
              <a:t> an</a:t>
            </a:r>
            <a:endParaRPr sz="1800">
              <a:latin typeface="Arial"/>
              <a:cs typeface="Arial"/>
            </a:endParaRPr>
          </a:p>
          <a:p>
            <a:pPr marL="318770">
              <a:lnSpc>
                <a:spcPct val="100000"/>
              </a:lnSpc>
              <a:spcBef>
                <a:spcPts val="5"/>
              </a:spcBef>
            </a:pPr>
            <a:r>
              <a:rPr sz="1800" b="1" dirty="0">
                <a:solidFill>
                  <a:srgbClr val="1F2023"/>
                </a:solidFill>
                <a:latin typeface="Arial"/>
                <a:cs typeface="Arial"/>
              </a:rPr>
              <a:t>application</a:t>
            </a:r>
            <a:r>
              <a:rPr sz="1800" b="1" spc="-15" dirty="0">
                <a:solidFill>
                  <a:srgbClr val="1F2023"/>
                </a:solidFill>
                <a:latin typeface="Arial"/>
                <a:cs typeface="Arial"/>
              </a:rPr>
              <a:t> </a:t>
            </a:r>
            <a:r>
              <a:rPr sz="1800" b="1" spc="-5" dirty="0">
                <a:solidFill>
                  <a:srgbClr val="1F2023"/>
                </a:solidFill>
                <a:latin typeface="Arial"/>
                <a:cs typeface="Arial"/>
              </a:rPr>
              <a:t>meets</a:t>
            </a:r>
            <a:r>
              <a:rPr sz="1800" b="1" spc="10" dirty="0">
                <a:solidFill>
                  <a:srgbClr val="1F2023"/>
                </a:solidFill>
                <a:latin typeface="Arial"/>
                <a:cs typeface="Arial"/>
              </a:rPr>
              <a:t> </a:t>
            </a:r>
            <a:r>
              <a:rPr sz="1800" b="1" dirty="0">
                <a:solidFill>
                  <a:srgbClr val="1F2023"/>
                </a:solidFill>
                <a:latin typeface="Arial"/>
                <a:cs typeface="Arial"/>
              </a:rPr>
              <a:t>end</a:t>
            </a:r>
            <a:r>
              <a:rPr sz="1800" b="1" spc="10" dirty="0">
                <a:solidFill>
                  <a:srgbClr val="1F2023"/>
                </a:solidFill>
                <a:latin typeface="Arial"/>
                <a:cs typeface="Arial"/>
              </a:rPr>
              <a:t> </a:t>
            </a:r>
            <a:r>
              <a:rPr sz="1800" b="1" spc="-5" dirty="0">
                <a:solidFill>
                  <a:srgbClr val="1F2023"/>
                </a:solidFill>
                <a:latin typeface="Arial"/>
                <a:cs typeface="Arial"/>
              </a:rPr>
              <a:t>users'</a:t>
            </a:r>
            <a:r>
              <a:rPr sz="1800" b="1" spc="10" dirty="0">
                <a:solidFill>
                  <a:srgbClr val="1F2023"/>
                </a:solidFill>
                <a:latin typeface="Arial"/>
                <a:cs typeface="Arial"/>
              </a:rPr>
              <a:t> </a:t>
            </a:r>
            <a:r>
              <a:rPr sz="1800" b="1" spc="-5" dirty="0">
                <a:solidFill>
                  <a:srgbClr val="1F2023"/>
                </a:solidFill>
                <a:latin typeface="Arial"/>
                <a:cs typeface="Arial"/>
              </a:rPr>
              <a:t>approval</a:t>
            </a:r>
            <a:r>
              <a:rPr sz="1800" spc="-5" dirty="0">
                <a:solidFill>
                  <a:srgbClr val="1F2023"/>
                </a:solidFill>
                <a:latin typeface="Arial MT"/>
                <a:cs typeface="Arial MT"/>
              </a:rPr>
              <a:t>.</a:t>
            </a:r>
            <a:r>
              <a:rPr sz="1800" spc="30" dirty="0">
                <a:solidFill>
                  <a:srgbClr val="1F2023"/>
                </a:solidFill>
                <a:latin typeface="Arial MT"/>
                <a:cs typeface="Arial MT"/>
              </a:rPr>
              <a:t> </a:t>
            </a:r>
            <a:r>
              <a:rPr sz="1800" spc="-5" dirty="0">
                <a:solidFill>
                  <a:srgbClr val="1F2023"/>
                </a:solidFill>
                <a:latin typeface="Arial MT"/>
                <a:cs typeface="Arial MT"/>
              </a:rPr>
              <a:t>Depending</a:t>
            </a:r>
            <a:r>
              <a:rPr sz="1800" spc="35" dirty="0">
                <a:solidFill>
                  <a:srgbClr val="1F2023"/>
                </a:solidFill>
                <a:latin typeface="Arial MT"/>
                <a:cs typeface="Arial MT"/>
              </a:rPr>
              <a:t> </a:t>
            </a:r>
            <a:r>
              <a:rPr sz="1800" spc="-5" dirty="0">
                <a:solidFill>
                  <a:srgbClr val="1F2023"/>
                </a:solidFill>
                <a:latin typeface="Arial MT"/>
                <a:cs typeface="Arial MT"/>
              </a:rPr>
              <a:t>on </a:t>
            </a:r>
            <a:r>
              <a:rPr sz="1800" dirty="0">
                <a:solidFill>
                  <a:srgbClr val="1F2023"/>
                </a:solidFill>
                <a:latin typeface="Arial MT"/>
                <a:cs typeface="Arial MT"/>
              </a:rPr>
              <a:t>the</a:t>
            </a:r>
            <a:r>
              <a:rPr sz="1800" spc="-5" dirty="0">
                <a:solidFill>
                  <a:srgbClr val="1F2023"/>
                </a:solidFill>
                <a:latin typeface="Arial MT"/>
                <a:cs typeface="Arial MT"/>
              </a:rPr>
              <a:t> organization,</a:t>
            </a:r>
            <a:r>
              <a:rPr sz="1800" spc="30" dirty="0">
                <a:solidFill>
                  <a:srgbClr val="1F2023"/>
                </a:solidFill>
                <a:latin typeface="Arial MT"/>
                <a:cs typeface="Arial MT"/>
              </a:rPr>
              <a:t> </a:t>
            </a:r>
            <a:r>
              <a:rPr sz="1800" spc="-5" dirty="0">
                <a:solidFill>
                  <a:srgbClr val="1F2023"/>
                </a:solidFill>
                <a:latin typeface="Arial MT"/>
                <a:cs typeface="Arial MT"/>
              </a:rPr>
              <a:t>acceptance</a:t>
            </a:r>
            <a:r>
              <a:rPr sz="1800" spc="10" dirty="0">
                <a:solidFill>
                  <a:srgbClr val="1F2023"/>
                </a:solidFill>
                <a:latin typeface="Arial MT"/>
                <a:cs typeface="Arial MT"/>
              </a:rPr>
              <a:t> </a:t>
            </a:r>
            <a:r>
              <a:rPr sz="1800" spc="-5" dirty="0">
                <a:solidFill>
                  <a:srgbClr val="1F2023"/>
                </a:solidFill>
                <a:latin typeface="Arial MT"/>
                <a:cs typeface="Arial MT"/>
              </a:rPr>
              <a:t>testing</a:t>
            </a:r>
            <a:r>
              <a:rPr sz="1800" spc="15" dirty="0">
                <a:solidFill>
                  <a:srgbClr val="1F2023"/>
                </a:solidFill>
                <a:latin typeface="Arial MT"/>
                <a:cs typeface="Arial MT"/>
              </a:rPr>
              <a:t> </a:t>
            </a:r>
            <a:r>
              <a:rPr sz="1800" spc="-5" dirty="0">
                <a:solidFill>
                  <a:srgbClr val="1F2023"/>
                </a:solidFill>
                <a:latin typeface="Arial MT"/>
                <a:cs typeface="Arial MT"/>
              </a:rPr>
              <a:t>might</a:t>
            </a:r>
            <a:r>
              <a:rPr sz="1800" spc="5" dirty="0">
                <a:solidFill>
                  <a:srgbClr val="1F2023"/>
                </a:solidFill>
                <a:latin typeface="Arial MT"/>
                <a:cs typeface="Arial MT"/>
              </a:rPr>
              <a:t> </a:t>
            </a:r>
            <a:r>
              <a:rPr sz="1800" spc="-5" dirty="0">
                <a:solidFill>
                  <a:srgbClr val="1F2023"/>
                </a:solidFill>
                <a:latin typeface="Arial MT"/>
                <a:cs typeface="Arial MT"/>
              </a:rPr>
              <a:t>take</a:t>
            </a:r>
            <a:endParaRPr sz="1800">
              <a:latin typeface="Arial MT"/>
              <a:cs typeface="Arial MT"/>
            </a:endParaRPr>
          </a:p>
        </p:txBody>
      </p:sp>
      <p:sp>
        <p:nvSpPr>
          <p:cNvPr id="7" name="object 7"/>
          <p:cNvSpPr txBox="1"/>
          <p:nvPr/>
        </p:nvSpPr>
        <p:spPr>
          <a:xfrm>
            <a:off x="6477508" y="4167504"/>
            <a:ext cx="1219200" cy="265430"/>
          </a:xfrm>
          <a:prstGeom prst="rect">
            <a:avLst/>
          </a:prstGeom>
          <a:solidFill>
            <a:srgbClr val="FFFF00"/>
          </a:solidFill>
        </p:spPr>
        <p:txBody>
          <a:bodyPr vert="horz" wrap="square" lIns="0" tIns="0" rIns="0" bIns="0" rtlCol="0">
            <a:spAutoFit/>
          </a:bodyPr>
          <a:lstStyle/>
          <a:p>
            <a:pPr marL="635">
              <a:lnSpc>
                <a:spcPts val="2025"/>
              </a:lnSpc>
            </a:pPr>
            <a:r>
              <a:rPr sz="1800" spc="-5" dirty="0">
                <a:solidFill>
                  <a:srgbClr val="1F2023"/>
                </a:solidFill>
                <a:latin typeface="Arial MT"/>
                <a:cs typeface="Arial MT"/>
              </a:rPr>
              <a:t>field</a:t>
            </a:r>
            <a:r>
              <a:rPr sz="1800" spc="-30" dirty="0">
                <a:solidFill>
                  <a:srgbClr val="1F2023"/>
                </a:solidFill>
                <a:latin typeface="Arial MT"/>
                <a:cs typeface="Arial MT"/>
              </a:rPr>
              <a:t> </a:t>
            </a:r>
            <a:r>
              <a:rPr sz="1800" spc="-5" dirty="0">
                <a:solidFill>
                  <a:srgbClr val="1F2023"/>
                </a:solidFill>
                <a:latin typeface="Arial MT"/>
                <a:cs typeface="Arial MT"/>
              </a:rPr>
              <a:t>testing</a:t>
            </a:r>
            <a:endParaRPr sz="1800">
              <a:latin typeface="Arial MT"/>
              <a:cs typeface="Arial MT"/>
            </a:endParaRPr>
          </a:p>
        </p:txBody>
      </p:sp>
      <p:sp>
        <p:nvSpPr>
          <p:cNvPr id="8" name="object 8"/>
          <p:cNvSpPr txBox="1"/>
          <p:nvPr/>
        </p:nvSpPr>
        <p:spPr>
          <a:xfrm>
            <a:off x="966317" y="4137405"/>
            <a:ext cx="8713470" cy="299720"/>
          </a:xfrm>
          <a:prstGeom prst="rect">
            <a:avLst/>
          </a:prstGeom>
        </p:spPr>
        <p:txBody>
          <a:bodyPr vert="horz" wrap="square" lIns="0" tIns="12700" rIns="0" bIns="0" rtlCol="0">
            <a:spAutoFit/>
          </a:bodyPr>
          <a:lstStyle/>
          <a:p>
            <a:pPr marL="12700">
              <a:lnSpc>
                <a:spcPct val="100000"/>
              </a:lnSpc>
              <a:spcBef>
                <a:spcPts val="100"/>
              </a:spcBef>
              <a:tabLst>
                <a:tab pos="6731000" algn="l"/>
              </a:tabLst>
            </a:pPr>
            <a:r>
              <a:rPr sz="1800" spc="-5" dirty="0">
                <a:solidFill>
                  <a:srgbClr val="1F2023"/>
                </a:solidFill>
                <a:latin typeface="Arial MT"/>
                <a:cs typeface="Arial MT"/>
              </a:rPr>
              <a:t>the</a:t>
            </a:r>
            <a:r>
              <a:rPr sz="1800" spc="5" dirty="0">
                <a:solidFill>
                  <a:srgbClr val="1F2023"/>
                </a:solidFill>
                <a:latin typeface="Arial MT"/>
                <a:cs typeface="Arial MT"/>
              </a:rPr>
              <a:t> </a:t>
            </a:r>
            <a:r>
              <a:rPr sz="1800" dirty="0">
                <a:solidFill>
                  <a:srgbClr val="1F2023"/>
                </a:solidFill>
                <a:latin typeface="Arial MT"/>
                <a:cs typeface="Arial MT"/>
              </a:rPr>
              <a:t>form</a:t>
            </a:r>
            <a:r>
              <a:rPr sz="1800" spc="15" dirty="0">
                <a:solidFill>
                  <a:srgbClr val="1F2023"/>
                </a:solidFill>
                <a:latin typeface="Arial MT"/>
                <a:cs typeface="Arial MT"/>
              </a:rPr>
              <a:t> </a:t>
            </a:r>
            <a:r>
              <a:rPr sz="1800" dirty="0">
                <a:solidFill>
                  <a:srgbClr val="1F2023"/>
                </a:solidFill>
                <a:latin typeface="Arial MT"/>
                <a:cs typeface="Arial MT"/>
              </a:rPr>
              <a:t>of</a:t>
            </a:r>
            <a:r>
              <a:rPr sz="1800" spc="5" dirty="0">
                <a:solidFill>
                  <a:srgbClr val="1F2023"/>
                </a:solidFill>
                <a:latin typeface="Arial MT"/>
                <a:cs typeface="Arial MT"/>
              </a:rPr>
              <a:t> </a:t>
            </a:r>
            <a:r>
              <a:rPr sz="1800" spc="-5" dirty="0">
                <a:solidFill>
                  <a:srgbClr val="1F2023"/>
                </a:solidFill>
                <a:latin typeface="Arial MT"/>
                <a:cs typeface="Arial MT"/>
              </a:rPr>
              <a:t>beta</a:t>
            </a:r>
            <a:r>
              <a:rPr sz="1800" spc="25" dirty="0">
                <a:solidFill>
                  <a:srgbClr val="1F2023"/>
                </a:solidFill>
                <a:latin typeface="Arial MT"/>
                <a:cs typeface="Arial MT"/>
              </a:rPr>
              <a:t> </a:t>
            </a:r>
            <a:r>
              <a:rPr sz="1800" spc="-5" dirty="0">
                <a:solidFill>
                  <a:srgbClr val="1F2023"/>
                </a:solidFill>
                <a:latin typeface="Arial MT"/>
                <a:cs typeface="Arial MT"/>
              </a:rPr>
              <a:t>testing</a:t>
            </a:r>
            <a:r>
              <a:rPr sz="1800" spc="20" dirty="0">
                <a:solidFill>
                  <a:srgbClr val="1F2023"/>
                </a:solidFill>
                <a:latin typeface="Arial MT"/>
                <a:cs typeface="Arial MT"/>
              </a:rPr>
              <a:t> </a:t>
            </a:r>
            <a:r>
              <a:rPr sz="1800" spc="-5" dirty="0">
                <a:solidFill>
                  <a:srgbClr val="1F2023"/>
                </a:solidFill>
                <a:latin typeface="Arial MT"/>
                <a:cs typeface="Arial MT"/>
              </a:rPr>
              <a:t>(pilot-test),</a:t>
            </a:r>
            <a:r>
              <a:rPr sz="1800" spc="20" dirty="0">
                <a:solidFill>
                  <a:srgbClr val="1F2023"/>
                </a:solidFill>
                <a:latin typeface="Arial MT"/>
                <a:cs typeface="Arial MT"/>
              </a:rPr>
              <a:t> </a:t>
            </a:r>
            <a:r>
              <a:rPr sz="1800" spc="-5" dirty="0">
                <a:solidFill>
                  <a:srgbClr val="1F2023"/>
                </a:solidFill>
                <a:latin typeface="Arial MT"/>
                <a:cs typeface="Arial MT"/>
              </a:rPr>
              <a:t>application</a:t>
            </a:r>
            <a:r>
              <a:rPr sz="1800" spc="30" dirty="0">
                <a:solidFill>
                  <a:srgbClr val="1F2023"/>
                </a:solidFill>
                <a:latin typeface="Arial MT"/>
                <a:cs typeface="Arial MT"/>
              </a:rPr>
              <a:t> </a:t>
            </a:r>
            <a:r>
              <a:rPr sz="1800" spc="-5" dirty="0">
                <a:solidFill>
                  <a:srgbClr val="1F2023"/>
                </a:solidFill>
                <a:latin typeface="Arial MT"/>
                <a:cs typeface="Arial MT"/>
              </a:rPr>
              <a:t>testing,	or</a:t>
            </a:r>
            <a:r>
              <a:rPr sz="1800" spc="-25" dirty="0">
                <a:solidFill>
                  <a:srgbClr val="1F2023"/>
                </a:solidFill>
                <a:latin typeface="Arial MT"/>
                <a:cs typeface="Arial MT"/>
              </a:rPr>
              <a:t> </a:t>
            </a:r>
            <a:r>
              <a:rPr sz="1800" spc="-5" dirty="0">
                <a:solidFill>
                  <a:srgbClr val="1F2023"/>
                </a:solidFill>
                <a:latin typeface="Arial MT"/>
                <a:cs typeface="Arial MT"/>
              </a:rPr>
              <a:t>end-user</a:t>
            </a:r>
            <a:r>
              <a:rPr sz="1800" dirty="0">
                <a:solidFill>
                  <a:srgbClr val="1F2023"/>
                </a:solidFill>
                <a:latin typeface="Arial MT"/>
                <a:cs typeface="Arial MT"/>
              </a:rPr>
              <a:t> </a:t>
            </a:r>
            <a:r>
              <a:rPr sz="1800" spc="-5" dirty="0">
                <a:solidFill>
                  <a:srgbClr val="1F2023"/>
                </a:solidFill>
                <a:latin typeface="Arial MT"/>
                <a:cs typeface="Arial MT"/>
              </a:rPr>
              <a:t>testing.</a:t>
            </a:r>
            <a:endParaRPr sz="1800" dirty="0">
              <a:latin typeface="Arial MT"/>
              <a:cs typeface="Arial MT"/>
            </a:endParaRPr>
          </a:p>
        </p:txBody>
      </p:sp>
    </p:spTree>
    <p:extLst>
      <p:ext uri="{BB962C8B-B14F-4D97-AF65-F5344CB8AC3E}">
        <p14:creationId xmlns:p14="http://schemas.microsoft.com/office/powerpoint/2010/main" val="2163941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210" dirty="0"/>
              <a:t>A</a:t>
            </a:r>
            <a:r>
              <a:rPr spc="225" dirty="0"/>
              <a:t>D</a:t>
            </a:r>
            <a:r>
              <a:rPr spc="-185" dirty="0"/>
              <a:t>V</a:t>
            </a:r>
            <a:r>
              <a:rPr spc="300" dirty="0"/>
              <a:t>AN</a:t>
            </a:r>
            <a:r>
              <a:rPr spc="-220" dirty="0"/>
              <a:t>T</a:t>
            </a:r>
            <a:r>
              <a:rPr spc="95" dirty="0"/>
              <a:t>A</a:t>
            </a:r>
            <a:r>
              <a:rPr spc="-5" dirty="0"/>
              <a:t>GE</a:t>
            </a:r>
            <a:r>
              <a:rPr dirty="0"/>
              <a:t>S</a:t>
            </a:r>
            <a:r>
              <a:rPr spc="-55" dirty="0"/>
              <a:t> </a:t>
            </a:r>
            <a:r>
              <a:rPr spc="135" dirty="0"/>
              <a:t>O</a:t>
            </a:r>
            <a:r>
              <a:rPr spc="110" dirty="0"/>
              <a:t>F</a:t>
            </a:r>
            <a:r>
              <a:rPr spc="-500" dirty="0"/>
              <a:t> </a:t>
            </a:r>
            <a:r>
              <a:rPr spc="-229" dirty="0"/>
              <a:t>V</a:t>
            </a:r>
            <a:r>
              <a:rPr spc="-130" dirty="0"/>
              <a:t>-</a:t>
            </a:r>
            <a:r>
              <a:rPr spc="229" dirty="0"/>
              <a:t>MOD</a:t>
            </a:r>
            <a:r>
              <a:rPr spc="190" dirty="0"/>
              <a:t>E</a:t>
            </a:r>
            <a:r>
              <a:rPr spc="-50" dirty="0"/>
              <a:t>L</a:t>
            </a:r>
          </a:p>
        </p:txBody>
      </p:sp>
      <p:sp>
        <p:nvSpPr>
          <p:cNvPr id="3" name="object 3"/>
          <p:cNvSpPr txBox="1"/>
          <p:nvPr/>
        </p:nvSpPr>
        <p:spPr>
          <a:xfrm>
            <a:off x="659993" y="2782315"/>
            <a:ext cx="10461625" cy="2327275"/>
          </a:xfrm>
          <a:prstGeom prst="rect">
            <a:avLst/>
          </a:prstGeom>
        </p:spPr>
        <p:txBody>
          <a:bodyPr vert="horz" wrap="square" lIns="0" tIns="143510" rIns="0" bIns="0" rtlCol="0">
            <a:spAutoFit/>
          </a:bodyPr>
          <a:lstStyle/>
          <a:p>
            <a:pPr marL="318770" indent="-306705">
              <a:lnSpc>
                <a:spcPct val="100000"/>
              </a:lnSpc>
              <a:spcBef>
                <a:spcPts val="1130"/>
              </a:spcBef>
              <a:buClr>
                <a:srgbClr val="8BB649"/>
              </a:buClr>
              <a:buSzPct val="91666"/>
              <a:buFont typeface="Cambria"/>
              <a:buChar char="◾"/>
              <a:tabLst>
                <a:tab pos="318770" algn="l"/>
                <a:tab pos="319405" algn="l"/>
              </a:tabLst>
            </a:pPr>
            <a:r>
              <a:rPr sz="1800" spc="-65" dirty="0">
                <a:solidFill>
                  <a:srgbClr val="3C3C3C"/>
                </a:solidFill>
                <a:latin typeface="Trebuchet MS"/>
                <a:cs typeface="Trebuchet MS"/>
              </a:rPr>
              <a:t>Si</a:t>
            </a:r>
            <a:r>
              <a:rPr sz="1800" spc="-135" dirty="0">
                <a:solidFill>
                  <a:srgbClr val="3C3C3C"/>
                </a:solidFill>
                <a:latin typeface="Trebuchet MS"/>
                <a:cs typeface="Trebuchet MS"/>
              </a:rPr>
              <a:t>m</a:t>
            </a:r>
            <a:r>
              <a:rPr sz="1800" spc="-120" dirty="0">
                <a:solidFill>
                  <a:srgbClr val="3C3C3C"/>
                </a:solidFill>
                <a:latin typeface="Trebuchet MS"/>
                <a:cs typeface="Trebuchet MS"/>
              </a:rPr>
              <a:t>ple</a:t>
            </a:r>
            <a:r>
              <a:rPr sz="1800" spc="-40" dirty="0">
                <a:solidFill>
                  <a:srgbClr val="3C3C3C"/>
                </a:solidFill>
                <a:latin typeface="Trebuchet MS"/>
                <a:cs typeface="Trebuchet MS"/>
              </a:rPr>
              <a:t> </a:t>
            </a:r>
            <a:r>
              <a:rPr sz="1800" spc="-120" dirty="0">
                <a:solidFill>
                  <a:srgbClr val="3C3C3C"/>
                </a:solidFill>
                <a:latin typeface="Trebuchet MS"/>
                <a:cs typeface="Trebuchet MS"/>
              </a:rPr>
              <a:t>and</a:t>
            </a:r>
            <a:r>
              <a:rPr sz="1800" spc="-60" dirty="0">
                <a:solidFill>
                  <a:srgbClr val="3C3C3C"/>
                </a:solidFill>
                <a:latin typeface="Trebuchet MS"/>
                <a:cs typeface="Trebuchet MS"/>
              </a:rPr>
              <a:t> </a:t>
            </a:r>
            <a:r>
              <a:rPr sz="1800" spc="-110" dirty="0">
                <a:solidFill>
                  <a:srgbClr val="3C3C3C"/>
                </a:solidFill>
                <a:latin typeface="Trebuchet MS"/>
                <a:cs typeface="Trebuchet MS"/>
              </a:rPr>
              <a:t>easy</a:t>
            </a:r>
            <a:r>
              <a:rPr sz="1800" spc="-60" dirty="0">
                <a:solidFill>
                  <a:srgbClr val="3C3C3C"/>
                </a:solidFill>
                <a:latin typeface="Trebuchet MS"/>
                <a:cs typeface="Trebuchet MS"/>
              </a:rPr>
              <a:t> </a:t>
            </a:r>
            <a:r>
              <a:rPr sz="1800" spc="-45" dirty="0">
                <a:solidFill>
                  <a:srgbClr val="3C3C3C"/>
                </a:solidFill>
                <a:latin typeface="Trebuchet MS"/>
                <a:cs typeface="Trebuchet MS"/>
              </a:rPr>
              <a:t>to</a:t>
            </a:r>
            <a:r>
              <a:rPr sz="1800" spc="-50" dirty="0">
                <a:solidFill>
                  <a:srgbClr val="3C3C3C"/>
                </a:solidFill>
                <a:latin typeface="Trebuchet MS"/>
                <a:cs typeface="Trebuchet MS"/>
              </a:rPr>
              <a:t> </a:t>
            </a:r>
            <a:r>
              <a:rPr sz="1800" spc="-80" dirty="0">
                <a:solidFill>
                  <a:srgbClr val="3C3C3C"/>
                </a:solidFill>
                <a:latin typeface="Trebuchet MS"/>
                <a:cs typeface="Trebuchet MS"/>
              </a:rPr>
              <a:t>us</a:t>
            </a:r>
            <a:r>
              <a:rPr sz="1800" spc="-55" dirty="0">
                <a:solidFill>
                  <a:srgbClr val="3C3C3C"/>
                </a:solidFill>
                <a:latin typeface="Trebuchet MS"/>
                <a:cs typeface="Trebuchet MS"/>
              </a:rPr>
              <a:t>e</a:t>
            </a:r>
            <a:r>
              <a:rPr sz="1800" spc="-270" dirty="0">
                <a:solidFill>
                  <a:srgbClr val="3C3C3C"/>
                </a:solidFill>
                <a:latin typeface="Trebuchet MS"/>
                <a:cs typeface="Trebuchet MS"/>
              </a:rPr>
              <a:t>.</a:t>
            </a:r>
            <a:endParaRPr sz="1800">
              <a:latin typeface="Trebuchet MS"/>
              <a:cs typeface="Trebuchet MS"/>
            </a:endParaRPr>
          </a:p>
          <a:p>
            <a:pPr marL="318770" indent="-306705">
              <a:lnSpc>
                <a:spcPct val="100000"/>
              </a:lnSpc>
              <a:spcBef>
                <a:spcPts val="1035"/>
              </a:spcBef>
              <a:buClr>
                <a:srgbClr val="8BB649"/>
              </a:buClr>
              <a:buSzPct val="91666"/>
              <a:buFont typeface="Cambria"/>
              <a:buChar char="◾"/>
              <a:tabLst>
                <a:tab pos="318770" algn="l"/>
                <a:tab pos="319405" algn="l"/>
              </a:tabLst>
            </a:pPr>
            <a:r>
              <a:rPr sz="1800" spc="-120" dirty="0">
                <a:solidFill>
                  <a:srgbClr val="3C3C3C"/>
                </a:solidFill>
                <a:latin typeface="Trebuchet MS"/>
                <a:cs typeface="Trebuchet MS"/>
              </a:rPr>
              <a:t>Testing</a:t>
            </a:r>
            <a:r>
              <a:rPr sz="1800" spc="-60" dirty="0">
                <a:solidFill>
                  <a:srgbClr val="3C3C3C"/>
                </a:solidFill>
                <a:latin typeface="Trebuchet MS"/>
                <a:cs typeface="Trebuchet MS"/>
              </a:rPr>
              <a:t> </a:t>
            </a:r>
            <a:r>
              <a:rPr sz="1800" spc="-114" dirty="0">
                <a:solidFill>
                  <a:srgbClr val="3C3C3C"/>
                </a:solidFill>
                <a:latin typeface="Trebuchet MS"/>
                <a:cs typeface="Trebuchet MS"/>
              </a:rPr>
              <a:t>activities</a:t>
            </a:r>
            <a:r>
              <a:rPr sz="1800" spc="-50" dirty="0">
                <a:solidFill>
                  <a:srgbClr val="3C3C3C"/>
                </a:solidFill>
                <a:latin typeface="Trebuchet MS"/>
                <a:cs typeface="Trebuchet MS"/>
              </a:rPr>
              <a:t> </a:t>
            </a:r>
            <a:r>
              <a:rPr sz="1800" spc="-120" dirty="0">
                <a:solidFill>
                  <a:srgbClr val="3C3C3C"/>
                </a:solidFill>
                <a:latin typeface="Trebuchet MS"/>
                <a:cs typeface="Trebuchet MS"/>
              </a:rPr>
              <a:t>like</a:t>
            </a:r>
            <a:r>
              <a:rPr sz="1800" spc="-30" dirty="0">
                <a:solidFill>
                  <a:srgbClr val="3C3C3C"/>
                </a:solidFill>
                <a:latin typeface="Trebuchet MS"/>
                <a:cs typeface="Trebuchet MS"/>
              </a:rPr>
              <a:t> </a:t>
            </a:r>
            <a:r>
              <a:rPr sz="1800" spc="-135" dirty="0">
                <a:solidFill>
                  <a:srgbClr val="3C3C3C"/>
                </a:solidFill>
                <a:latin typeface="Trebuchet MS"/>
                <a:cs typeface="Trebuchet MS"/>
              </a:rPr>
              <a:t>planning,</a:t>
            </a:r>
            <a:r>
              <a:rPr sz="1800" spc="-215" dirty="0">
                <a:solidFill>
                  <a:srgbClr val="3C3C3C"/>
                </a:solidFill>
                <a:latin typeface="Trebuchet MS"/>
                <a:cs typeface="Trebuchet MS"/>
              </a:rPr>
              <a:t> </a:t>
            </a:r>
            <a:r>
              <a:rPr sz="1800" spc="-100" dirty="0">
                <a:solidFill>
                  <a:srgbClr val="3C3C3C"/>
                </a:solidFill>
                <a:latin typeface="Trebuchet MS"/>
                <a:cs typeface="Trebuchet MS"/>
              </a:rPr>
              <a:t>test</a:t>
            </a:r>
            <a:r>
              <a:rPr sz="1800" spc="-35" dirty="0">
                <a:solidFill>
                  <a:srgbClr val="3C3C3C"/>
                </a:solidFill>
                <a:latin typeface="Trebuchet MS"/>
                <a:cs typeface="Trebuchet MS"/>
              </a:rPr>
              <a:t> </a:t>
            </a:r>
            <a:r>
              <a:rPr sz="1800" spc="-105" dirty="0">
                <a:solidFill>
                  <a:srgbClr val="3C3C3C"/>
                </a:solidFill>
                <a:latin typeface="Trebuchet MS"/>
                <a:cs typeface="Trebuchet MS"/>
              </a:rPr>
              <a:t>designing</a:t>
            </a:r>
            <a:r>
              <a:rPr sz="1800" spc="-55" dirty="0">
                <a:solidFill>
                  <a:srgbClr val="3C3C3C"/>
                </a:solidFill>
                <a:latin typeface="Trebuchet MS"/>
                <a:cs typeface="Trebuchet MS"/>
              </a:rPr>
              <a:t> </a:t>
            </a:r>
            <a:r>
              <a:rPr sz="1800" spc="-105" dirty="0">
                <a:solidFill>
                  <a:srgbClr val="3C3C3C"/>
                </a:solidFill>
                <a:latin typeface="Trebuchet MS"/>
                <a:cs typeface="Trebuchet MS"/>
              </a:rPr>
              <a:t>happens</a:t>
            </a:r>
            <a:r>
              <a:rPr sz="1800" spc="-50" dirty="0">
                <a:solidFill>
                  <a:srgbClr val="3C3C3C"/>
                </a:solidFill>
                <a:latin typeface="Trebuchet MS"/>
                <a:cs typeface="Trebuchet MS"/>
              </a:rPr>
              <a:t> </a:t>
            </a:r>
            <a:r>
              <a:rPr sz="1800" spc="-120" dirty="0">
                <a:solidFill>
                  <a:srgbClr val="3C3C3C"/>
                </a:solidFill>
                <a:latin typeface="Trebuchet MS"/>
                <a:cs typeface="Trebuchet MS"/>
              </a:rPr>
              <a:t>well</a:t>
            </a:r>
            <a:r>
              <a:rPr sz="1800" spc="-15" dirty="0">
                <a:solidFill>
                  <a:srgbClr val="3C3C3C"/>
                </a:solidFill>
                <a:latin typeface="Trebuchet MS"/>
                <a:cs typeface="Trebuchet MS"/>
              </a:rPr>
              <a:t> </a:t>
            </a:r>
            <a:r>
              <a:rPr sz="1800" spc="-95" dirty="0">
                <a:solidFill>
                  <a:srgbClr val="3C3C3C"/>
                </a:solidFill>
                <a:latin typeface="Trebuchet MS"/>
                <a:cs typeface="Trebuchet MS"/>
              </a:rPr>
              <a:t>before</a:t>
            </a:r>
            <a:r>
              <a:rPr sz="1800" spc="-50" dirty="0">
                <a:solidFill>
                  <a:srgbClr val="3C3C3C"/>
                </a:solidFill>
                <a:latin typeface="Trebuchet MS"/>
                <a:cs typeface="Trebuchet MS"/>
              </a:rPr>
              <a:t> </a:t>
            </a:r>
            <a:r>
              <a:rPr sz="1800" spc="-85" dirty="0">
                <a:solidFill>
                  <a:srgbClr val="3C3C3C"/>
                </a:solidFill>
                <a:latin typeface="Trebuchet MS"/>
                <a:cs typeface="Trebuchet MS"/>
              </a:rPr>
              <a:t>coding.This</a:t>
            </a:r>
            <a:r>
              <a:rPr sz="1800" spc="-40" dirty="0">
                <a:solidFill>
                  <a:srgbClr val="3C3C3C"/>
                </a:solidFill>
                <a:latin typeface="Trebuchet MS"/>
                <a:cs typeface="Trebuchet MS"/>
              </a:rPr>
              <a:t> </a:t>
            </a:r>
            <a:r>
              <a:rPr sz="1800" spc="-114" dirty="0">
                <a:solidFill>
                  <a:srgbClr val="3C3C3C"/>
                </a:solidFill>
                <a:latin typeface="Trebuchet MS"/>
                <a:cs typeface="Trebuchet MS"/>
              </a:rPr>
              <a:t>saves</a:t>
            </a:r>
            <a:r>
              <a:rPr sz="1800" spc="-60" dirty="0">
                <a:solidFill>
                  <a:srgbClr val="3C3C3C"/>
                </a:solidFill>
                <a:latin typeface="Trebuchet MS"/>
                <a:cs typeface="Trebuchet MS"/>
              </a:rPr>
              <a:t> </a:t>
            </a:r>
            <a:r>
              <a:rPr sz="1800" spc="-180" dirty="0">
                <a:solidFill>
                  <a:srgbClr val="3C3C3C"/>
                </a:solidFill>
                <a:latin typeface="Trebuchet MS"/>
                <a:cs typeface="Trebuchet MS"/>
              </a:rPr>
              <a:t>a</a:t>
            </a:r>
            <a:r>
              <a:rPr sz="1800" spc="-40" dirty="0">
                <a:solidFill>
                  <a:srgbClr val="3C3C3C"/>
                </a:solidFill>
                <a:latin typeface="Trebuchet MS"/>
                <a:cs typeface="Trebuchet MS"/>
              </a:rPr>
              <a:t> </a:t>
            </a:r>
            <a:r>
              <a:rPr sz="1800" spc="-80" dirty="0">
                <a:solidFill>
                  <a:srgbClr val="3C3C3C"/>
                </a:solidFill>
                <a:latin typeface="Trebuchet MS"/>
                <a:cs typeface="Trebuchet MS"/>
              </a:rPr>
              <a:t>lot</a:t>
            </a:r>
            <a:r>
              <a:rPr sz="1800" spc="-40" dirty="0">
                <a:solidFill>
                  <a:srgbClr val="3C3C3C"/>
                </a:solidFill>
                <a:latin typeface="Trebuchet MS"/>
                <a:cs typeface="Trebuchet MS"/>
              </a:rPr>
              <a:t> </a:t>
            </a:r>
            <a:r>
              <a:rPr sz="1800" spc="-95" dirty="0">
                <a:solidFill>
                  <a:srgbClr val="3C3C3C"/>
                </a:solidFill>
                <a:latin typeface="Trebuchet MS"/>
                <a:cs typeface="Trebuchet MS"/>
              </a:rPr>
              <a:t>of</a:t>
            </a:r>
            <a:r>
              <a:rPr sz="1800" spc="-35" dirty="0">
                <a:solidFill>
                  <a:srgbClr val="3C3C3C"/>
                </a:solidFill>
                <a:latin typeface="Trebuchet MS"/>
                <a:cs typeface="Trebuchet MS"/>
              </a:rPr>
              <a:t> </a:t>
            </a:r>
            <a:r>
              <a:rPr sz="1800" spc="-140" dirty="0">
                <a:solidFill>
                  <a:srgbClr val="3C3C3C"/>
                </a:solidFill>
                <a:latin typeface="Trebuchet MS"/>
                <a:cs typeface="Trebuchet MS"/>
              </a:rPr>
              <a:t>time.</a:t>
            </a:r>
            <a:r>
              <a:rPr sz="1800" spc="-215" dirty="0">
                <a:solidFill>
                  <a:srgbClr val="3C3C3C"/>
                </a:solidFill>
                <a:latin typeface="Trebuchet MS"/>
                <a:cs typeface="Trebuchet MS"/>
              </a:rPr>
              <a:t> </a:t>
            </a:r>
            <a:r>
              <a:rPr sz="1800" spc="-60" dirty="0">
                <a:solidFill>
                  <a:srgbClr val="3C3C3C"/>
                </a:solidFill>
                <a:latin typeface="Trebuchet MS"/>
                <a:cs typeface="Trebuchet MS"/>
              </a:rPr>
              <a:t>Hence</a:t>
            </a:r>
            <a:r>
              <a:rPr sz="1800" spc="-45" dirty="0">
                <a:solidFill>
                  <a:srgbClr val="3C3C3C"/>
                </a:solidFill>
                <a:latin typeface="Trebuchet MS"/>
                <a:cs typeface="Trebuchet MS"/>
              </a:rPr>
              <a:t> </a:t>
            </a:r>
            <a:r>
              <a:rPr sz="1800" spc="-90" dirty="0">
                <a:solidFill>
                  <a:srgbClr val="3C3C3C"/>
                </a:solidFill>
                <a:latin typeface="Trebuchet MS"/>
                <a:cs typeface="Trebuchet MS"/>
              </a:rPr>
              <a:t>higher</a:t>
            </a:r>
            <a:endParaRPr sz="1800">
              <a:latin typeface="Trebuchet MS"/>
              <a:cs typeface="Trebuchet MS"/>
            </a:endParaRPr>
          </a:p>
          <a:p>
            <a:pPr marL="318770">
              <a:lnSpc>
                <a:spcPct val="100000"/>
              </a:lnSpc>
            </a:pPr>
            <a:r>
              <a:rPr sz="1800" spc="-114" dirty="0">
                <a:solidFill>
                  <a:srgbClr val="3C3C3C"/>
                </a:solidFill>
                <a:latin typeface="Trebuchet MS"/>
                <a:cs typeface="Trebuchet MS"/>
              </a:rPr>
              <a:t>chance</a:t>
            </a:r>
            <a:r>
              <a:rPr sz="1800" spc="-65" dirty="0">
                <a:solidFill>
                  <a:srgbClr val="3C3C3C"/>
                </a:solidFill>
                <a:latin typeface="Trebuchet MS"/>
                <a:cs typeface="Trebuchet MS"/>
              </a:rPr>
              <a:t> </a:t>
            </a:r>
            <a:r>
              <a:rPr sz="1800" spc="-95" dirty="0">
                <a:solidFill>
                  <a:srgbClr val="3C3C3C"/>
                </a:solidFill>
                <a:latin typeface="Trebuchet MS"/>
                <a:cs typeface="Trebuchet MS"/>
              </a:rPr>
              <a:t>of</a:t>
            </a:r>
            <a:r>
              <a:rPr sz="1800" spc="-45" dirty="0">
                <a:solidFill>
                  <a:srgbClr val="3C3C3C"/>
                </a:solidFill>
                <a:latin typeface="Trebuchet MS"/>
                <a:cs typeface="Trebuchet MS"/>
              </a:rPr>
              <a:t> </a:t>
            </a:r>
            <a:r>
              <a:rPr sz="1800" spc="-85" dirty="0">
                <a:solidFill>
                  <a:srgbClr val="3C3C3C"/>
                </a:solidFill>
                <a:latin typeface="Trebuchet MS"/>
                <a:cs typeface="Trebuchet MS"/>
              </a:rPr>
              <a:t>succ</a:t>
            </a:r>
            <a:r>
              <a:rPr sz="1800" spc="-65" dirty="0">
                <a:solidFill>
                  <a:srgbClr val="3C3C3C"/>
                </a:solidFill>
                <a:latin typeface="Trebuchet MS"/>
                <a:cs typeface="Trebuchet MS"/>
              </a:rPr>
              <a:t>ess</a:t>
            </a:r>
            <a:r>
              <a:rPr sz="1800" spc="-85" dirty="0">
                <a:solidFill>
                  <a:srgbClr val="3C3C3C"/>
                </a:solidFill>
                <a:latin typeface="Trebuchet MS"/>
                <a:cs typeface="Trebuchet MS"/>
              </a:rPr>
              <a:t> </a:t>
            </a:r>
            <a:r>
              <a:rPr sz="1800" spc="10" dirty="0">
                <a:solidFill>
                  <a:srgbClr val="3C3C3C"/>
                </a:solidFill>
                <a:latin typeface="Trebuchet MS"/>
                <a:cs typeface="Trebuchet MS"/>
              </a:rPr>
              <a:t>o</a:t>
            </a:r>
            <a:r>
              <a:rPr sz="1800" spc="-130" dirty="0">
                <a:solidFill>
                  <a:srgbClr val="3C3C3C"/>
                </a:solidFill>
                <a:latin typeface="Trebuchet MS"/>
                <a:cs typeface="Trebuchet MS"/>
              </a:rPr>
              <a:t>v</a:t>
            </a:r>
            <a:r>
              <a:rPr sz="1800" spc="-55" dirty="0">
                <a:solidFill>
                  <a:srgbClr val="3C3C3C"/>
                </a:solidFill>
                <a:latin typeface="Trebuchet MS"/>
                <a:cs typeface="Trebuchet MS"/>
              </a:rPr>
              <a:t>er</a:t>
            </a:r>
            <a:r>
              <a:rPr sz="1800" spc="-60" dirty="0">
                <a:solidFill>
                  <a:srgbClr val="3C3C3C"/>
                </a:solidFill>
                <a:latin typeface="Trebuchet MS"/>
                <a:cs typeface="Trebuchet MS"/>
              </a:rPr>
              <a:t> </a:t>
            </a:r>
            <a:r>
              <a:rPr sz="1800" spc="-105" dirty="0">
                <a:solidFill>
                  <a:srgbClr val="3C3C3C"/>
                </a:solidFill>
                <a:latin typeface="Trebuchet MS"/>
                <a:cs typeface="Trebuchet MS"/>
              </a:rPr>
              <a:t>the</a:t>
            </a:r>
            <a:r>
              <a:rPr sz="1800" spc="-55" dirty="0">
                <a:solidFill>
                  <a:srgbClr val="3C3C3C"/>
                </a:solidFill>
                <a:latin typeface="Trebuchet MS"/>
                <a:cs typeface="Trebuchet MS"/>
              </a:rPr>
              <a:t> </a:t>
            </a:r>
            <a:r>
              <a:rPr sz="1800" spc="-100" dirty="0">
                <a:solidFill>
                  <a:srgbClr val="3C3C3C"/>
                </a:solidFill>
                <a:latin typeface="Trebuchet MS"/>
                <a:cs typeface="Trebuchet MS"/>
              </a:rPr>
              <a:t>wate</a:t>
            </a:r>
            <a:r>
              <a:rPr sz="1800" spc="-80" dirty="0">
                <a:solidFill>
                  <a:srgbClr val="3C3C3C"/>
                </a:solidFill>
                <a:latin typeface="Trebuchet MS"/>
                <a:cs typeface="Trebuchet MS"/>
              </a:rPr>
              <a:t>r</a:t>
            </a:r>
            <a:r>
              <a:rPr sz="1800" spc="-170" dirty="0">
                <a:solidFill>
                  <a:srgbClr val="3C3C3C"/>
                </a:solidFill>
                <a:latin typeface="Trebuchet MS"/>
                <a:cs typeface="Trebuchet MS"/>
              </a:rPr>
              <a:t>fall</a:t>
            </a:r>
            <a:r>
              <a:rPr sz="1800" spc="-40" dirty="0">
                <a:solidFill>
                  <a:srgbClr val="3C3C3C"/>
                </a:solidFill>
                <a:latin typeface="Trebuchet MS"/>
                <a:cs typeface="Trebuchet MS"/>
              </a:rPr>
              <a:t> </a:t>
            </a:r>
            <a:r>
              <a:rPr sz="1800" spc="-50" dirty="0">
                <a:solidFill>
                  <a:srgbClr val="3C3C3C"/>
                </a:solidFill>
                <a:latin typeface="Trebuchet MS"/>
                <a:cs typeface="Trebuchet MS"/>
              </a:rPr>
              <a:t>m</a:t>
            </a:r>
            <a:r>
              <a:rPr sz="1800" spc="-25" dirty="0">
                <a:solidFill>
                  <a:srgbClr val="3C3C3C"/>
                </a:solidFill>
                <a:latin typeface="Trebuchet MS"/>
                <a:cs typeface="Trebuchet MS"/>
              </a:rPr>
              <a:t>o</a:t>
            </a:r>
            <a:r>
              <a:rPr sz="1800" spc="-95" dirty="0">
                <a:solidFill>
                  <a:srgbClr val="3C3C3C"/>
                </a:solidFill>
                <a:latin typeface="Trebuchet MS"/>
                <a:cs typeface="Trebuchet MS"/>
              </a:rPr>
              <a:t>d</a:t>
            </a:r>
            <a:r>
              <a:rPr sz="1800" spc="-175" dirty="0">
                <a:solidFill>
                  <a:srgbClr val="3C3C3C"/>
                </a:solidFill>
                <a:latin typeface="Trebuchet MS"/>
                <a:cs typeface="Trebuchet MS"/>
              </a:rPr>
              <a:t>el.</a:t>
            </a:r>
            <a:endParaRPr sz="1800">
              <a:latin typeface="Trebuchet MS"/>
              <a:cs typeface="Trebuchet MS"/>
            </a:endParaRPr>
          </a:p>
          <a:p>
            <a:pPr marL="318770" indent="-306705">
              <a:lnSpc>
                <a:spcPct val="100000"/>
              </a:lnSpc>
              <a:spcBef>
                <a:spcPts val="1030"/>
              </a:spcBef>
              <a:buClr>
                <a:srgbClr val="8BB649"/>
              </a:buClr>
              <a:buSzPct val="91666"/>
              <a:buFont typeface="Cambria"/>
              <a:buChar char="◾"/>
              <a:tabLst>
                <a:tab pos="318770" algn="l"/>
                <a:tab pos="319405" algn="l"/>
              </a:tabLst>
            </a:pPr>
            <a:r>
              <a:rPr sz="1800" spc="-100" dirty="0">
                <a:solidFill>
                  <a:srgbClr val="3C3C3C"/>
                </a:solidFill>
                <a:latin typeface="Trebuchet MS"/>
                <a:cs typeface="Trebuchet MS"/>
              </a:rPr>
              <a:t>Proactive</a:t>
            </a:r>
            <a:r>
              <a:rPr sz="1800" spc="-45" dirty="0">
                <a:solidFill>
                  <a:srgbClr val="3C3C3C"/>
                </a:solidFill>
                <a:latin typeface="Trebuchet MS"/>
                <a:cs typeface="Trebuchet MS"/>
              </a:rPr>
              <a:t> </a:t>
            </a:r>
            <a:r>
              <a:rPr sz="1800" spc="-130" dirty="0">
                <a:solidFill>
                  <a:srgbClr val="3C3C3C"/>
                </a:solidFill>
                <a:latin typeface="Trebuchet MS"/>
                <a:cs typeface="Trebuchet MS"/>
              </a:rPr>
              <a:t>defect</a:t>
            </a:r>
            <a:r>
              <a:rPr sz="1800" spc="-55" dirty="0">
                <a:solidFill>
                  <a:srgbClr val="3C3C3C"/>
                </a:solidFill>
                <a:latin typeface="Trebuchet MS"/>
                <a:cs typeface="Trebuchet MS"/>
              </a:rPr>
              <a:t> </a:t>
            </a:r>
            <a:r>
              <a:rPr sz="1800" spc="-100" dirty="0">
                <a:solidFill>
                  <a:srgbClr val="3C3C3C"/>
                </a:solidFill>
                <a:latin typeface="Trebuchet MS"/>
                <a:cs typeface="Trebuchet MS"/>
              </a:rPr>
              <a:t>tracking</a:t>
            </a:r>
            <a:r>
              <a:rPr sz="1800" spc="-40" dirty="0">
                <a:solidFill>
                  <a:srgbClr val="3C3C3C"/>
                </a:solidFill>
                <a:latin typeface="Trebuchet MS"/>
                <a:cs typeface="Trebuchet MS"/>
              </a:rPr>
              <a:t> </a:t>
            </a:r>
            <a:r>
              <a:rPr sz="1800" spc="235" dirty="0">
                <a:solidFill>
                  <a:srgbClr val="3C3C3C"/>
                </a:solidFill>
                <a:latin typeface="Trebuchet MS"/>
                <a:cs typeface="Trebuchet MS"/>
              </a:rPr>
              <a:t>–</a:t>
            </a:r>
            <a:r>
              <a:rPr sz="1800" spc="-50" dirty="0">
                <a:solidFill>
                  <a:srgbClr val="3C3C3C"/>
                </a:solidFill>
                <a:latin typeface="Trebuchet MS"/>
                <a:cs typeface="Trebuchet MS"/>
              </a:rPr>
              <a:t> </a:t>
            </a:r>
            <a:r>
              <a:rPr sz="1800" spc="-125" dirty="0">
                <a:solidFill>
                  <a:srgbClr val="3C3C3C"/>
                </a:solidFill>
                <a:latin typeface="Trebuchet MS"/>
                <a:cs typeface="Trebuchet MS"/>
              </a:rPr>
              <a:t>that</a:t>
            </a:r>
            <a:r>
              <a:rPr sz="1800" spc="-40" dirty="0">
                <a:solidFill>
                  <a:srgbClr val="3C3C3C"/>
                </a:solidFill>
                <a:latin typeface="Trebuchet MS"/>
                <a:cs typeface="Trebuchet MS"/>
              </a:rPr>
              <a:t> </a:t>
            </a:r>
            <a:r>
              <a:rPr sz="1800" spc="-80" dirty="0">
                <a:solidFill>
                  <a:srgbClr val="3C3C3C"/>
                </a:solidFill>
                <a:latin typeface="Trebuchet MS"/>
                <a:cs typeface="Trebuchet MS"/>
              </a:rPr>
              <a:t>is</a:t>
            </a:r>
            <a:r>
              <a:rPr sz="1800" spc="-40" dirty="0">
                <a:solidFill>
                  <a:srgbClr val="3C3C3C"/>
                </a:solidFill>
                <a:latin typeface="Trebuchet MS"/>
                <a:cs typeface="Trebuchet MS"/>
              </a:rPr>
              <a:t> </a:t>
            </a:r>
            <a:r>
              <a:rPr sz="1800" spc="-114" dirty="0">
                <a:solidFill>
                  <a:srgbClr val="3C3C3C"/>
                </a:solidFill>
                <a:latin typeface="Trebuchet MS"/>
                <a:cs typeface="Trebuchet MS"/>
              </a:rPr>
              <a:t>defects</a:t>
            </a:r>
            <a:r>
              <a:rPr sz="1800" spc="-65" dirty="0">
                <a:solidFill>
                  <a:srgbClr val="3C3C3C"/>
                </a:solidFill>
                <a:latin typeface="Trebuchet MS"/>
                <a:cs typeface="Trebuchet MS"/>
              </a:rPr>
              <a:t> </a:t>
            </a:r>
            <a:r>
              <a:rPr sz="1800" spc="-110" dirty="0">
                <a:solidFill>
                  <a:srgbClr val="3C3C3C"/>
                </a:solidFill>
                <a:latin typeface="Trebuchet MS"/>
                <a:cs typeface="Trebuchet MS"/>
              </a:rPr>
              <a:t>are</a:t>
            </a:r>
            <a:r>
              <a:rPr sz="1800" spc="-30" dirty="0">
                <a:solidFill>
                  <a:srgbClr val="3C3C3C"/>
                </a:solidFill>
                <a:latin typeface="Trebuchet MS"/>
                <a:cs typeface="Trebuchet MS"/>
              </a:rPr>
              <a:t> </a:t>
            </a:r>
            <a:r>
              <a:rPr sz="1800" spc="-95" dirty="0">
                <a:solidFill>
                  <a:srgbClr val="3C3C3C"/>
                </a:solidFill>
                <a:latin typeface="Trebuchet MS"/>
                <a:cs typeface="Trebuchet MS"/>
              </a:rPr>
              <a:t>found</a:t>
            </a:r>
            <a:r>
              <a:rPr sz="1800" spc="-60" dirty="0">
                <a:solidFill>
                  <a:srgbClr val="3C3C3C"/>
                </a:solidFill>
                <a:latin typeface="Trebuchet MS"/>
                <a:cs typeface="Trebuchet MS"/>
              </a:rPr>
              <a:t> </a:t>
            </a:r>
            <a:r>
              <a:rPr sz="1800" spc="-150" dirty="0">
                <a:solidFill>
                  <a:srgbClr val="3C3C3C"/>
                </a:solidFill>
                <a:latin typeface="Trebuchet MS"/>
                <a:cs typeface="Trebuchet MS"/>
              </a:rPr>
              <a:t>at</a:t>
            </a:r>
            <a:r>
              <a:rPr sz="1800" spc="-45" dirty="0">
                <a:solidFill>
                  <a:srgbClr val="3C3C3C"/>
                </a:solidFill>
                <a:latin typeface="Trebuchet MS"/>
                <a:cs typeface="Trebuchet MS"/>
              </a:rPr>
              <a:t> </a:t>
            </a:r>
            <a:r>
              <a:rPr sz="1800" spc="-110" dirty="0">
                <a:solidFill>
                  <a:srgbClr val="3C3C3C"/>
                </a:solidFill>
                <a:latin typeface="Trebuchet MS"/>
                <a:cs typeface="Trebuchet MS"/>
              </a:rPr>
              <a:t>early</a:t>
            </a:r>
            <a:r>
              <a:rPr sz="1800" spc="-35" dirty="0">
                <a:solidFill>
                  <a:srgbClr val="3C3C3C"/>
                </a:solidFill>
                <a:latin typeface="Trebuchet MS"/>
                <a:cs typeface="Trebuchet MS"/>
              </a:rPr>
              <a:t> </a:t>
            </a:r>
            <a:r>
              <a:rPr sz="1800" spc="-140" dirty="0">
                <a:solidFill>
                  <a:srgbClr val="3C3C3C"/>
                </a:solidFill>
                <a:latin typeface="Trebuchet MS"/>
                <a:cs typeface="Trebuchet MS"/>
              </a:rPr>
              <a:t>stage.</a:t>
            </a:r>
            <a:endParaRPr sz="1800">
              <a:latin typeface="Trebuchet MS"/>
              <a:cs typeface="Trebuchet MS"/>
            </a:endParaRPr>
          </a:p>
          <a:p>
            <a:pPr marL="318770" indent="-306705">
              <a:lnSpc>
                <a:spcPct val="100000"/>
              </a:lnSpc>
              <a:spcBef>
                <a:spcPts val="1035"/>
              </a:spcBef>
              <a:buClr>
                <a:srgbClr val="8BB649"/>
              </a:buClr>
              <a:buSzPct val="91666"/>
              <a:buFont typeface="Cambria"/>
              <a:buChar char="◾"/>
              <a:tabLst>
                <a:tab pos="318770" algn="l"/>
                <a:tab pos="319405" algn="l"/>
              </a:tabLst>
            </a:pPr>
            <a:r>
              <a:rPr sz="1800" spc="85" dirty="0">
                <a:solidFill>
                  <a:srgbClr val="3C3C3C"/>
                </a:solidFill>
                <a:latin typeface="Trebuchet MS"/>
                <a:cs typeface="Trebuchet MS"/>
              </a:rPr>
              <a:t>A</a:t>
            </a:r>
            <a:r>
              <a:rPr sz="1800" spc="-130" dirty="0">
                <a:solidFill>
                  <a:srgbClr val="3C3C3C"/>
                </a:solidFill>
                <a:latin typeface="Trebuchet MS"/>
                <a:cs typeface="Trebuchet MS"/>
              </a:rPr>
              <a:t>v</a:t>
            </a:r>
            <a:r>
              <a:rPr sz="1800" spc="-55" dirty="0">
                <a:solidFill>
                  <a:srgbClr val="3C3C3C"/>
                </a:solidFill>
                <a:latin typeface="Trebuchet MS"/>
                <a:cs typeface="Trebuchet MS"/>
              </a:rPr>
              <a:t>oids</a:t>
            </a:r>
            <a:r>
              <a:rPr sz="1800" spc="-65" dirty="0">
                <a:solidFill>
                  <a:srgbClr val="3C3C3C"/>
                </a:solidFill>
                <a:latin typeface="Trebuchet MS"/>
                <a:cs typeface="Trebuchet MS"/>
              </a:rPr>
              <a:t> </a:t>
            </a:r>
            <a:r>
              <a:rPr sz="1800" spc="-110" dirty="0">
                <a:solidFill>
                  <a:srgbClr val="3C3C3C"/>
                </a:solidFill>
                <a:latin typeface="Trebuchet MS"/>
                <a:cs typeface="Trebuchet MS"/>
              </a:rPr>
              <a:t>the</a:t>
            </a:r>
            <a:r>
              <a:rPr sz="1800" spc="-40" dirty="0">
                <a:solidFill>
                  <a:srgbClr val="3C3C3C"/>
                </a:solidFill>
                <a:latin typeface="Trebuchet MS"/>
                <a:cs typeface="Trebuchet MS"/>
              </a:rPr>
              <a:t> </a:t>
            </a:r>
            <a:r>
              <a:rPr sz="1800" spc="-95" dirty="0">
                <a:solidFill>
                  <a:srgbClr val="3C3C3C"/>
                </a:solidFill>
                <a:latin typeface="Trebuchet MS"/>
                <a:cs typeface="Trebuchet MS"/>
              </a:rPr>
              <a:t>d</a:t>
            </a:r>
            <a:r>
              <a:rPr sz="1800" spc="15" dirty="0">
                <a:solidFill>
                  <a:srgbClr val="3C3C3C"/>
                </a:solidFill>
                <a:latin typeface="Trebuchet MS"/>
                <a:cs typeface="Trebuchet MS"/>
              </a:rPr>
              <a:t>o</a:t>
            </a:r>
            <a:r>
              <a:rPr sz="1800" spc="-80" dirty="0">
                <a:solidFill>
                  <a:srgbClr val="3C3C3C"/>
                </a:solidFill>
                <a:latin typeface="Trebuchet MS"/>
                <a:cs typeface="Trebuchet MS"/>
              </a:rPr>
              <a:t>wnwa</a:t>
            </a:r>
            <a:r>
              <a:rPr sz="1800" spc="-75" dirty="0">
                <a:solidFill>
                  <a:srgbClr val="3C3C3C"/>
                </a:solidFill>
                <a:latin typeface="Trebuchet MS"/>
                <a:cs typeface="Trebuchet MS"/>
              </a:rPr>
              <a:t>r</a:t>
            </a:r>
            <a:r>
              <a:rPr sz="1800" spc="-90" dirty="0">
                <a:solidFill>
                  <a:srgbClr val="3C3C3C"/>
                </a:solidFill>
                <a:latin typeface="Trebuchet MS"/>
                <a:cs typeface="Trebuchet MS"/>
              </a:rPr>
              <a:t>d</a:t>
            </a:r>
            <a:r>
              <a:rPr sz="1800" spc="-60" dirty="0">
                <a:solidFill>
                  <a:srgbClr val="3C3C3C"/>
                </a:solidFill>
                <a:latin typeface="Trebuchet MS"/>
                <a:cs typeface="Trebuchet MS"/>
              </a:rPr>
              <a:t> </a:t>
            </a:r>
            <a:r>
              <a:rPr sz="1800" spc="-220" dirty="0">
                <a:solidFill>
                  <a:srgbClr val="3C3C3C"/>
                </a:solidFill>
                <a:latin typeface="Trebuchet MS"/>
                <a:cs typeface="Trebuchet MS"/>
              </a:rPr>
              <a:t>f</a:t>
            </a:r>
            <a:r>
              <a:rPr sz="1800" spc="-45" dirty="0">
                <a:solidFill>
                  <a:srgbClr val="3C3C3C"/>
                </a:solidFill>
                <a:latin typeface="Trebuchet MS"/>
                <a:cs typeface="Trebuchet MS"/>
              </a:rPr>
              <a:t>l</a:t>
            </a:r>
            <a:r>
              <a:rPr sz="1800" spc="-85" dirty="0">
                <a:solidFill>
                  <a:srgbClr val="3C3C3C"/>
                </a:solidFill>
                <a:latin typeface="Trebuchet MS"/>
                <a:cs typeface="Trebuchet MS"/>
              </a:rPr>
              <a:t>o</a:t>
            </a:r>
            <a:r>
              <a:rPr sz="1800" spc="-45" dirty="0">
                <a:solidFill>
                  <a:srgbClr val="3C3C3C"/>
                </a:solidFill>
                <a:latin typeface="Trebuchet MS"/>
                <a:cs typeface="Trebuchet MS"/>
              </a:rPr>
              <a:t>w</a:t>
            </a:r>
            <a:r>
              <a:rPr sz="1800" spc="-50" dirty="0">
                <a:solidFill>
                  <a:srgbClr val="3C3C3C"/>
                </a:solidFill>
                <a:latin typeface="Trebuchet MS"/>
                <a:cs typeface="Trebuchet MS"/>
              </a:rPr>
              <a:t> </a:t>
            </a:r>
            <a:r>
              <a:rPr sz="1800" spc="-95" dirty="0">
                <a:solidFill>
                  <a:srgbClr val="3C3C3C"/>
                </a:solidFill>
                <a:latin typeface="Trebuchet MS"/>
                <a:cs typeface="Trebuchet MS"/>
              </a:rPr>
              <a:t>of</a:t>
            </a:r>
            <a:r>
              <a:rPr sz="1800" spc="-55" dirty="0">
                <a:solidFill>
                  <a:srgbClr val="3C3C3C"/>
                </a:solidFill>
                <a:latin typeface="Trebuchet MS"/>
                <a:cs typeface="Trebuchet MS"/>
              </a:rPr>
              <a:t> </a:t>
            </a:r>
            <a:r>
              <a:rPr sz="1800" spc="-110" dirty="0">
                <a:solidFill>
                  <a:srgbClr val="3C3C3C"/>
                </a:solidFill>
                <a:latin typeface="Trebuchet MS"/>
                <a:cs typeface="Trebuchet MS"/>
              </a:rPr>
              <a:t>the</a:t>
            </a:r>
            <a:r>
              <a:rPr sz="1800" spc="-40" dirty="0">
                <a:solidFill>
                  <a:srgbClr val="3C3C3C"/>
                </a:solidFill>
                <a:latin typeface="Trebuchet MS"/>
                <a:cs typeface="Trebuchet MS"/>
              </a:rPr>
              <a:t> </a:t>
            </a:r>
            <a:r>
              <a:rPr sz="1800" spc="-95" dirty="0">
                <a:solidFill>
                  <a:srgbClr val="3C3C3C"/>
                </a:solidFill>
                <a:latin typeface="Trebuchet MS"/>
                <a:cs typeface="Trebuchet MS"/>
              </a:rPr>
              <a:t>d</a:t>
            </a:r>
            <a:r>
              <a:rPr sz="1800" spc="-140" dirty="0">
                <a:solidFill>
                  <a:srgbClr val="3C3C3C"/>
                </a:solidFill>
                <a:latin typeface="Trebuchet MS"/>
                <a:cs typeface="Trebuchet MS"/>
              </a:rPr>
              <a:t>efects.</a:t>
            </a:r>
            <a:endParaRPr sz="1800">
              <a:latin typeface="Trebuchet MS"/>
              <a:cs typeface="Trebuchet MS"/>
            </a:endParaRPr>
          </a:p>
          <a:p>
            <a:pPr marL="318770" indent="-306705">
              <a:lnSpc>
                <a:spcPct val="100000"/>
              </a:lnSpc>
              <a:spcBef>
                <a:spcPts val="1030"/>
              </a:spcBef>
              <a:buClr>
                <a:srgbClr val="8BB649"/>
              </a:buClr>
              <a:buSzPct val="91666"/>
              <a:buFont typeface="Cambria"/>
              <a:buChar char="◾"/>
              <a:tabLst>
                <a:tab pos="318770" algn="l"/>
                <a:tab pos="319405" algn="l"/>
              </a:tabLst>
            </a:pPr>
            <a:r>
              <a:rPr sz="1800" spc="25" dirty="0">
                <a:solidFill>
                  <a:srgbClr val="3C3C3C"/>
                </a:solidFill>
                <a:latin typeface="Trebuchet MS"/>
                <a:cs typeface="Trebuchet MS"/>
              </a:rPr>
              <a:t>Works</a:t>
            </a:r>
            <a:r>
              <a:rPr sz="1800" spc="-60" dirty="0">
                <a:solidFill>
                  <a:srgbClr val="3C3C3C"/>
                </a:solidFill>
                <a:latin typeface="Trebuchet MS"/>
                <a:cs typeface="Trebuchet MS"/>
              </a:rPr>
              <a:t> </a:t>
            </a:r>
            <a:r>
              <a:rPr sz="1800" spc="-120" dirty="0">
                <a:solidFill>
                  <a:srgbClr val="3C3C3C"/>
                </a:solidFill>
                <a:latin typeface="Trebuchet MS"/>
                <a:cs typeface="Trebuchet MS"/>
              </a:rPr>
              <a:t>well</a:t>
            </a:r>
            <a:r>
              <a:rPr sz="1800" spc="-20" dirty="0">
                <a:solidFill>
                  <a:srgbClr val="3C3C3C"/>
                </a:solidFill>
                <a:latin typeface="Trebuchet MS"/>
                <a:cs typeface="Trebuchet MS"/>
              </a:rPr>
              <a:t> </a:t>
            </a:r>
            <a:r>
              <a:rPr sz="1800" spc="-65" dirty="0">
                <a:solidFill>
                  <a:srgbClr val="3C3C3C"/>
                </a:solidFill>
                <a:latin typeface="Trebuchet MS"/>
                <a:cs typeface="Trebuchet MS"/>
              </a:rPr>
              <a:t>for</a:t>
            </a:r>
            <a:r>
              <a:rPr sz="1800" spc="-60" dirty="0">
                <a:solidFill>
                  <a:srgbClr val="3C3C3C"/>
                </a:solidFill>
                <a:latin typeface="Trebuchet MS"/>
                <a:cs typeface="Trebuchet MS"/>
              </a:rPr>
              <a:t> </a:t>
            </a:r>
            <a:r>
              <a:rPr sz="1800" spc="-120" dirty="0">
                <a:solidFill>
                  <a:srgbClr val="3C3C3C"/>
                </a:solidFill>
                <a:latin typeface="Trebuchet MS"/>
                <a:cs typeface="Trebuchet MS"/>
              </a:rPr>
              <a:t>small</a:t>
            </a:r>
            <a:r>
              <a:rPr sz="1800" spc="-45" dirty="0">
                <a:solidFill>
                  <a:srgbClr val="3C3C3C"/>
                </a:solidFill>
                <a:latin typeface="Trebuchet MS"/>
                <a:cs typeface="Trebuchet MS"/>
              </a:rPr>
              <a:t> </a:t>
            </a:r>
            <a:r>
              <a:rPr sz="1800" spc="-100" dirty="0">
                <a:solidFill>
                  <a:srgbClr val="3C3C3C"/>
                </a:solidFill>
                <a:latin typeface="Trebuchet MS"/>
                <a:cs typeface="Trebuchet MS"/>
              </a:rPr>
              <a:t>projects</a:t>
            </a:r>
            <a:r>
              <a:rPr sz="1800" spc="-45" dirty="0">
                <a:solidFill>
                  <a:srgbClr val="3C3C3C"/>
                </a:solidFill>
                <a:latin typeface="Trebuchet MS"/>
                <a:cs typeface="Trebuchet MS"/>
              </a:rPr>
              <a:t> </a:t>
            </a:r>
            <a:r>
              <a:rPr sz="1800" spc="-85" dirty="0">
                <a:solidFill>
                  <a:srgbClr val="3C3C3C"/>
                </a:solidFill>
                <a:latin typeface="Trebuchet MS"/>
                <a:cs typeface="Trebuchet MS"/>
              </a:rPr>
              <a:t>where</a:t>
            </a:r>
            <a:r>
              <a:rPr sz="1800" spc="-35" dirty="0">
                <a:solidFill>
                  <a:srgbClr val="3C3C3C"/>
                </a:solidFill>
                <a:latin typeface="Trebuchet MS"/>
                <a:cs typeface="Trebuchet MS"/>
              </a:rPr>
              <a:t> </a:t>
            </a:r>
            <a:r>
              <a:rPr sz="1800" spc="-90" dirty="0">
                <a:solidFill>
                  <a:srgbClr val="3C3C3C"/>
                </a:solidFill>
                <a:latin typeface="Trebuchet MS"/>
                <a:cs typeface="Trebuchet MS"/>
              </a:rPr>
              <a:t>requirements</a:t>
            </a:r>
            <a:r>
              <a:rPr sz="1800" spc="-40" dirty="0">
                <a:solidFill>
                  <a:srgbClr val="3C3C3C"/>
                </a:solidFill>
                <a:latin typeface="Trebuchet MS"/>
                <a:cs typeface="Trebuchet MS"/>
              </a:rPr>
              <a:t> </a:t>
            </a:r>
            <a:r>
              <a:rPr sz="1800" spc="-110" dirty="0">
                <a:solidFill>
                  <a:srgbClr val="3C3C3C"/>
                </a:solidFill>
                <a:latin typeface="Trebuchet MS"/>
                <a:cs typeface="Trebuchet MS"/>
              </a:rPr>
              <a:t>are</a:t>
            </a:r>
            <a:r>
              <a:rPr sz="1800" spc="-40" dirty="0">
                <a:solidFill>
                  <a:srgbClr val="3C3C3C"/>
                </a:solidFill>
                <a:latin typeface="Trebuchet MS"/>
                <a:cs typeface="Trebuchet MS"/>
              </a:rPr>
              <a:t> </a:t>
            </a:r>
            <a:r>
              <a:rPr sz="1800" spc="-120" dirty="0">
                <a:solidFill>
                  <a:srgbClr val="3C3C3C"/>
                </a:solidFill>
                <a:latin typeface="Trebuchet MS"/>
                <a:cs typeface="Trebuchet MS"/>
              </a:rPr>
              <a:t>easily</a:t>
            </a:r>
            <a:r>
              <a:rPr sz="1800" spc="-55" dirty="0">
                <a:solidFill>
                  <a:srgbClr val="3C3C3C"/>
                </a:solidFill>
                <a:latin typeface="Trebuchet MS"/>
                <a:cs typeface="Trebuchet MS"/>
              </a:rPr>
              <a:t> </a:t>
            </a:r>
            <a:r>
              <a:rPr sz="1800" spc="-75" dirty="0">
                <a:solidFill>
                  <a:srgbClr val="3C3C3C"/>
                </a:solidFill>
                <a:latin typeface="Trebuchet MS"/>
                <a:cs typeface="Trebuchet MS"/>
              </a:rPr>
              <a:t>understood.</a:t>
            </a:r>
            <a:endParaRPr sz="1800">
              <a:latin typeface="Trebuchet MS"/>
              <a:cs typeface="Trebuchet MS"/>
            </a:endParaRPr>
          </a:p>
        </p:txBody>
      </p:sp>
    </p:spTree>
    <p:extLst>
      <p:ext uri="{BB962C8B-B14F-4D97-AF65-F5344CB8AC3E}">
        <p14:creationId xmlns:p14="http://schemas.microsoft.com/office/powerpoint/2010/main" val="1535865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110" dirty="0"/>
              <a:t>DISA</a:t>
            </a:r>
            <a:r>
              <a:rPr spc="229" dirty="0"/>
              <a:t>D</a:t>
            </a:r>
            <a:r>
              <a:rPr spc="-185" dirty="0"/>
              <a:t>V</a:t>
            </a:r>
            <a:r>
              <a:rPr spc="300" dirty="0"/>
              <a:t>AN</a:t>
            </a:r>
            <a:r>
              <a:rPr spc="-220" dirty="0"/>
              <a:t>T</a:t>
            </a:r>
            <a:r>
              <a:rPr spc="95" dirty="0"/>
              <a:t>A</a:t>
            </a:r>
            <a:r>
              <a:rPr spc="-5" dirty="0"/>
              <a:t>GE</a:t>
            </a:r>
            <a:r>
              <a:rPr dirty="0"/>
              <a:t>S</a:t>
            </a:r>
            <a:r>
              <a:rPr spc="-55" dirty="0"/>
              <a:t> </a:t>
            </a:r>
            <a:r>
              <a:rPr spc="135" dirty="0"/>
              <a:t>O</a:t>
            </a:r>
            <a:r>
              <a:rPr spc="110" dirty="0"/>
              <a:t>F</a:t>
            </a:r>
            <a:r>
              <a:rPr spc="-484" dirty="0"/>
              <a:t> </a:t>
            </a:r>
            <a:r>
              <a:rPr spc="-225" dirty="0"/>
              <a:t>V</a:t>
            </a:r>
            <a:r>
              <a:rPr spc="-130" dirty="0"/>
              <a:t>-</a:t>
            </a:r>
            <a:r>
              <a:rPr spc="229" dirty="0"/>
              <a:t>MOD</a:t>
            </a:r>
            <a:r>
              <a:rPr spc="190" dirty="0"/>
              <a:t>E</a:t>
            </a:r>
            <a:r>
              <a:rPr spc="-50" dirty="0"/>
              <a:t>L</a:t>
            </a:r>
          </a:p>
        </p:txBody>
      </p:sp>
      <p:sp>
        <p:nvSpPr>
          <p:cNvPr id="3" name="object 3"/>
          <p:cNvSpPr txBox="1"/>
          <p:nvPr/>
        </p:nvSpPr>
        <p:spPr>
          <a:xfrm>
            <a:off x="659993" y="3324605"/>
            <a:ext cx="10737215" cy="1242060"/>
          </a:xfrm>
          <a:prstGeom prst="rect">
            <a:avLst/>
          </a:prstGeom>
        </p:spPr>
        <p:txBody>
          <a:bodyPr vert="horz" wrap="square" lIns="0" tIns="144145" rIns="0" bIns="0" rtlCol="0">
            <a:spAutoFit/>
          </a:bodyPr>
          <a:lstStyle/>
          <a:p>
            <a:pPr marL="318770" indent="-306705">
              <a:lnSpc>
                <a:spcPct val="100000"/>
              </a:lnSpc>
              <a:spcBef>
                <a:spcPts val="1135"/>
              </a:spcBef>
              <a:buClr>
                <a:srgbClr val="8BB649"/>
              </a:buClr>
              <a:buSzPct val="91666"/>
              <a:buFont typeface="Cambria"/>
              <a:buChar char="◾"/>
              <a:tabLst>
                <a:tab pos="318770" algn="l"/>
                <a:tab pos="319405" algn="l"/>
              </a:tabLst>
            </a:pPr>
            <a:r>
              <a:rPr sz="1800" spc="-150" dirty="0">
                <a:solidFill>
                  <a:srgbClr val="3C3C3C"/>
                </a:solidFill>
                <a:latin typeface="Trebuchet MS"/>
                <a:cs typeface="Trebuchet MS"/>
              </a:rPr>
              <a:t>V</a:t>
            </a:r>
            <a:r>
              <a:rPr sz="1800" spc="-65" dirty="0">
                <a:solidFill>
                  <a:srgbClr val="3C3C3C"/>
                </a:solidFill>
                <a:latin typeface="Trebuchet MS"/>
                <a:cs typeface="Trebuchet MS"/>
              </a:rPr>
              <a:t>e</a:t>
            </a:r>
            <a:r>
              <a:rPr sz="1800" spc="-5" dirty="0">
                <a:solidFill>
                  <a:srgbClr val="3C3C3C"/>
                </a:solidFill>
                <a:latin typeface="Trebuchet MS"/>
                <a:cs typeface="Trebuchet MS"/>
              </a:rPr>
              <a:t>r</a:t>
            </a:r>
            <a:r>
              <a:rPr sz="1800" spc="-100" dirty="0">
                <a:solidFill>
                  <a:srgbClr val="3C3C3C"/>
                </a:solidFill>
                <a:latin typeface="Trebuchet MS"/>
                <a:cs typeface="Trebuchet MS"/>
              </a:rPr>
              <a:t>y</a:t>
            </a:r>
            <a:r>
              <a:rPr sz="1800" spc="-40" dirty="0">
                <a:solidFill>
                  <a:srgbClr val="3C3C3C"/>
                </a:solidFill>
                <a:latin typeface="Trebuchet MS"/>
                <a:cs typeface="Trebuchet MS"/>
              </a:rPr>
              <a:t> </a:t>
            </a:r>
            <a:r>
              <a:rPr sz="1800" spc="-90" dirty="0">
                <a:solidFill>
                  <a:srgbClr val="3C3C3C"/>
                </a:solidFill>
                <a:latin typeface="Trebuchet MS"/>
                <a:cs typeface="Trebuchet MS"/>
              </a:rPr>
              <a:t>rigid</a:t>
            </a:r>
            <a:r>
              <a:rPr sz="1800" spc="-50" dirty="0">
                <a:solidFill>
                  <a:srgbClr val="3C3C3C"/>
                </a:solidFill>
                <a:latin typeface="Trebuchet MS"/>
                <a:cs typeface="Trebuchet MS"/>
              </a:rPr>
              <a:t> </a:t>
            </a:r>
            <a:r>
              <a:rPr sz="1800" spc="-120" dirty="0">
                <a:solidFill>
                  <a:srgbClr val="3C3C3C"/>
                </a:solidFill>
                <a:latin typeface="Trebuchet MS"/>
                <a:cs typeface="Trebuchet MS"/>
              </a:rPr>
              <a:t>and</a:t>
            </a:r>
            <a:r>
              <a:rPr sz="1800" spc="-55" dirty="0">
                <a:solidFill>
                  <a:srgbClr val="3C3C3C"/>
                </a:solidFill>
                <a:latin typeface="Trebuchet MS"/>
                <a:cs typeface="Trebuchet MS"/>
              </a:rPr>
              <a:t> </a:t>
            </a:r>
            <a:r>
              <a:rPr sz="1800" spc="-130" dirty="0">
                <a:solidFill>
                  <a:srgbClr val="3C3C3C"/>
                </a:solidFill>
                <a:latin typeface="Trebuchet MS"/>
                <a:cs typeface="Trebuchet MS"/>
              </a:rPr>
              <a:t>lea</a:t>
            </a:r>
            <a:r>
              <a:rPr sz="1800" spc="-110" dirty="0">
                <a:solidFill>
                  <a:srgbClr val="3C3C3C"/>
                </a:solidFill>
                <a:latin typeface="Trebuchet MS"/>
                <a:cs typeface="Trebuchet MS"/>
              </a:rPr>
              <a:t>s</a:t>
            </a:r>
            <a:r>
              <a:rPr sz="1800" spc="-114" dirty="0">
                <a:solidFill>
                  <a:srgbClr val="3C3C3C"/>
                </a:solidFill>
                <a:latin typeface="Trebuchet MS"/>
                <a:cs typeface="Trebuchet MS"/>
              </a:rPr>
              <a:t>t</a:t>
            </a:r>
            <a:r>
              <a:rPr sz="1800" spc="-50" dirty="0">
                <a:solidFill>
                  <a:srgbClr val="3C3C3C"/>
                </a:solidFill>
                <a:latin typeface="Trebuchet MS"/>
                <a:cs typeface="Trebuchet MS"/>
              </a:rPr>
              <a:t> </a:t>
            </a:r>
            <a:r>
              <a:rPr sz="1800" spc="-220" dirty="0">
                <a:solidFill>
                  <a:srgbClr val="3C3C3C"/>
                </a:solidFill>
                <a:latin typeface="Trebuchet MS"/>
                <a:cs typeface="Trebuchet MS"/>
              </a:rPr>
              <a:t>f</a:t>
            </a:r>
            <a:r>
              <a:rPr sz="1800" spc="-110" dirty="0">
                <a:solidFill>
                  <a:srgbClr val="3C3C3C"/>
                </a:solidFill>
                <a:latin typeface="Trebuchet MS"/>
                <a:cs typeface="Trebuchet MS"/>
              </a:rPr>
              <a:t>lex</a:t>
            </a:r>
            <a:r>
              <a:rPr sz="1800" spc="-70" dirty="0">
                <a:solidFill>
                  <a:srgbClr val="3C3C3C"/>
                </a:solidFill>
                <a:latin typeface="Trebuchet MS"/>
                <a:cs typeface="Trebuchet MS"/>
              </a:rPr>
              <a:t>i</a:t>
            </a:r>
            <a:r>
              <a:rPr sz="1800" spc="-110" dirty="0">
                <a:solidFill>
                  <a:srgbClr val="3C3C3C"/>
                </a:solidFill>
                <a:latin typeface="Trebuchet MS"/>
                <a:cs typeface="Trebuchet MS"/>
              </a:rPr>
              <a:t>bl</a:t>
            </a:r>
            <a:r>
              <a:rPr sz="1800" spc="-105" dirty="0">
                <a:solidFill>
                  <a:srgbClr val="3C3C3C"/>
                </a:solidFill>
                <a:latin typeface="Trebuchet MS"/>
                <a:cs typeface="Trebuchet MS"/>
              </a:rPr>
              <a:t>e</a:t>
            </a:r>
            <a:r>
              <a:rPr sz="1800" spc="-270" dirty="0">
                <a:solidFill>
                  <a:srgbClr val="3C3C3C"/>
                </a:solidFill>
                <a:latin typeface="Trebuchet MS"/>
                <a:cs typeface="Trebuchet MS"/>
              </a:rPr>
              <a:t>.</a:t>
            </a:r>
            <a:endParaRPr sz="1800">
              <a:latin typeface="Trebuchet MS"/>
              <a:cs typeface="Trebuchet MS"/>
            </a:endParaRPr>
          </a:p>
          <a:p>
            <a:pPr marL="318770" indent="-306705">
              <a:lnSpc>
                <a:spcPct val="100000"/>
              </a:lnSpc>
              <a:spcBef>
                <a:spcPts val="1030"/>
              </a:spcBef>
              <a:buClr>
                <a:srgbClr val="8BB649"/>
              </a:buClr>
              <a:buSzPct val="91666"/>
              <a:buFont typeface="Cambria"/>
              <a:buChar char="◾"/>
              <a:tabLst>
                <a:tab pos="318770" algn="l"/>
                <a:tab pos="319405" algn="l"/>
              </a:tabLst>
            </a:pPr>
            <a:r>
              <a:rPr sz="1800" spc="-90" dirty="0">
                <a:solidFill>
                  <a:srgbClr val="3C3C3C"/>
                </a:solidFill>
                <a:latin typeface="Trebuchet MS"/>
                <a:cs typeface="Trebuchet MS"/>
              </a:rPr>
              <a:t>Software</a:t>
            </a:r>
            <a:r>
              <a:rPr sz="1800" spc="-60"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100" dirty="0">
                <a:solidFill>
                  <a:srgbClr val="3C3C3C"/>
                </a:solidFill>
                <a:latin typeface="Trebuchet MS"/>
                <a:cs typeface="Trebuchet MS"/>
              </a:rPr>
              <a:t>developed</a:t>
            </a:r>
            <a:r>
              <a:rPr sz="1800" spc="-65" dirty="0">
                <a:solidFill>
                  <a:srgbClr val="3C3C3C"/>
                </a:solidFill>
                <a:latin typeface="Trebuchet MS"/>
                <a:cs typeface="Trebuchet MS"/>
              </a:rPr>
              <a:t> </a:t>
            </a:r>
            <a:r>
              <a:rPr sz="1800" spc="-85" dirty="0">
                <a:solidFill>
                  <a:srgbClr val="3C3C3C"/>
                </a:solidFill>
                <a:latin typeface="Trebuchet MS"/>
                <a:cs typeface="Trebuchet MS"/>
              </a:rPr>
              <a:t>during</a:t>
            </a:r>
            <a:r>
              <a:rPr sz="1800" spc="-40" dirty="0">
                <a:solidFill>
                  <a:srgbClr val="3C3C3C"/>
                </a:solidFill>
                <a:latin typeface="Trebuchet MS"/>
                <a:cs typeface="Trebuchet MS"/>
              </a:rPr>
              <a:t> </a:t>
            </a:r>
            <a:r>
              <a:rPr sz="1800" spc="-110" dirty="0">
                <a:solidFill>
                  <a:srgbClr val="3C3C3C"/>
                </a:solidFill>
                <a:latin typeface="Trebuchet MS"/>
                <a:cs typeface="Trebuchet MS"/>
              </a:rPr>
              <a:t>the</a:t>
            </a:r>
            <a:r>
              <a:rPr sz="1800" spc="-35" dirty="0">
                <a:solidFill>
                  <a:srgbClr val="3C3C3C"/>
                </a:solidFill>
                <a:latin typeface="Trebuchet MS"/>
                <a:cs typeface="Trebuchet MS"/>
              </a:rPr>
              <a:t> </a:t>
            </a:r>
            <a:r>
              <a:rPr sz="1800" spc="-105" dirty="0">
                <a:solidFill>
                  <a:srgbClr val="3C3C3C"/>
                </a:solidFill>
                <a:latin typeface="Trebuchet MS"/>
                <a:cs typeface="Trebuchet MS"/>
              </a:rPr>
              <a:t>implementation</a:t>
            </a:r>
            <a:r>
              <a:rPr sz="1800" spc="-60" dirty="0">
                <a:solidFill>
                  <a:srgbClr val="3C3C3C"/>
                </a:solidFill>
                <a:latin typeface="Trebuchet MS"/>
                <a:cs typeface="Trebuchet MS"/>
              </a:rPr>
              <a:t> </a:t>
            </a:r>
            <a:r>
              <a:rPr sz="1800" spc="-130" dirty="0">
                <a:solidFill>
                  <a:srgbClr val="3C3C3C"/>
                </a:solidFill>
                <a:latin typeface="Trebuchet MS"/>
                <a:cs typeface="Trebuchet MS"/>
              </a:rPr>
              <a:t>phase,</a:t>
            </a:r>
            <a:r>
              <a:rPr sz="1800" spc="-225" dirty="0">
                <a:solidFill>
                  <a:srgbClr val="3C3C3C"/>
                </a:solidFill>
                <a:latin typeface="Trebuchet MS"/>
                <a:cs typeface="Trebuchet MS"/>
              </a:rPr>
              <a:t> </a:t>
            </a:r>
            <a:r>
              <a:rPr sz="1800" spc="-5" dirty="0">
                <a:solidFill>
                  <a:srgbClr val="3C3C3C"/>
                </a:solidFill>
                <a:latin typeface="Trebuchet MS"/>
                <a:cs typeface="Trebuchet MS"/>
              </a:rPr>
              <a:t>so</a:t>
            </a:r>
            <a:r>
              <a:rPr sz="1800" spc="-60" dirty="0">
                <a:solidFill>
                  <a:srgbClr val="3C3C3C"/>
                </a:solidFill>
                <a:latin typeface="Trebuchet MS"/>
                <a:cs typeface="Trebuchet MS"/>
              </a:rPr>
              <a:t> </a:t>
            </a:r>
            <a:r>
              <a:rPr sz="1800" spc="-30" dirty="0">
                <a:solidFill>
                  <a:srgbClr val="3C3C3C"/>
                </a:solidFill>
                <a:latin typeface="Trebuchet MS"/>
                <a:cs typeface="Trebuchet MS"/>
              </a:rPr>
              <a:t>no</a:t>
            </a:r>
            <a:r>
              <a:rPr sz="1800" spc="-45" dirty="0">
                <a:solidFill>
                  <a:srgbClr val="3C3C3C"/>
                </a:solidFill>
                <a:latin typeface="Trebuchet MS"/>
                <a:cs typeface="Trebuchet MS"/>
              </a:rPr>
              <a:t> </a:t>
            </a:r>
            <a:r>
              <a:rPr sz="1800" spc="-110" dirty="0">
                <a:solidFill>
                  <a:srgbClr val="3C3C3C"/>
                </a:solidFill>
                <a:latin typeface="Trebuchet MS"/>
                <a:cs typeface="Trebuchet MS"/>
              </a:rPr>
              <a:t>early</a:t>
            </a:r>
            <a:r>
              <a:rPr sz="1800" spc="-40" dirty="0">
                <a:solidFill>
                  <a:srgbClr val="3C3C3C"/>
                </a:solidFill>
                <a:latin typeface="Trebuchet MS"/>
                <a:cs typeface="Trebuchet MS"/>
              </a:rPr>
              <a:t> </a:t>
            </a:r>
            <a:r>
              <a:rPr sz="1800" spc="-70" dirty="0">
                <a:solidFill>
                  <a:srgbClr val="3C3C3C"/>
                </a:solidFill>
                <a:latin typeface="Trebuchet MS"/>
                <a:cs typeface="Trebuchet MS"/>
              </a:rPr>
              <a:t>prototypes</a:t>
            </a:r>
            <a:r>
              <a:rPr sz="1800" spc="-55" dirty="0">
                <a:solidFill>
                  <a:srgbClr val="3C3C3C"/>
                </a:solidFill>
                <a:latin typeface="Trebuchet MS"/>
                <a:cs typeface="Trebuchet MS"/>
              </a:rPr>
              <a:t> </a:t>
            </a:r>
            <a:r>
              <a:rPr sz="1800" spc="-95" dirty="0">
                <a:solidFill>
                  <a:srgbClr val="3C3C3C"/>
                </a:solidFill>
                <a:latin typeface="Trebuchet MS"/>
                <a:cs typeface="Trebuchet MS"/>
              </a:rPr>
              <a:t>of</a:t>
            </a:r>
            <a:r>
              <a:rPr sz="1800" spc="-50" dirty="0">
                <a:solidFill>
                  <a:srgbClr val="3C3C3C"/>
                </a:solidFill>
                <a:latin typeface="Trebuchet MS"/>
                <a:cs typeface="Trebuchet MS"/>
              </a:rPr>
              <a:t> </a:t>
            </a:r>
            <a:r>
              <a:rPr sz="1800" spc="-110" dirty="0">
                <a:solidFill>
                  <a:srgbClr val="3C3C3C"/>
                </a:solidFill>
                <a:latin typeface="Trebuchet MS"/>
                <a:cs typeface="Trebuchet MS"/>
              </a:rPr>
              <a:t>the</a:t>
            </a:r>
            <a:r>
              <a:rPr sz="1800" spc="-35" dirty="0">
                <a:solidFill>
                  <a:srgbClr val="3C3C3C"/>
                </a:solidFill>
                <a:latin typeface="Trebuchet MS"/>
                <a:cs typeface="Trebuchet MS"/>
              </a:rPr>
              <a:t> </a:t>
            </a:r>
            <a:r>
              <a:rPr sz="1800" spc="-90" dirty="0">
                <a:solidFill>
                  <a:srgbClr val="3C3C3C"/>
                </a:solidFill>
                <a:latin typeface="Trebuchet MS"/>
                <a:cs typeface="Trebuchet MS"/>
              </a:rPr>
              <a:t>software</a:t>
            </a:r>
            <a:r>
              <a:rPr sz="1800" spc="-70" dirty="0">
                <a:solidFill>
                  <a:srgbClr val="3C3C3C"/>
                </a:solidFill>
                <a:latin typeface="Trebuchet MS"/>
                <a:cs typeface="Trebuchet MS"/>
              </a:rPr>
              <a:t> </a:t>
            </a:r>
            <a:r>
              <a:rPr sz="1800" spc="-110" dirty="0">
                <a:solidFill>
                  <a:srgbClr val="3C3C3C"/>
                </a:solidFill>
                <a:latin typeface="Trebuchet MS"/>
                <a:cs typeface="Trebuchet MS"/>
              </a:rPr>
              <a:t>are</a:t>
            </a:r>
            <a:r>
              <a:rPr sz="1800" spc="-35" dirty="0">
                <a:solidFill>
                  <a:srgbClr val="3C3C3C"/>
                </a:solidFill>
                <a:latin typeface="Trebuchet MS"/>
                <a:cs typeface="Trebuchet MS"/>
              </a:rPr>
              <a:t> </a:t>
            </a:r>
            <a:r>
              <a:rPr sz="1800" spc="-100" dirty="0">
                <a:solidFill>
                  <a:srgbClr val="3C3C3C"/>
                </a:solidFill>
                <a:latin typeface="Trebuchet MS"/>
                <a:cs typeface="Trebuchet MS"/>
              </a:rPr>
              <a:t>produced.</a:t>
            </a:r>
            <a:endParaRPr sz="1800">
              <a:latin typeface="Trebuchet MS"/>
              <a:cs typeface="Trebuchet MS"/>
            </a:endParaRPr>
          </a:p>
          <a:p>
            <a:pPr marL="318770" indent="-306705">
              <a:lnSpc>
                <a:spcPct val="100000"/>
              </a:lnSpc>
              <a:spcBef>
                <a:spcPts val="1035"/>
              </a:spcBef>
              <a:buClr>
                <a:srgbClr val="8BB649"/>
              </a:buClr>
              <a:buSzPct val="91666"/>
              <a:buFont typeface="Cambria"/>
              <a:buChar char="◾"/>
              <a:tabLst>
                <a:tab pos="318770" algn="l"/>
                <a:tab pos="319405" algn="l"/>
              </a:tabLst>
            </a:pPr>
            <a:r>
              <a:rPr sz="1800" spc="-135" dirty="0">
                <a:solidFill>
                  <a:srgbClr val="3C3C3C"/>
                </a:solidFill>
                <a:latin typeface="Trebuchet MS"/>
                <a:cs typeface="Trebuchet MS"/>
              </a:rPr>
              <a:t>If</a:t>
            </a:r>
            <a:r>
              <a:rPr sz="1800" spc="-45" dirty="0">
                <a:solidFill>
                  <a:srgbClr val="3C3C3C"/>
                </a:solidFill>
                <a:latin typeface="Trebuchet MS"/>
                <a:cs typeface="Trebuchet MS"/>
              </a:rPr>
              <a:t> </a:t>
            </a:r>
            <a:r>
              <a:rPr sz="1800" spc="-135" dirty="0">
                <a:solidFill>
                  <a:srgbClr val="3C3C3C"/>
                </a:solidFill>
                <a:latin typeface="Trebuchet MS"/>
                <a:cs typeface="Trebuchet MS"/>
              </a:rPr>
              <a:t>any</a:t>
            </a:r>
            <a:r>
              <a:rPr sz="1800" spc="-50" dirty="0">
                <a:solidFill>
                  <a:srgbClr val="3C3C3C"/>
                </a:solidFill>
                <a:latin typeface="Trebuchet MS"/>
                <a:cs typeface="Trebuchet MS"/>
              </a:rPr>
              <a:t> </a:t>
            </a:r>
            <a:r>
              <a:rPr sz="1800" spc="-110" dirty="0">
                <a:solidFill>
                  <a:srgbClr val="3C3C3C"/>
                </a:solidFill>
                <a:latin typeface="Trebuchet MS"/>
                <a:cs typeface="Trebuchet MS"/>
              </a:rPr>
              <a:t>changes</a:t>
            </a:r>
            <a:r>
              <a:rPr sz="1800" spc="-55" dirty="0">
                <a:solidFill>
                  <a:srgbClr val="3C3C3C"/>
                </a:solidFill>
                <a:latin typeface="Trebuchet MS"/>
                <a:cs typeface="Trebuchet MS"/>
              </a:rPr>
              <a:t> </a:t>
            </a:r>
            <a:r>
              <a:rPr sz="1800" spc="-114" dirty="0">
                <a:solidFill>
                  <a:srgbClr val="3C3C3C"/>
                </a:solidFill>
                <a:latin typeface="Trebuchet MS"/>
                <a:cs typeface="Trebuchet MS"/>
              </a:rPr>
              <a:t>happen</a:t>
            </a:r>
            <a:r>
              <a:rPr sz="1800" spc="-40" dirty="0">
                <a:solidFill>
                  <a:srgbClr val="3C3C3C"/>
                </a:solidFill>
                <a:latin typeface="Trebuchet MS"/>
                <a:cs typeface="Trebuchet MS"/>
              </a:rPr>
              <a:t> </a:t>
            </a:r>
            <a:r>
              <a:rPr sz="1800" spc="-105" dirty="0">
                <a:solidFill>
                  <a:srgbClr val="3C3C3C"/>
                </a:solidFill>
                <a:latin typeface="Trebuchet MS"/>
                <a:cs typeface="Trebuchet MS"/>
              </a:rPr>
              <a:t>in</a:t>
            </a:r>
            <a:r>
              <a:rPr sz="1800" spc="-35" dirty="0">
                <a:solidFill>
                  <a:srgbClr val="3C3C3C"/>
                </a:solidFill>
                <a:latin typeface="Trebuchet MS"/>
                <a:cs typeface="Trebuchet MS"/>
              </a:rPr>
              <a:t> </a:t>
            </a:r>
            <a:r>
              <a:rPr sz="1800" spc="-165" dirty="0">
                <a:solidFill>
                  <a:srgbClr val="3C3C3C"/>
                </a:solidFill>
                <a:latin typeface="Trebuchet MS"/>
                <a:cs typeface="Trebuchet MS"/>
              </a:rPr>
              <a:t>midway,</a:t>
            </a:r>
            <a:r>
              <a:rPr sz="1800" spc="-225" dirty="0">
                <a:solidFill>
                  <a:srgbClr val="3C3C3C"/>
                </a:solidFill>
                <a:latin typeface="Trebuchet MS"/>
                <a:cs typeface="Trebuchet MS"/>
              </a:rPr>
              <a:t> </a:t>
            </a:r>
            <a:r>
              <a:rPr sz="1800" spc="-105" dirty="0">
                <a:solidFill>
                  <a:srgbClr val="3C3C3C"/>
                </a:solidFill>
                <a:latin typeface="Trebuchet MS"/>
                <a:cs typeface="Trebuchet MS"/>
              </a:rPr>
              <a:t>then</a:t>
            </a:r>
            <a:r>
              <a:rPr sz="1800" spc="-30" dirty="0">
                <a:solidFill>
                  <a:srgbClr val="3C3C3C"/>
                </a:solidFill>
                <a:latin typeface="Trebuchet MS"/>
                <a:cs typeface="Trebuchet MS"/>
              </a:rPr>
              <a:t> </a:t>
            </a:r>
            <a:r>
              <a:rPr sz="1800" spc="-110" dirty="0">
                <a:solidFill>
                  <a:srgbClr val="3C3C3C"/>
                </a:solidFill>
                <a:latin typeface="Trebuchet MS"/>
                <a:cs typeface="Trebuchet MS"/>
              </a:rPr>
              <a:t>the</a:t>
            </a:r>
            <a:r>
              <a:rPr sz="1800" spc="-40" dirty="0">
                <a:solidFill>
                  <a:srgbClr val="3C3C3C"/>
                </a:solidFill>
                <a:latin typeface="Trebuchet MS"/>
                <a:cs typeface="Trebuchet MS"/>
              </a:rPr>
              <a:t> </a:t>
            </a:r>
            <a:r>
              <a:rPr sz="1800" spc="-100" dirty="0">
                <a:solidFill>
                  <a:srgbClr val="3C3C3C"/>
                </a:solidFill>
                <a:latin typeface="Trebuchet MS"/>
                <a:cs typeface="Trebuchet MS"/>
              </a:rPr>
              <a:t>test</a:t>
            </a:r>
            <a:r>
              <a:rPr sz="1800" spc="-45" dirty="0">
                <a:solidFill>
                  <a:srgbClr val="3C3C3C"/>
                </a:solidFill>
                <a:latin typeface="Trebuchet MS"/>
                <a:cs typeface="Trebuchet MS"/>
              </a:rPr>
              <a:t> </a:t>
            </a:r>
            <a:r>
              <a:rPr sz="1800" spc="-80" dirty="0">
                <a:solidFill>
                  <a:srgbClr val="3C3C3C"/>
                </a:solidFill>
                <a:latin typeface="Trebuchet MS"/>
                <a:cs typeface="Trebuchet MS"/>
              </a:rPr>
              <a:t>documents</a:t>
            </a:r>
            <a:r>
              <a:rPr sz="1800" spc="-50" dirty="0">
                <a:solidFill>
                  <a:srgbClr val="3C3C3C"/>
                </a:solidFill>
                <a:latin typeface="Trebuchet MS"/>
                <a:cs typeface="Trebuchet MS"/>
              </a:rPr>
              <a:t> </a:t>
            </a:r>
            <a:r>
              <a:rPr sz="1800" spc="-105" dirty="0">
                <a:solidFill>
                  <a:srgbClr val="3C3C3C"/>
                </a:solidFill>
                <a:latin typeface="Trebuchet MS"/>
                <a:cs typeface="Trebuchet MS"/>
              </a:rPr>
              <a:t>along</a:t>
            </a:r>
            <a:r>
              <a:rPr sz="1800" spc="-55" dirty="0">
                <a:solidFill>
                  <a:srgbClr val="3C3C3C"/>
                </a:solidFill>
                <a:latin typeface="Trebuchet MS"/>
                <a:cs typeface="Trebuchet MS"/>
              </a:rPr>
              <a:t> </a:t>
            </a:r>
            <a:r>
              <a:rPr sz="1800" spc="-95" dirty="0">
                <a:solidFill>
                  <a:srgbClr val="3C3C3C"/>
                </a:solidFill>
                <a:latin typeface="Trebuchet MS"/>
                <a:cs typeface="Trebuchet MS"/>
              </a:rPr>
              <a:t>with</a:t>
            </a:r>
            <a:r>
              <a:rPr sz="1800" spc="-30" dirty="0">
                <a:solidFill>
                  <a:srgbClr val="3C3C3C"/>
                </a:solidFill>
                <a:latin typeface="Trebuchet MS"/>
                <a:cs typeface="Trebuchet MS"/>
              </a:rPr>
              <a:t> </a:t>
            </a:r>
            <a:r>
              <a:rPr sz="1800" spc="-95" dirty="0">
                <a:solidFill>
                  <a:srgbClr val="3C3C3C"/>
                </a:solidFill>
                <a:latin typeface="Trebuchet MS"/>
                <a:cs typeface="Trebuchet MS"/>
              </a:rPr>
              <a:t>requirement</a:t>
            </a:r>
            <a:r>
              <a:rPr sz="1800" spc="-30" dirty="0">
                <a:solidFill>
                  <a:srgbClr val="3C3C3C"/>
                </a:solidFill>
                <a:latin typeface="Trebuchet MS"/>
                <a:cs typeface="Trebuchet MS"/>
              </a:rPr>
              <a:t> </a:t>
            </a:r>
            <a:r>
              <a:rPr sz="1800" spc="-80" dirty="0">
                <a:solidFill>
                  <a:srgbClr val="3C3C3C"/>
                </a:solidFill>
                <a:latin typeface="Trebuchet MS"/>
                <a:cs typeface="Trebuchet MS"/>
              </a:rPr>
              <a:t>documents</a:t>
            </a:r>
            <a:r>
              <a:rPr sz="1800" spc="-55" dirty="0">
                <a:solidFill>
                  <a:srgbClr val="3C3C3C"/>
                </a:solidFill>
                <a:latin typeface="Trebuchet MS"/>
                <a:cs typeface="Trebuchet MS"/>
              </a:rPr>
              <a:t> </a:t>
            </a:r>
            <a:r>
              <a:rPr sz="1800" spc="-100" dirty="0">
                <a:solidFill>
                  <a:srgbClr val="3C3C3C"/>
                </a:solidFill>
                <a:latin typeface="Trebuchet MS"/>
                <a:cs typeface="Trebuchet MS"/>
              </a:rPr>
              <a:t>has</a:t>
            </a:r>
            <a:r>
              <a:rPr sz="1800" spc="-50" dirty="0">
                <a:solidFill>
                  <a:srgbClr val="3C3C3C"/>
                </a:solidFill>
                <a:latin typeface="Trebuchet MS"/>
                <a:cs typeface="Trebuchet MS"/>
              </a:rPr>
              <a:t> </a:t>
            </a:r>
            <a:r>
              <a:rPr sz="1800" spc="-45" dirty="0">
                <a:solidFill>
                  <a:srgbClr val="3C3C3C"/>
                </a:solidFill>
                <a:latin typeface="Trebuchet MS"/>
                <a:cs typeface="Trebuchet MS"/>
              </a:rPr>
              <a:t>to </a:t>
            </a:r>
            <a:r>
              <a:rPr sz="1800" spc="-114" dirty="0">
                <a:solidFill>
                  <a:srgbClr val="3C3C3C"/>
                </a:solidFill>
                <a:latin typeface="Trebuchet MS"/>
                <a:cs typeface="Trebuchet MS"/>
              </a:rPr>
              <a:t>be</a:t>
            </a:r>
            <a:r>
              <a:rPr sz="1800" spc="-30" dirty="0">
                <a:solidFill>
                  <a:srgbClr val="3C3C3C"/>
                </a:solidFill>
                <a:latin typeface="Trebuchet MS"/>
                <a:cs typeface="Trebuchet MS"/>
              </a:rPr>
              <a:t> </a:t>
            </a:r>
            <a:r>
              <a:rPr sz="1800" spc="-135" dirty="0">
                <a:solidFill>
                  <a:srgbClr val="3C3C3C"/>
                </a:solidFill>
                <a:latin typeface="Trebuchet MS"/>
                <a:cs typeface="Trebuchet MS"/>
              </a:rPr>
              <a:t>updated.</a:t>
            </a:r>
            <a:endParaRPr sz="1800">
              <a:latin typeface="Trebuchet MS"/>
              <a:cs typeface="Trebuchet MS"/>
            </a:endParaRPr>
          </a:p>
        </p:txBody>
      </p:sp>
    </p:spTree>
    <p:extLst>
      <p:ext uri="{BB962C8B-B14F-4D97-AF65-F5344CB8AC3E}">
        <p14:creationId xmlns:p14="http://schemas.microsoft.com/office/powerpoint/2010/main" val="3166845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311A3-BB46-8CF3-2DFE-24195C57DA99}"/>
              </a:ext>
            </a:extLst>
          </p:cNvPr>
          <p:cNvSpPr>
            <a:spLocks noGrp="1"/>
          </p:cNvSpPr>
          <p:nvPr>
            <p:ph type="title"/>
          </p:nvPr>
        </p:nvSpPr>
        <p:spPr/>
        <p:txBody>
          <a:bodyPr/>
          <a:lstStyle/>
          <a:p>
            <a:r>
              <a:rPr lang="en-US" dirty="0"/>
              <a:t>Incremental model</a:t>
            </a:r>
          </a:p>
        </p:txBody>
      </p:sp>
      <p:sp>
        <p:nvSpPr>
          <p:cNvPr id="3" name="Content Placeholder 2">
            <a:extLst>
              <a:ext uri="{FF2B5EF4-FFF2-40B4-BE49-F238E27FC236}">
                <a16:creationId xmlns:a16="http://schemas.microsoft.com/office/drawing/2014/main" id="{27F6D167-67C3-712C-46AE-1204C368C661}"/>
              </a:ext>
            </a:extLst>
          </p:cNvPr>
          <p:cNvSpPr>
            <a:spLocks noGrp="1"/>
          </p:cNvSpPr>
          <p:nvPr>
            <p:ph idx="1"/>
          </p:nvPr>
        </p:nvSpPr>
        <p:spPr/>
        <p:txBody>
          <a:bodyPr/>
          <a:lstStyle/>
          <a:p>
            <a:r>
              <a:rPr lang="en-US" dirty="0"/>
              <a:t>In incremental model the whole requirement is divided into various builds. Multiple development cycles take place here, making the life cycle a “multi-waterfall” cycle.  Cycles are divided up into smaller, more easily managed modules.</a:t>
            </a:r>
          </a:p>
          <a:p>
            <a:r>
              <a:rPr lang="en-US" dirty="0"/>
              <a:t>In this model, each module passes through the requirements, design, implementation and testing phases. A working version of software is produced during the first module, so you have working software early on during the software life cycle. </a:t>
            </a:r>
          </a:p>
          <a:p>
            <a:r>
              <a:rPr lang="en-US" dirty="0"/>
              <a:t>Each subsequent release of the module adds function to the previous release. The process continues till the complete system is achieved.</a:t>
            </a:r>
          </a:p>
        </p:txBody>
      </p:sp>
    </p:spTree>
    <p:extLst>
      <p:ext uri="{BB962C8B-B14F-4D97-AF65-F5344CB8AC3E}">
        <p14:creationId xmlns:p14="http://schemas.microsoft.com/office/powerpoint/2010/main" val="1566394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4B9D65-5128-C5B7-AF27-74E784E2887A}"/>
              </a:ext>
            </a:extLst>
          </p:cNvPr>
          <p:cNvPicPr>
            <a:picLocks noChangeAspect="1"/>
          </p:cNvPicPr>
          <p:nvPr/>
        </p:nvPicPr>
        <p:blipFill>
          <a:blip r:embed="rId2"/>
          <a:stretch>
            <a:fillRect/>
          </a:stretch>
        </p:blipFill>
        <p:spPr>
          <a:xfrm>
            <a:off x="443883" y="603682"/>
            <a:ext cx="11310152" cy="5797117"/>
          </a:xfrm>
          <a:prstGeom prst="rect">
            <a:avLst/>
          </a:prstGeom>
        </p:spPr>
      </p:pic>
      <p:sp>
        <p:nvSpPr>
          <p:cNvPr id="7" name="Rectangle 6">
            <a:extLst>
              <a:ext uri="{FF2B5EF4-FFF2-40B4-BE49-F238E27FC236}">
                <a16:creationId xmlns:a16="http://schemas.microsoft.com/office/drawing/2014/main" id="{DD301D69-6238-BDC7-FA26-84BBB425F4FF}"/>
              </a:ext>
            </a:extLst>
          </p:cNvPr>
          <p:cNvSpPr/>
          <p:nvPr/>
        </p:nvSpPr>
        <p:spPr>
          <a:xfrm>
            <a:off x="443883" y="603682"/>
            <a:ext cx="1775534" cy="6391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7942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46D3-1317-6020-36B8-39FC550B7D7E}"/>
              </a:ext>
            </a:extLst>
          </p:cNvPr>
          <p:cNvSpPr>
            <a:spLocks noGrp="1"/>
          </p:cNvSpPr>
          <p:nvPr>
            <p:ph type="title"/>
          </p:nvPr>
        </p:nvSpPr>
        <p:spPr>
          <a:xfrm>
            <a:off x="581192" y="702156"/>
            <a:ext cx="11029616" cy="1013800"/>
          </a:xfrm>
        </p:spPr>
        <p:txBody>
          <a:bodyPr>
            <a:normAutofit/>
          </a:bodyPr>
          <a:lstStyle/>
          <a:p>
            <a:r>
              <a:rPr lang="en-US">
                <a:solidFill>
                  <a:srgbClr val="FFFEFF"/>
                </a:solidFill>
              </a:rPr>
              <a:t>Incremental model example</a:t>
            </a:r>
          </a:p>
        </p:txBody>
      </p:sp>
      <p:graphicFrame>
        <p:nvGraphicFramePr>
          <p:cNvPr id="19" name="Content Placeholder 2">
            <a:extLst>
              <a:ext uri="{FF2B5EF4-FFF2-40B4-BE49-F238E27FC236}">
                <a16:creationId xmlns:a16="http://schemas.microsoft.com/office/drawing/2014/main" id="{6E380A97-AF81-645B-C3FD-16DC71D430BA}"/>
              </a:ext>
            </a:extLst>
          </p:cNvPr>
          <p:cNvGraphicFramePr>
            <a:graphicFrameLocks noGrp="1"/>
          </p:cNvGraphicFramePr>
          <p:nvPr>
            <p:ph idx="1"/>
            <p:extLst>
              <p:ext uri="{D42A27DB-BD31-4B8C-83A1-F6EECF244321}">
                <p14:modId xmlns:p14="http://schemas.microsoft.com/office/powerpoint/2010/main" val="571030109"/>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1208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07120-F4D4-0C29-2ACE-276FA04AFD60}"/>
              </a:ext>
            </a:extLst>
          </p:cNvPr>
          <p:cNvSpPr>
            <a:spLocks noGrp="1"/>
          </p:cNvSpPr>
          <p:nvPr>
            <p:ph type="title"/>
          </p:nvPr>
        </p:nvSpPr>
        <p:spPr/>
        <p:txBody>
          <a:bodyPr/>
          <a:lstStyle/>
          <a:p>
            <a:r>
              <a:rPr lang="en-US" dirty="0"/>
              <a:t>Advantages of incremental model</a:t>
            </a:r>
          </a:p>
        </p:txBody>
      </p:sp>
      <p:sp>
        <p:nvSpPr>
          <p:cNvPr id="3" name="Content Placeholder 2">
            <a:extLst>
              <a:ext uri="{FF2B5EF4-FFF2-40B4-BE49-F238E27FC236}">
                <a16:creationId xmlns:a16="http://schemas.microsoft.com/office/drawing/2014/main" id="{4A26F9E3-E342-2D05-2564-6A3E45DE5EA4}"/>
              </a:ext>
            </a:extLst>
          </p:cNvPr>
          <p:cNvSpPr>
            <a:spLocks noGrp="1"/>
          </p:cNvSpPr>
          <p:nvPr>
            <p:ph idx="1"/>
          </p:nvPr>
        </p:nvSpPr>
        <p:spPr/>
        <p:txBody>
          <a:bodyPr/>
          <a:lstStyle/>
          <a:p>
            <a:r>
              <a:rPr lang="en-US" dirty="0"/>
              <a:t>Generates working software quickly and early during the software life cycle.</a:t>
            </a:r>
          </a:p>
          <a:p>
            <a:r>
              <a:rPr lang="en-US" dirty="0"/>
              <a:t>This model is more flexible – less costly to change scope and requirements.</a:t>
            </a:r>
          </a:p>
          <a:p>
            <a:r>
              <a:rPr lang="en-US" dirty="0"/>
              <a:t>It is easier to test and debug during a smaller iteration.</a:t>
            </a:r>
          </a:p>
          <a:p>
            <a:r>
              <a:rPr lang="en-US" dirty="0"/>
              <a:t>In this model customer can respond to each built.</a:t>
            </a:r>
          </a:p>
          <a:p>
            <a:r>
              <a:rPr lang="en-US" dirty="0"/>
              <a:t>Lowers initial delivery cost.</a:t>
            </a:r>
          </a:p>
          <a:p>
            <a:r>
              <a:rPr lang="en-US" dirty="0"/>
              <a:t>Easier to manage risk because risky pieces are identified and handled during iteration.</a:t>
            </a:r>
          </a:p>
        </p:txBody>
      </p:sp>
    </p:spTree>
    <p:extLst>
      <p:ext uri="{BB962C8B-B14F-4D97-AF65-F5344CB8AC3E}">
        <p14:creationId xmlns:p14="http://schemas.microsoft.com/office/powerpoint/2010/main" val="3195928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719A7-0756-4259-A7DA-3CFCD049C26F}"/>
              </a:ext>
            </a:extLst>
          </p:cNvPr>
          <p:cNvSpPr>
            <a:spLocks noGrp="1"/>
          </p:cNvSpPr>
          <p:nvPr>
            <p:ph type="title"/>
          </p:nvPr>
        </p:nvSpPr>
        <p:spPr/>
        <p:txBody>
          <a:bodyPr/>
          <a:lstStyle/>
          <a:p>
            <a:r>
              <a:rPr lang="en-US" dirty="0"/>
              <a:t>Disadvantages of incremental model</a:t>
            </a:r>
          </a:p>
        </p:txBody>
      </p:sp>
      <p:sp>
        <p:nvSpPr>
          <p:cNvPr id="3" name="Content Placeholder 2">
            <a:extLst>
              <a:ext uri="{FF2B5EF4-FFF2-40B4-BE49-F238E27FC236}">
                <a16:creationId xmlns:a16="http://schemas.microsoft.com/office/drawing/2014/main" id="{6C387457-8825-B4AD-3F99-4215C62691E3}"/>
              </a:ext>
            </a:extLst>
          </p:cNvPr>
          <p:cNvSpPr>
            <a:spLocks noGrp="1"/>
          </p:cNvSpPr>
          <p:nvPr>
            <p:ph idx="1"/>
          </p:nvPr>
        </p:nvSpPr>
        <p:spPr/>
        <p:txBody>
          <a:bodyPr/>
          <a:lstStyle/>
          <a:p>
            <a:r>
              <a:rPr lang="en-US" dirty="0"/>
              <a:t>Needs good planning and design.</a:t>
            </a:r>
          </a:p>
          <a:p>
            <a:r>
              <a:rPr lang="en-US" dirty="0"/>
              <a:t>Needs a clear and complete definition of the whole system before it can be broken down and built incrementally.</a:t>
            </a:r>
          </a:p>
          <a:p>
            <a:r>
              <a:rPr lang="en-US" dirty="0"/>
              <a:t>Total cost is higher than waterfall.</a:t>
            </a:r>
          </a:p>
        </p:txBody>
      </p:sp>
    </p:spTree>
    <p:extLst>
      <p:ext uri="{BB962C8B-B14F-4D97-AF65-F5344CB8AC3E}">
        <p14:creationId xmlns:p14="http://schemas.microsoft.com/office/powerpoint/2010/main" val="1998857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B5DA-2FE5-5587-3E6D-89207463571E}"/>
              </a:ext>
            </a:extLst>
          </p:cNvPr>
          <p:cNvSpPr>
            <a:spLocks noGrp="1"/>
          </p:cNvSpPr>
          <p:nvPr>
            <p:ph type="title"/>
          </p:nvPr>
        </p:nvSpPr>
        <p:spPr/>
        <p:txBody>
          <a:bodyPr/>
          <a:lstStyle/>
          <a:p>
            <a:r>
              <a:rPr lang="en-US" dirty="0"/>
              <a:t>The spiral model</a:t>
            </a:r>
          </a:p>
        </p:txBody>
      </p:sp>
      <p:sp>
        <p:nvSpPr>
          <p:cNvPr id="3" name="Content Placeholder 2">
            <a:extLst>
              <a:ext uri="{FF2B5EF4-FFF2-40B4-BE49-F238E27FC236}">
                <a16:creationId xmlns:a16="http://schemas.microsoft.com/office/drawing/2014/main" id="{6E43E810-1335-0B33-2C07-FB25E82017C3}"/>
              </a:ext>
            </a:extLst>
          </p:cNvPr>
          <p:cNvSpPr>
            <a:spLocks noGrp="1"/>
          </p:cNvSpPr>
          <p:nvPr>
            <p:ph idx="1"/>
          </p:nvPr>
        </p:nvSpPr>
        <p:spPr/>
        <p:txBody>
          <a:bodyPr/>
          <a:lstStyle/>
          <a:p>
            <a:r>
              <a:rPr lang="en-US" dirty="0"/>
              <a:t>The spiral model is similar to the incremental model, with more emphasis placed on risk analysis. </a:t>
            </a:r>
          </a:p>
          <a:p>
            <a:r>
              <a:rPr lang="en-US" dirty="0"/>
              <a:t>The spiral development model is a risk-driven process model. </a:t>
            </a:r>
          </a:p>
          <a:p>
            <a:r>
              <a:rPr lang="en-US" dirty="0"/>
              <a:t>Example: Microsoft (Early versions of Windows) and NASA's Marshall Space Flight Center (Hendrix and Schneider 2002).</a:t>
            </a:r>
          </a:p>
        </p:txBody>
      </p:sp>
    </p:spTree>
    <p:extLst>
      <p:ext uri="{BB962C8B-B14F-4D97-AF65-F5344CB8AC3E}">
        <p14:creationId xmlns:p14="http://schemas.microsoft.com/office/powerpoint/2010/main" val="2265250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0433-2D57-991C-5EFB-E99C7711AF2F}"/>
              </a:ext>
            </a:extLst>
          </p:cNvPr>
          <p:cNvSpPr>
            <a:spLocks noGrp="1"/>
          </p:cNvSpPr>
          <p:nvPr>
            <p:ph type="title"/>
          </p:nvPr>
        </p:nvSpPr>
        <p:spPr/>
        <p:txBody>
          <a:bodyPr/>
          <a:lstStyle/>
          <a:p>
            <a:r>
              <a:rPr lang="en-US" dirty="0"/>
              <a:t>The spiral model</a:t>
            </a:r>
          </a:p>
        </p:txBody>
      </p:sp>
      <p:sp>
        <p:nvSpPr>
          <p:cNvPr id="3" name="Content Placeholder 2">
            <a:extLst>
              <a:ext uri="{FF2B5EF4-FFF2-40B4-BE49-F238E27FC236}">
                <a16:creationId xmlns:a16="http://schemas.microsoft.com/office/drawing/2014/main" id="{075159B8-5EC3-DEFA-53D7-8C43D134329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F81DA31-2490-FE1A-E18C-69844B73C1B9}"/>
              </a:ext>
            </a:extLst>
          </p:cNvPr>
          <p:cNvPicPr>
            <a:picLocks noChangeAspect="1"/>
          </p:cNvPicPr>
          <p:nvPr/>
        </p:nvPicPr>
        <p:blipFill>
          <a:blip r:embed="rId2"/>
          <a:stretch>
            <a:fillRect/>
          </a:stretch>
        </p:blipFill>
        <p:spPr>
          <a:xfrm>
            <a:off x="380999" y="609601"/>
            <a:ext cx="11382375" cy="5546244"/>
          </a:xfrm>
          <a:prstGeom prst="rect">
            <a:avLst/>
          </a:prstGeom>
        </p:spPr>
      </p:pic>
      <p:sp>
        <p:nvSpPr>
          <p:cNvPr id="6" name="Rectangle 5">
            <a:extLst>
              <a:ext uri="{FF2B5EF4-FFF2-40B4-BE49-F238E27FC236}">
                <a16:creationId xmlns:a16="http://schemas.microsoft.com/office/drawing/2014/main" id="{B776674A-A07A-8FD5-7DC6-28EFA8C19086}"/>
              </a:ext>
            </a:extLst>
          </p:cNvPr>
          <p:cNvSpPr/>
          <p:nvPr/>
        </p:nvSpPr>
        <p:spPr>
          <a:xfrm>
            <a:off x="443883" y="603682"/>
            <a:ext cx="1775534" cy="5488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7230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3967E-59E0-5869-CB61-98DD89932541}"/>
              </a:ext>
            </a:extLst>
          </p:cNvPr>
          <p:cNvSpPr>
            <a:spLocks noGrp="1"/>
          </p:cNvSpPr>
          <p:nvPr>
            <p:ph type="title"/>
          </p:nvPr>
        </p:nvSpPr>
        <p:spPr/>
        <p:txBody>
          <a:bodyPr/>
          <a:lstStyle/>
          <a:p>
            <a:r>
              <a:rPr lang="en-US" dirty="0"/>
              <a:t>Advantages of the spiral model</a:t>
            </a:r>
          </a:p>
        </p:txBody>
      </p:sp>
      <p:sp>
        <p:nvSpPr>
          <p:cNvPr id="3" name="Content Placeholder 2">
            <a:extLst>
              <a:ext uri="{FF2B5EF4-FFF2-40B4-BE49-F238E27FC236}">
                <a16:creationId xmlns:a16="http://schemas.microsoft.com/office/drawing/2014/main" id="{0B3E4700-0BB0-ADC4-C02F-19A95EADFCA3}"/>
              </a:ext>
            </a:extLst>
          </p:cNvPr>
          <p:cNvSpPr>
            <a:spLocks noGrp="1"/>
          </p:cNvSpPr>
          <p:nvPr>
            <p:ph idx="1"/>
          </p:nvPr>
        </p:nvSpPr>
        <p:spPr/>
        <p:txBody>
          <a:bodyPr/>
          <a:lstStyle/>
          <a:p>
            <a:r>
              <a:rPr lang="en-US" dirty="0"/>
              <a:t>High amount of risk analysis hence, avoidance of Risk is enhanced.</a:t>
            </a:r>
          </a:p>
          <a:p>
            <a:r>
              <a:rPr lang="en-US" dirty="0"/>
              <a:t>Good for large and mission-critical projects.</a:t>
            </a:r>
          </a:p>
          <a:p>
            <a:r>
              <a:rPr lang="en-US" dirty="0"/>
              <a:t>Additional Functionality can be added at a later date.</a:t>
            </a:r>
          </a:p>
          <a:p>
            <a:r>
              <a:rPr lang="en-US" dirty="0"/>
              <a:t>Software is produced early in the software life cycle.</a:t>
            </a:r>
          </a:p>
        </p:txBody>
      </p:sp>
    </p:spTree>
    <p:extLst>
      <p:ext uri="{BB962C8B-B14F-4D97-AF65-F5344CB8AC3E}">
        <p14:creationId xmlns:p14="http://schemas.microsoft.com/office/powerpoint/2010/main" val="3067500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C67FC-E355-0A1E-EBE9-CCC496C0FAAD}"/>
              </a:ext>
            </a:extLst>
          </p:cNvPr>
          <p:cNvSpPr>
            <a:spLocks noGrp="1"/>
          </p:cNvSpPr>
          <p:nvPr>
            <p:ph type="title"/>
          </p:nvPr>
        </p:nvSpPr>
        <p:spPr/>
        <p:txBody>
          <a:bodyPr/>
          <a:lstStyle/>
          <a:p>
            <a:r>
              <a:rPr lang="en-US" dirty="0"/>
              <a:t>Disadvantages of the spiral model</a:t>
            </a:r>
          </a:p>
        </p:txBody>
      </p:sp>
      <p:sp>
        <p:nvSpPr>
          <p:cNvPr id="3" name="Content Placeholder 2">
            <a:extLst>
              <a:ext uri="{FF2B5EF4-FFF2-40B4-BE49-F238E27FC236}">
                <a16:creationId xmlns:a16="http://schemas.microsoft.com/office/drawing/2014/main" id="{7594A44E-C275-BAE2-4F19-E4EA1C9083C6}"/>
              </a:ext>
            </a:extLst>
          </p:cNvPr>
          <p:cNvSpPr>
            <a:spLocks noGrp="1"/>
          </p:cNvSpPr>
          <p:nvPr>
            <p:ph idx="1"/>
          </p:nvPr>
        </p:nvSpPr>
        <p:spPr/>
        <p:txBody>
          <a:bodyPr/>
          <a:lstStyle/>
          <a:p>
            <a:r>
              <a:rPr lang="en-US" dirty="0"/>
              <a:t>Can be a costly model to use.</a:t>
            </a:r>
          </a:p>
          <a:p>
            <a:r>
              <a:rPr lang="en-US" dirty="0"/>
              <a:t>Risk analysis requires highly specific expertise.</a:t>
            </a:r>
          </a:p>
          <a:p>
            <a:r>
              <a:rPr lang="en-US" dirty="0"/>
              <a:t>Project’s success is highly dependent on the risk analysis phase.</a:t>
            </a:r>
          </a:p>
          <a:p>
            <a:r>
              <a:rPr lang="en-US" dirty="0"/>
              <a:t>Doesn’t work well for smaller projects.</a:t>
            </a:r>
          </a:p>
        </p:txBody>
      </p:sp>
    </p:spTree>
    <p:extLst>
      <p:ext uri="{BB962C8B-B14F-4D97-AF65-F5344CB8AC3E}">
        <p14:creationId xmlns:p14="http://schemas.microsoft.com/office/powerpoint/2010/main" val="3073098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79142"/>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dirty="0">
              <a:latin typeface="Times New Roman"/>
              <a:cs typeface="Times New Roman"/>
            </a:endParaRPr>
          </a:p>
          <a:p>
            <a:pPr marL="231775">
              <a:lnSpc>
                <a:spcPct val="100000"/>
              </a:lnSpc>
            </a:pPr>
            <a:r>
              <a:rPr lang="en-US" spc="55" dirty="0"/>
              <a:t>PROTOTYPE</a:t>
            </a:r>
            <a:r>
              <a:rPr spc="-100" dirty="0"/>
              <a:t> </a:t>
            </a:r>
            <a:r>
              <a:rPr spc="170" dirty="0"/>
              <a:t>MODEL</a:t>
            </a:r>
          </a:p>
        </p:txBody>
      </p:sp>
      <p:sp>
        <p:nvSpPr>
          <p:cNvPr id="3" name="object 3"/>
          <p:cNvSpPr txBox="1"/>
          <p:nvPr/>
        </p:nvSpPr>
        <p:spPr>
          <a:xfrm>
            <a:off x="659993" y="2639059"/>
            <a:ext cx="10812145" cy="1947969"/>
          </a:xfrm>
          <a:prstGeom prst="rect">
            <a:avLst/>
          </a:prstGeom>
        </p:spPr>
        <p:txBody>
          <a:bodyPr vert="horz" wrap="square" lIns="0" tIns="143510" rIns="0" bIns="0" rtlCol="0">
            <a:spAutoFit/>
          </a:bodyPr>
          <a:lstStyle/>
          <a:p>
            <a:pPr marL="318770" indent="-306705">
              <a:lnSpc>
                <a:spcPct val="100000"/>
              </a:lnSpc>
              <a:spcBef>
                <a:spcPts val="1130"/>
              </a:spcBef>
              <a:buClr>
                <a:srgbClr val="8BB649"/>
              </a:buClr>
              <a:buSzPct val="91666"/>
              <a:buFont typeface="Cambria"/>
              <a:buChar char="◾"/>
              <a:tabLst>
                <a:tab pos="318770" algn="l"/>
                <a:tab pos="319405" algn="l"/>
              </a:tabLst>
            </a:pPr>
            <a:r>
              <a:rPr lang="en-US" spc="-55" dirty="0">
                <a:solidFill>
                  <a:srgbClr val="3C3C3C"/>
                </a:solidFill>
                <a:latin typeface="Trebuchet MS"/>
                <a:cs typeface="Trebuchet MS"/>
              </a:rPr>
              <a:t>Prototype is a working model of software with some limited functionality. The prototype does not always hold the exact logic used in the actual software application and is an extra effort to be considered under effort estimation.</a:t>
            </a:r>
          </a:p>
          <a:p>
            <a:pPr marL="318770" indent="-306705">
              <a:lnSpc>
                <a:spcPct val="100000"/>
              </a:lnSpc>
              <a:spcBef>
                <a:spcPts val="1130"/>
              </a:spcBef>
              <a:buClr>
                <a:srgbClr val="8BB649"/>
              </a:buClr>
              <a:buSzPct val="91666"/>
              <a:buFont typeface="Cambria"/>
              <a:buChar char="◾"/>
              <a:tabLst>
                <a:tab pos="318770" algn="l"/>
                <a:tab pos="319405" algn="l"/>
              </a:tabLst>
            </a:pPr>
            <a:r>
              <a:rPr lang="en-US" spc="-55" dirty="0">
                <a:solidFill>
                  <a:srgbClr val="3C3C3C"/>
                </a:solidFill>
                <a:latin typeface="Trebuchet MS"/>
                <a:cs typeface="Trebuchet MS"/>
              </a:rPr>
              <a:t>Prototyping is used to allow the users evaluate developer proposals and try them out before implementation. It also helps understand the requirements which are user specific and may not have been considered by the developer during product design.</a:t>
            </a:r>
            <a:endParaRPr sz="1800" dirty="0">
              <a:latin typeface="Trebuchet MS"/>
              <a:cs typeface="Trebuchet MS"/>
            </a:endParaRPr>
          </a:p>
        </p:txBody>
      </p:sp>
    </p:spTree>
    <p:extLst>
      <p:ext uri="{BB962C8B-B14F-4D97-AF65-F5344CB8AC3E}">
        <p14:creationId xmlns:p14="http://schemas.microsoft.com/office/powerpoint/2010/main" val="594845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09600"/>
            <a:ext cx="11309985" cy="1079142"/>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dirty="0">
              <a:latin typeface="Times New Roman"/>
              <a:cs typeface="Times New Roman"/>
            </a:endParaRPr>
          </a:p>
          <a:p>
            <a:pPr marL="231775">
              <a:lnSpc>
                <a:spcPct val="100000"/>
              </a:lnSpc>
            </a:pPr>
            <a:r>
              <a:rPr lang="en-US" spc="110" dirty="0"/>
              <a:t>Software Prototyping - Types</a:t>
            </a:r>
            <a:endParaRPr spc="-50" dirty="0"/>
          </a:p>
        </p:txBody>
      </p:sp>
      <p:sp>
        <p:nvSpPr>
          <p:cNvPr id="4" name="Rectangle 3"/>
          <p:cNvSpPr/>
          <p:nvPr/>
        </p:nvSpPr>
        <p:spPr>
          <a:xfrm>
            <a:off x="457200" y="1828800"/>
            <a:ext cx="10668000" cy="3785652"/>
          </a:xfrm>
          <a:prstGeom prst="rect">
            <a:avLst/>
          </a:prstGeom>
        </p:spPr>
        <p:txBody>
          <a:bodyPr wrap="square">
            <a:spAutoFit/>
          </a:bodyPr>
          <a:lstStyle/>
          <a:p>
            <a:r>
              <a:rPr lang="en-US" sz="2000" b="1" dirty="0"/>
              <a:t>Throwaway/Rapid Prototyping</a:t>
            </a:r>
          </a:p>
          <a:p>
            <a:r>
              <a:rPr lang="en-US" sz="2000" dirty="0"/>
              <a:t>Throwaway prototyping is also called as rapid or close ended prototyping. This type of prototyping uses very little efforts with minimum requirement analysis to build a prototype. Once the actual requirements are understood, the prototype is discarded and the actual system is developed with a much clear understanding of user requirements.</a:t>
            </a:r>
          </a:p>
          <a:p>
            <a:endParaRPr lang="en-US" sz="2000" dirty="0"/>
          </a:p>
          <a:p>
            <a:r>
              <a:rPr lang="en-US" sz="2000" b="1" dirty="0"/>
              <a:t>Evolutionary Prototyping</a:t>
            </a:r>
          </a:p>
          <a:p>
            <a:r>
              <a:rPr lang="en-US" sz="2000" dirty="0"/>
              <a:t>Evolutionary prototyping also called as breadboard prototyping is based on building actual functional prototypes with minimal functionality in the beginning. The prototype developed forms the heart of the future prototypes on top of which the entire system is built. By using evolutionary prototyping, the well-understood requirements are included in the prototype and the requirements are added as and when they are understood.</a:t>
            </a:r>
          </a:p>
        </p:txBody>
      </p:sp>
    </p:spTree>
    <p:extLst>
      <p:ext uri="{BB962C8B-B14F-4D97-AF65-F5344CB8AC3E}">
        <p14:creationId xmlns:p14="http://schemas.microsoft.com/office/powerpoint/2010/main" val="369627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09600"/>
            <a:ext cx="11309985" cy="1079142"/>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dirty="0">
              <a:latin typeface="Times New Roman"/>
              <a:cs typeface="Times New Roman"/>
            </a:endParaRPr>
          </a:p>
          <a:p>
            <a:pPr marL="231775">
              <a:lnSpc>
                <a:spcPct val="100000"/>
              </a:lnSpc>
            </a:pPr>
            <a:r>
              <a:rPr lang="en-US" spc="110" dirty="0"/>
              <a:t>Software Prototyping - Types</a:t>
            </a:r>
            <a:endParaRPr spc="-50" dirty="0"/>
          </a:p>
        </p:txBody>
      </p:sp>
      <p:sp>
        <p:nvSpPr>
          <p:cNvPr id="4" name="Rectangle 3"/>
          <p:cNvSpPr/>
          <p:nvPr/>
        </p:nvSpPr>
        <p:spPr>
          <a:xfrm>
            <a:off x="457200" y="1828800"/>
            <a:ext cx="10668000" cy="3477875"/>
          </a:xfrm>
          <a:prstGeom prst="rect">
            <a:avLst/>
          </a:prstGeom>
        </p:spPr>
        <p:txBody>
          <a:bodyPr wrap="square">
            <a:spAutoFit/>
          </a:bodyPr>
          <a:lstStyle/>
          <a:p>
            <a:r>
              <a:rPr lang="en-US" sz="2000" b="1" dirty="0">
                <a:solidFill>
                  <a:prstClr val="black"/>
                </a:solidFill>
              </a:rPr>
              <a:t>Incremental Prototyping</a:t>
            </a:r>
          </a:p>
          <a:p>
            <a:r>
              <a:rPr lang="en-US" sz="2000" dirty="0">
                <a:solidFill>
                  <a:prstClr val="black"/>
                </a:solidFill>
              </a:rPr>
              <a:t>Incremental prototyping refers to building multiple functional prototypes of the various sub-systems and then integrating all the available prototypes to form a complete system.</a:t>
            </a:r>
          </a:p>
          <a:p>
            <a:endParaRPr lang="en-US" sz="2000" b="1" dirty="0">
              <a:solidFill>
                <a:prstClr val="black"/>
              </a:solidFill>
            </a:endParaRPr>
          </a:p>
          <a:p>
            <a:r>
              <a:rPr lang="en-US" sz="2000" b="1" dirty="0">
                <a:solidFill>
                  <a:prstClr val="black"/>
                </a:solidFill>
              </a:rPr>
              <a:t>Extreme Prototyping</a:t>
            </a:r>
          </a:p>
          <a:p>
            <a:r>
              <a:rPr lang="en-US" sz="2000" dirty="0">
                <a:solidFill>
                  <a:prstClr val="black"/>
                </a:solidFill>
              </a:rPr>
              <a:t>Extreme prototyping is used in the web development domain. It consists of three sequential phases. First, a basic prototype with all the existing pages is presented in the HTML format. Then the data processing is simulated using a prototype services layer. Finally, the services are implemented and integrated to the final prototype. This process is called Extreme Prototyping used to draw attention to the second phase of the process, where a fully functional UI is developed with very little regard to the actual services.</a:t>
            </a:r>
          </a:p>
        </p:txBody>
      </p:sp>
    </p:spTree>
    <p:extLst>
      <p:ext uri="{BB962C8B-B14F-4D97-AF65-F5344CB8AC3E}">
        <p14:creationId xmlns:p14="http://schemas.microsoft.com/office/powerpoint/2010/main" val="286818485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TM03457464[[fn=Dividend]]</Template>
  <TotalTime>348</TotalTime>
  <Words>1613</Words>
  <Application>Microsoft Office PowerPoint</Application>
  <PresentationFormat>Widescreen</PresentationFormat>
  <Paragraphs>113</Paragraphs>
  <Slides>25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Arial</vt:lpstr>
      <vt:lpstr>Arial MT</vt:lpstr>
      <vt:lpstr>Calibri</vt:lpstr>
      <vt:lpstr>Cambria</vt:lpstr>
      <vt:lpstr>Gill Sans MT</vt:lpstr>
      <vt:lpstr>Times New Roman</vt:lpstr>
      <vt:lpstr>Trebuchet MS</vt:lpstr>
      <vt:lpstr>Wingdings 2</vt:lpstr>
      <vt:lpstr>Dividend</vt:lpstr>
      <vt:lpstr>Sen-220 software engineering</vt:lpstr>
      <vt:lpstr>PROCESS FLOW</vt:lpstr>
      <vt:lpstr>PROCESS FLOW</vt:lpstr>
      <vt:lpstr>PROCESS FLOW</vt:lpstr>
      <vt:lpstr>The waterfall model</vt:lpstr>
      <vt:lpstr> THE V-MODEL</vt:lpstr>
      <vt:lpstr>PowerPoint Presentation</vt:lpstr>
      <vt:lpstr> UNIT TESTING</vt:lpstr>
      <vt:lpstr> INTEGRATION TESTING</vt:lpstr>
      <vt:lpstr> SYSTEM TESTING</vt:lpstr>
      <vt:lpstr> ACCEPTANCE TESTING</vt:lpstr>
      <vt:lpstr> ADVANTAGES OF V-MODEL</vt:lpstr>
      <vt:lpstr> DISADVANTAGES OF V-MODEL</vt:lpstr>
      <vt:lpstr>Incremental model</vt:lpstr>
      <vt:lpstr>PowerPoint Presentation</vt:lpstr>
      <vt:lpstr>Incremental model example</vt:lpstr>
      <vt:lpstr>Advantages of incremental model</vt:lpstr>
      <vt:lpstr>Disadvantages of incremental model</vt:lpstr>
      <vt:lpstr>The spiral model</vt:lpstr>
      <vt:lpstr>The spiral model</vt:lpstr>
      <vt:lpstr>Advantages of the spiral model</vt:lpstr>
      <vt:lpstr>Disadvantages of the spiral model</vt:lpstr>
      <vt:lpstr> PROTOTYPE MODEL</vt:lpstr>
      <vt:lpstr> Software Prototyping - Types</vt:lpstr>
      <vt:lpstr> Software Prototyping - Types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Sen-220 software engineering</dc:title>
  <dc:creator>Reema Qaiser BUKC</dc:creator>
  <cp:lastModifiedBy>BUKC</cp:lastModifiedBy>
  <cp:revision>28</cp:revision>
  <dcterms:created xsi:type="dcterms:W3CDTF">2022-10-08T14:02:24Z</dcterms:created>
  <dcterms:modified xsi:type="dcterms:W3CDTF">2024-10-02T10:24:49Z</dcterms:modified>
</cp:coreProperties>
</file>