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375" r:id="rId3"/>
    <p:sldId id="270" r:id="rId4"/>
    <p:sldId id="282" r:id="rId5"/>
    <p:sldId id="283" r:id="rId6"/>
    <p:sldId id="284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307" r:id="rId24"/>
    <p:sldId id="308" r:id="rId25"/>
    <p:sldId id="364" r:id="rId26"/>
    <p:sldId id="324" r:id="rId27"/>
    <p:sldId id="325" r:id="rId28"/>
    <p:sldId id="326" r:id="rId29"/>
    <p:sldId id="360" r:id="rId30"/>
    <p:sldId id="362" r:id="rId31"/>
    <p:sldId id="36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059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17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17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32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1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35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85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3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42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76A89-004B-4EB9-98F8-3E1F8BA9D0E6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58652-4908-4021-A931-E78DFE67CF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62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0317" y="799514"/>
            <a:ext cx="2311401" cy="1104900"/>
          </a:xfrm>
        </p:spPr>
        <p:txBody>
          <a:bodyPr>
            <a:normAutofit/>
          </a:bodyPr>
          <a:lstStyle/>
          <a:p>
            <a:r>
              <a:rPr lang="en-GB" altLang="en-US" sz="2400" dirty="0"/>
              <a:t>Users of a requirements document</a:t>
            </a:r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700" y="488959"/>
            <a:ext cx="6517835" cy="6216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836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64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547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4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8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634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84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25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90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5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02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57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1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2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40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58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89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36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7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539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5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8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56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2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7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52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58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9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0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90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6315076" cy="1325563"/>
          </a:xfrm>
        </p:spPr>
        <p:txBody>
          <a:bodyPr/>
          <a:lstStyle/>
          <a:p>
            <a:r>
              <a:rPr lang="en-US" dirty="0"/>
              <a:t>SRS (Software Requirement Specification)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624169" cy="4351338"/>
          </a:xfrm>
        </p:spPr>
        <p:txBody>
          <a:bodyPr>
            <a:normAutofit/>
          </a:bodyPr>
          <a:lstStyle/>
          <a:p>
            <a:r>
              <a:rPr lang="en-US" dirty="0"/>
              <a:t>Figure 10-2 illustrates an SRS template that works well for many types of projects</a:t>
            </a:r>
            <a:r>
              <a:rPr lang="en-US"/>
              <a:t>.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369" y="704581"/>
            <a:ext cx="4200524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756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6509</TotalTime>
  <Words>26</Words>
  <Application>Microsoft Office PowerPoint</Application>
  <PresentationFormat>Widescreen</PresentationFormat>
  <Paragraphs>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PowerPoint Presentation</vt:lpstr>
      <vt:lpstr>Users of a requirements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SRS (Software Requirement Specification)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Bushra Fazal BUKC</dc:creator>
  <cp:lastModifiedBy>BUKC</cp:lastModifiedBy>
  <cp:revision>37</cp:revision>
  <dcterms:created xsi:type="dcterms:W3CDTF">2018-12-03T05:23:07Z</dcterms:created>
  <dcterms:modified xsi:type="dcterms:W3CDTF">2024-10-17T04:23:39Z</dcterms:modified>
</cp:coreProperties>
</file>