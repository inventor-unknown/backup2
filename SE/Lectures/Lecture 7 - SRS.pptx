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7" r:id="rId5"/>
    <p:sldId id="260" r:id="rId6"/>
    <p:sldId id="261" r:id="rId7"/>
    <p:sldId id="268" r:id="rId8"/>
    <p:sldId id="271" r:id="rId9"/>
    <p:sldId id="262" r:id="rId10"/>
    <p:sldId id="263" r:id="rId11"/>
    <p:sldId id="273" r:id="rId12"/>
    <p:sldId id="274" r:id="rId13"/>
    <p:sldId id="27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A9507-8A17-42C8-9397-3B0B11DCE79E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B2DE4BF-CC4D-4CC8-A7FE-2604BA66A460}">
      <dgm:prSet/>
      <dgm:spPr/>
      <dgm:t>
        <a:bodyPr/>
        <a:lstStyle/>
        <a:p>
          <a:r>
            <a:rPr lang="en-US" b="0" i="0" dirty="0"/>
            <a:t>Here are the functional requirements rephrased as user stories for an online shopping website:</a:t>
          </a:r>
          <a:endParaRPr lang="en-US" dirty="0"/>
        </a:p>
      </dgm:t>
    </dgm:pt>
    <dgm:pt modelId="{1C903015-8337-4F9D-BF08-3A74B0150F03}" type="parTrans" cxnId="{B46AD8BA-F852-416C-8653-D3A1F1393452}">
      <dgm:prSet/>
      <dgm:spPr/>
      <dgm:t>
        <a:bodyPr/>
        <a:lstStyle/>
        <a:p>
          <a:endParaRPr lang="en-US"/>
        </a:p>
      </dgm:t>
    </dgm:pt>
    <dgm:pt modelId="{1287BD29-B7CA-4E2D-BF4E-BC0D44002483}" type="sibTrans" cxnId="{B46AD8BA-F852-416C-8653-D3A1F1393452}">
      <dgm:prSet/>
      <dgm:spPr/>
      <dgm:t>
        <a:bodyPr/>
        <a:lstStyle/>
        <a:p>
          <a:endParaRPr lang="en-US"/>
        </a:p>
      </dgm:t>
    </dgm:pt>
    <dgm:pt modelId="{039300FE-D4C8-4D92-BAB4-BC6188DEC867}">
      <dgm:prSet/>
      <dgm:spPr/>
      <dgm:t>
        <a:bodyPr/>
        <a:lstStyle/>
        <a:p>
          <a:r>
            <a:rPr lang="en-US" b="1" i="0"/>
            <a:t>User Registration</a:t>
          </a:r>
          <a:r>
            <a:rPr lang="en-US" b="0" i="0"/>
            <a:t>:</a:t>
          </a:r>
          <a:endParaRPr lang="en-US"/>
        </a:p>
      </dgm:t>
    </dgm:pt>
    <dgm:pt modelId="{49103088-C84C-4A3E-81A3-A8BA91D67629}" type="parTrans" cxnId="{0C4C0A3E-CCDD-4081-8100-BDE8B8DBCEA7}">
      <dgm:prSet/>
      <dgm:spPr/>
      <dgm:t>
        <a:bodyPr/>
        <a:lstStyle/>
        <a:p>
          <a:endParaRPr lang="en-US"/>
        </a:p>
      </dgm:t>
    </dgm:pt>
    <dgm:pt modelId="{A66CAD01-DBA5-4EDF-A8C8-C6D5BEE7736D}" type="sibTrans" cxnId="{0C4C0A3E-CCDD-4081-8100-BDE8B8DBCEA7}">
      <dgm:prSet/>
      <dgm:spPr/>
      <dgm:t>
        <a:bodyPr/>
        <a:lstStyle/>
        <a:p>
          <a:endParaRPr lang="en-US"/>
        </a:p>
      </dgm:t>
    </dgm:pt>
    <dgm:pt modelId="{694EAE0B-7F0B-4B87-B80D-A246574EB220}">
      <dgm:prSet/>
      <dgm:spPr/>
      <dgm:t>
        <a:bodyPr/>
        <a:lstStyle/>
        <a:p>
          <a:r>
            <a:rPr lang="en-US" b="0" i="0"/>
            <a:t>As a new customer, I want to create an account easily so that I can save my preferences and track orders.</a:t>
          </a:r>
          <a:endParaRPr lang="en-US"/>
        </a:p>
      </dgm:t>
    </dgm:pt>
    <dgm:pt modelId="{25F14D4C-6F95-487C-9B93-9430C66AD38F}" type="parTrans" cxnId="{DF5A77CD-614B-4F73-A7B1-650314633F90}">
      <dgm:prSet/>
      <dgm:spPr/>
      <dgm:t>
        <a:bodyPr/>
        <a:lstStyle/>
        <a:p>
          <a:endParaRPr lang="en-US"/>
        </a:p>
      </dgm:t>
    </dgm:pt>
    <dgm:pt modelId="{3EDFD6B1-EB17-43FF-A1D6-25FC19B77FCE}" type="sibTrans" cxnId="{DF5A77CD-614B-4F73-A7B1-650314633F90}">
      <dgm:prSet/>
      <dgm:spPr/>
      <dgm:t>
        <a:bodyPr/>
        <a:lstStyle/>
        <a:p>
          <a:endParaRPr lang="en-US"/>
        </a:p>
      </dgm:t>
    </dgm:pt>
    <dgm:pt modelId="{7174D6BE-9070-410E-B13C-6B17E2B83AE0}">
      <dgm:prSet/>
      <dgm:spPr/>
      <dgm:t>
        <a:bodyPr/>
        <a:lstStyle/>
        <a:p>
          <a:r>
            <a:rPr lang="en-US" b="1" i="0"/>
            <a:t>Product Browsing</a:t>
          </a:r>
          <a:r>
            <a:rPr lang="en-US" b="0" i="0"/>
            <a:t>:</a:t>
          </a:r>
          <a:endParaRPr lang="en-US"/>
        </a:p>
      </dgm:t>
    </dgm:pt>
    <dgm:pt modelId="{01A2DFE0-3BCC-463C-A9D4-1CDCEA319869}" type="parTrans" cxnId="{45FC6A63-2FB9-4F38-A961-280F0A9B630B}">
      <dgm:prSet/>
      <dgm:spPr/>
      <dgm:t>
        <a:bodyPr/>
        <a:lstStyle/>
        <a:p>
          <a:endParaRPr lang="en-US"/>
        </a:p>
      </dgm:t>
    </dgm:pt>
    <dgm:pt modelId="{2EC7AFE4-CE4D-4DA7-8490-4B66A2BC3E1A}" type="sibTrans" cxnId="{45FC6A63-2FB9-4F38-A961-280F0A9B630B}">
      <dgm:prSet/>
      <dgm:spPr/>
      <dgm:t>
        <a:bodyPr/>
        <a:lstStyle/>
        <a:p>
          <a:endParaRPr lang="en-US"/>
        </a:p>
      </dgm:t>
    </dgm:pt>
    <dgm:pt modelId="{67D4BDED-FA49-4CB3-82D7-790A45998AFF}">
      <dgm:prSet/>
      <dgm:spPr/>
      <dgm:t>
        <a:bodyPr/>
        <a:lstStyle/>
        <a:p>
          <a:r>
            <a:rPr lang="en-US" b="0" i="0"/>
            <a:t>As a shopper, I want to search and filter products by categories or keywords so that I can find what I'm looking for quickly.</a:t>
          </a:r>
          <a:endParaRPr lang="en-US"/>
        </a:p>
      </dgm:t>
    </dgm:pt>
    <dgm:pt modelId="{60A9D304-68C9-44D0-819D-4A4366579280}" type="parTrans" cxnId="{0864AD2D-5042-45BB-9CD1-9995F54CA24E}">
      <dgm:prSet/>
      <dgm:spPr/>
      <dgm:t>
        <a:bodyPr/>
        <a:lstStyle/>
        <a:p>
          <a:endParaRPr lang="en-US"/>
        </a:p>
      </dgm:t>
    </dgm:pt>
    <dgm:pt modelId="{B35F2890-B2FF-46AF-8168-933D5FAFE132}" type="sibTrans" cxnId="{0864AD2D-5042-45BB-9CD1-9995F54CA24E}">
      <dgm:prSet/>
      <dgm:spPr/>
      <dgm:t>
        <a:bodyPr/>
        <a:lstStyle/>
        <a:p>
          <a:endParaRPr lang="en-US"/>
        </a:p>
      </dgm:t>
    </dgm:pt>
    <dgm:pt modelId="{DB93194E-80C7-4295-B7CB-D37BC2D4A8B1}">
      <dgm:prSet/>
      <dgm:spPr/>
      <dgm:t>
        <a:bodyPr/>
        <a:lstStyle/>
        <a:p>
          <a:r>
            <a:rPr lang="en-US" b="1" i="0"/>
            <a:t>Add to Cart</a:t>
          </a:r>
          <a:r>
            <a:rPr lang="en-US" b="0" i="0"/>
            <a:t>:</a:t>
          </a:r>
          <a:endParaRPr lang="en-US"/>
        </a:p>
      </dgm:t>
    </dgm:pt>
    <dgm:pt modelId="{186E8BDC-FFCB-4389-8F44-EF8F775C0BD7}" type="parTrans" cxnId="{23DABF5A-8D9A-449A-9129-B5C00E5EF04F}">
      <dgm:prSet/>
      <dgm:spPr/>
      <dgm:t>
        <a:bodyPr/>
        <a:lstStyle/>
        <a:p>
          <a:endParaRPr lang="en-US"/>
        </a:p>
      </dgm:t>
    </dgm:pt>
    <dgm:pt modelId="{B218B209-E028-4B13-8751-CD1EC4E1F068}" type="sibTrans" cxnId="{23DABF5A-8D9A-449A-9129-B5C00E5EF04F}">
      <dgm:prSet/>
      <dgm:spPr/>
      <dgm:t>
        <a:bodyPr/>
        <a:lstStyle/>
        <a:p>
          <a:endParaRPr lang="en-US"/>
        </a:p>
      </dgm:t>
    </dgm:pt>
    <dgm:pt modelId="{D6BA47C1-5221-498C-BA7B-56240F333229}">
      <dgm:prSet/>
      <dgm:spPr/>
      <dgm:t>
        <a:bodyPr/>
        <a:lstStyle/>
        <a:p>
          <a:r>
            <a:rPr lang="en-US" b="0" i="0"/>
            <a:t>As a shopper, I want to add items to my cart to keep track of what I intend to purchase.</a:t>
          </a:r>
          <a:endParaRPr lang="en-US"/>
        </a:p>
      </dgm:t>
    </dgm:pt>
    <dgm:pt modelId="{10FEA2F5-2508-4972-B280-382752F0FE51}" type="parTrans" cxnId="{F3752D52-DD33-4265-B9A1-F7DCCEF2CCD1}">
      <dgm:prSet/>
      <dgm:spPr/>
      <dgm:t>
        <a:bodyPr/>
        <a:lstStyle/>
        <a:p>
          <a:endParaRPr lang="en-US"/>
        </a:p>
      </dgm:t>
    </dgm:pt>
    <dgm:pt modelId="{C66F3101-DB06-4C85-8534-3D1F26BE439E}" type="sibTrans" cxnId="{F3752D52-DD33-4265-B9A1-F7DCCEF2CCD1}">
      <dgm:prSet/>
      <dgm:spPr/>
      <dgm:t>
        <a:bodyPr/>
        <a:lstStyle/>
        <a:p>
          <a:endParaRPr lang="en-US"/>
        </a:p>
      </dgm:t>
    </dgm:pt>
    <dgm:pt modelId="{D24D6D9F-CA85-4F7F-BAA7-EB0B764A47D3}">
      <dgm:prSet/>
      <dgm:spPr/>
      <dgm:t>
        <a:bodyPr/>
        <a:lstStyle/>
        <a:p>
          <a:r>
            <a:rPr lang="en-US" b="1" i="0"/>
            <a:t>Checkout Process</a:t>
          </a:r>
          <a:r>
            <a:rPr lang="en-US" b="0" i="0"/>
            <a:t>:</a:t>
          </a:r>
          <a:endParaRPr lang="en-US"/>
        </a:p>
      </dgm:t>
    </dgm:pt>
    <dgm:pt modelId="{31755EA9-30AB-45D5-8EAC-5AFAB123E9EB}" type="parTrans" cxnId="{35C386B7-28CB-4955-9E79-A0C0BB100F49}">
      <dgm:prSet/>
      <dgm:spPr/>
      <dgm:t>
        <a:bodyPr/>
        <a:lstStyle/>
        <a:p>
          <a:endParaRPr lang="en-US"/>
        </a:p>
      </dgm:t>
    </dgm:pt>
    <dgm:pt modelId="{89CB022A-80CA-47B9-90B0-FB2B165F9E85}" type="sibTrans" cxnId="{35C386B7-28CB-4955-9E79-A0C0BB100F49}">
      <dgm:prSet/>
      <dgm:spPr/>
      <dgm:t>
        <a:bodyPr/>
        <a:lstStyle/>
        <a:p>
          <a:endParaRPr lang="en-US"/>
        </a:p>
      </dgm:t>
    </dgm:pt>
    <dgm:pt modelId="{FBBAEE6D-7A82-41EF-BACF-DB299653E99F}">
      <dgm:prSet/>
      <dgm:spPr/>
      <dgm:t>
        <a:bodyPr/>
        <a:lstStyle/>
        <a:p>
          <a:r>
            <a:rPr lang="en-US" b="0" i="0"/>
            <a:t>As a buyer, I want a smooth and intuitive checkout process to easily review my cart, enter shipping details, and complete my purchase.</a:t>
          </a:r>
          <a:endParaRPr lang="en-US"/>
        </a:p>
      </dgm:t>
    </dgm:pt>
    <dgm:pt modelId="{E0C755A6-C949-472E-8A2D-50C1A3E4ED92}" type="parTrans" cxnId="{A8143CCF-8B6E-4B06-B91C-EFA4A1B5D298}">
      <dgm:prSet/>
      <dgm:spPr/>
      <dgm:t>
        <a:bodyPr/>
        <a:lstStyle/>
        <a:p>
          <a:endParaRPr lang="en-US"/>
        </a:p>
      </dgm:t>
    </dgm:pt>
    <dgm:pt modelId="{F6DFFCC9-2C98-471E-B2AA-DA007786A2CA}" type="sibTrans" cxnId="{A8143CCF-8B6E-4B06-B91C-EFA4A1B5D298}">
      <dgm:prSet/>
      <dgm:spPr/>
      <dgm:t>
        <a:bodyPr/>
        <a:lstStyle/>
        <a:p>
          <a:endParaRPr lang="en-US"/>
        </a:p>
      </dgm:t>
    </dgm:pt>
    <dgm:pt modelId="{B6BA6E64-9E71-44C1-8E0F-9CF100727C56}">
      <dgm:prSet/>
      <dgm:spPr/>
      <dgm:t>
        <a:bodyPr/>
        <a:lstStyle/>
        <a:p>
          <a:r>
            <a:rPr lang="en-US" b="1" i="0"/>
            <a:t>Order Tracking</a:t>
          </a:r>
          <a:r>
            <a:rPr lang="en-US" b="0" i="0"/>
            <a:t>:</a:t>
          </a:r>
          <a:endParaRPr lang="en-US"/>
        </a:p>
      </dgm:t>
    </dgm:pt>
    <dgm:pt modelId="{72E8E4BB-C250-476F-BD69-99055A68F2DA}" type="parTrans" cxnId="{EF256EBC-5C7C-4521-9EDE-F342E3D6898A}">
      <dgm:prSet/>
      <dgm:spPr/>
      <dgm:t>
        <a:bodyPr/>
        <a:lstStyle/>
        <a:p>
          <a:endParaRPr lang="en-US"/>
        </a:p>
      </dgm:t>
    </dgm:pt>
    <dgm:pt modelId="{6C95DE68-AED5-4576-94A6-B274BA11A4F9}" type="sibTrans" cxnId="{EF256EBC-5C7C-4521-9EDE-F342E3D6898A}">
      <dgm:prSet/>
      <dgm:spPr/>
      <dgm:t>
        <a:bodyPr/>
        <a:lstStyle/>
        <a:p>
          <a:endParaRPr lang="en-US"/>
        </a:p>
      </dgm:t>
    </dgm:pt>
    <dgm:pt modelId="{C4C00BB4-D1F5-4D20-A574-5730FAD49C6F}">
      <dgm:prSet/>
      <dgm:spPr/>
      <dgm:t>
        <a:bodyPr/>
        <a:lstStyle/>
        <a:p>
          <a:r>
            <a:rPr lang="en-US" b="0" i="0"/>
            <a:t>As a customer, I want to track the status of my orders to know when they are processed, shipped, or delivered.</a:t>
          </a:r>
          <a:endParaRPr lang="en-US"/>
        </a:p>
      </dgm:t>
    </dgm:pt>
    <dgm:pt modelId="{0E2621B8-8470-40B2-B300-B81A530DBC62}" type="parTrans" cxnId="{C3834513-612B-431D-A7C6-7DA34C24266A}">
      <dgm:prSet/>
      <dgm:spPr/>
      <dgm:t>
        <a:bodyPr/>
        <a:lstStyle/>
        <a:p>
          <a:endParaRPr lang="en-US"/>
        </a:p>
      </dgm:t>
    </dgm:pt>
    <dgm:pt modelId="{7FEE9413-1AF9-485C-88FA-B794D27B72DC}" type="sibTrans" cxnId="{C3834513-612B-431D-A7C6-7DA34C24266A}">
      <dgm:prSet/>
      <dgm:spPr/>
      <dgm:t>
        <a:bodyPr/>
        <a:lstStyle/>
        <a:p>
          <a:endParaRPr lang="en-US"/>
        </a:p>
      </dgm:t>
    </dgm:pt>
    <dgm:pt modelId="{87E0BD33-0472-48EC-9C66-1555355176DC}">
      <dgm:prSet/>
      <dgm:spPr/>
      <dgm:t>
        <a:bodyPr/>
        <a:lstStyle/>
        <a:p>
          <a:r>
            <a:rPr lang="en-US" b="1" i="0"/>
            <a:t>User Reviews and Ratings</a:t>
          </a:r>
          <a:r>
            <a:rPr lang="en-US" b="0" i="0"/>
            <a:t>:</a:t>
          </a:r>
          <a:endParaRPr lang="en-US"/>
        </a:p>
      </dgm:t>
    </dgm:pt>
    <dgm:pt modelId="{6D2CB75F-CAF7-4D32-935E-FA1E763BC842}" type="parTrans" cxnId="{E82355D6-0BA5-4412-B74B-D81169AE1FFA}">
      <dgm:prSet/>
      <dgm:spPr/>
      <dgm:t>
        <a:bodyPr/>
        <a:lstStyle/>
        <a:p>
          <a:endParaRPr lang="en-US"/>
        </a:p>
      </dgm:t>
    </dgm:pt>
    <dgm:pt modelId="{6ADE06E2-6A5D-41E2-A3A9-4C12D0597E53}" type="sibTrans" cxnId="{E82355D6-0BA5-4412-B74B-D81169AE1FFA}">
      <dgm:prSet/>
      <dgm:spPr/>
      <dgm:t>
        <a:bodyPr/>
        <a:lstStyle/>
        <a:p>
          <a:endParaRPr lang="en-US"/>
        </a:p>
      </dgm:t>
    </dgm:pt>
    <dgm:pt modelId="{B61F1EA3-499F-4319-A0D5-F1B7990E800C}">
      <dgm:prSet/>
      <dgm:spPr/>
      <dgm:t>
        <a:bodyPr/>
        <a:lstStyle/>
        <a:p>
          <a:r>
            <a:rPr lang="en-US" b="0" i="0"/>
            <a:t>As a shopper, I want to read reviews and ratings from other users to make informed decisions about the products.</a:t>
          </a:r>
          <a:endParaRPr lang="en-US"/>
        </a:p>
      </dgm:t>
    </dgm:pt>
    <dgm:pt modelId="{AA2BB7BB-37BA-4023-8999-91F4719FE81C}" type="parTrans" cxnId="{7D7987AA-8F5D-41FD-8360-18118A7E922D}">
      <dgm:prSet/>
      <dgm:spPr/>
      <dgm:t>
        <a:bodyPr/>
        <a:lstStyle/>
        <a:p>
          <a:endParaRPr lang="en-US"/>
        </a:p>
      </dgm:t>
    </dgm:pt>
    <dgm:pt modelId="{7A270C2D-603F-4F6E-8C6D-6E5D910543C3}" type="sibTrans" cxnId="{7D7987AA-8F5D-41FD-8360-18118A7E922D}">
      <dgm:prSet/>
      <dgm:spPr/>
      <dgm:t>
        <a:bodyPr/>
        <a:lstStyle/>
        <a:p>
          <a:endParaRPr lang="en-US"/>
        </a:p>
      </dgm:t>
    </dgm:pt>
    <dgm:pt modelId="{D18284AE-70C9-47D2-96C8-E9E928712059}">
      <dgm:prSet/>
      <dgm:spPr/>
      <dgm:t>
        <a:bodyPr/>
        <a:lstStyle/>
        <a:p>
          <a:r>
            <a:rPr lang="en-US" b="1" i="0"/>
            <a:t>Inventory Management</a:t>
          </a:r>
          <a:r>
            <a:rPr lang="en-US" b="0" i="0"/>
            <a:t>:</a:t>
          </a:r>
          <a:endParaRPr lang="en-US"/>
        </a:p>
      </dgm:t>
    </dgm:pt>
    <dgm:pt modelId="{82DAD0C0-71B7-4521-A788-90BAA65A8975}" type="parTrans" cxnId="{C27E64B5-1C09-455F-89C2-E9C52A8C5C70}">
      <dgm:prSet/>
      <dgm:spPr/>
      <dgm:t>
        <a:bodyPr/>
        <a:lstStyle/>
        <a:p>
          <a:endParaRPr lang="en-US"/>
        </a:p>
      </dgm:t>
    </dgm:pt>
    <dgm:pt modelId="{8F978057-992F-4D49-8508-BF7A59A44709}" type="sibTrans" cxnId="{C27E64B5-1C09-455F-89C2-E9C52A8C5C70}">
      <dgm:prSet/>
      <dgm:spPr/>
      <dgm:t>
        <a:bodyPr/>
        <a:lstStyle/>
        <a:p>
          <a:endParaRPr lang="en-US"/>
        </a:p>
      </dgm:t>
    </dgm:pt>
    <dgm:pt modelId="{6FCF5DD1-697D-4AF1-8359-1C91ED648A36}">
      <dgm:prSet/>
      <dgm:spPr/>
      <dgm:t>
        <a:bodyPr/>
        <a:lstStyle/>
        <a:p>
          <a:r>
            <a:rPr lang="en-US" b="0" i="0"/>
            <a:t>As a system administrator, I want the inventory to update automatically after a purchase to maintain accurate product availability.</a:t>
          </a:r>
          <a:endParaRPr lang="en-US"/>
        </a:p>
      </dgm:t>
    </dgm:pt>
    <dgm:pt modelId="{A7071B63-8C18-4B04-A1CA-FE7CEFD0479B}" type="parTrans" cxnId="{D47AD690-5B12-4346-8FD6-4843C9B9E778}">
      <dgm:prSet/>
      <dgm:spPr/>
      <dgm:t>
        <a:bodyPr/>
        <a:lstStyle/>
        <a:p>
          <a:endParaRPr lang="en-US"/>
        </a:p>
      </dgm:t>
    </dgm:pt>
    <dgm:pt modelId="{C05803C3-9D36-4DF5-8220-00E4CBA46FFB}" type="sibTrans" cxnId="{D47AD690-5B12-4346-8FD6-4843C9B9E778}">
      <dgm:prSet/>
      <dgm:spPr/>
      <dgm:t>
        <a:bodyPr/>
        <a:lstStyle/>
        <a:p>
          <a:endParaRPr lang="en-US"/>
        </a:p>
      </dgm:t>
    </dgm:pt>
    <dgm:pt modelId="{CD4C8993-84B2-4DC6-8ED7-AF7B8B515182}">
      <dgm:prSet/>
      <dgm:spPr/>
      <dgm:t>
        <a:bodyPr/>
        <a:lstStyle/>
        <a:p>
          <a:r>
            <a:rPr lang="en-US" b="1" i="0"/>
            <a:t>Admin Panel</a:t>
          </a:r>
          <a:r>
            <a:rPr lang="en-US" b="0" i="0"/>
            <a:t>:</a:t>
          </a:r>
          <a:endParaRPr lang="en-US"/>
        </a:p>
      </dgm:t>
    </dgm:pt>
    <dgm:pt modelId="{8063F519-8C3F-4E8E-9CA2-50B89E763AA6}" type="parTrans" cxnId="{F24CA817-515E-45B7-9C63-61BDD14B48E8}">
      <dgm:prSet/>
      <dgm:spPr/>
      <dgm:t>
        <a:bodyPr/>
        <a:lstStyle/>
        <a:p>
          <a:endParaRPr lang="en-US"/>
        </a:p>
      </dgm:t>
    </dgm:pt>
    <dgm:pt modelId="{EDB9A64F-6F36-41A8-99C4-F735709A94B0}" type="sibTrans" cxnId="{F24CA817-515E-45B7-9C63-61BDD14B48E8}">
      <dgm:prSet/>
      <dgm:spPr/>
      <dgm:t>
        <a:bodyPr/>
        <a:lstStyle/>
        <a:p>
          <a:endParaRPr lang="en-US"/>
        </a:p>
      </dgm:t>
    </dgm:pt>
    <dgm:pt modelId="{4B9755DF-CCE6-40F3-A2F6-5B50F6982A82}">
      <dgm:prSet/>
      <dgm:spPr/>
      <dgm:t>
        <a:bodyPr/>
        <a:lstStyle/>
        <a:p>
          <a:r>
            <a:rPr lang="en-US" b="0" i="0"/>
            <a:t>As an administrator, I want a user-friendly interface to manage products, user accounts, and orders efficiently.</a:t>
          </a:r>
          <a:endParaRPr lang="en-US"/>
        </a:p>
      </dgm:t>
    </dgm:pt>
    <dgm:pt modelId="{19D4A269-FA9A-4D85-8DB0-BC01444AC7BA}" type="parTrans" cxnId="{ECD7D988-F73B-4808-9E1D-2549B22219A6}">
      <dgm:prSet/>
      <dgm:spPr/>
      <dgm:t>
        <a:bodyPr/>
        <a:lstStyle/>
        <a:p>
          <a:endParaRPr lang="en-US"/>
        </a:p>
      </dgm:t>
    </dgm:pt>
    <dgm:pt modelId="{20BD571B-4710-4769-8C0A-A12CFF7F5333}" type="sibTrans" cxnId="{ECD7D988-F73B-4808-9E1D-2549B22219A6}">
      <dgm:prSet/>
      <dgm:spPr/>
      <dgm:t>
        <a:bodyPr/>
        <a:lstStyle/>
        <a:p>
          <a:endParaRPr lang="en-US"/>
        </a:p>
      </dgm:t>
    </dgm:pt>
    <dgm:pt modelId="{08DC2013-917B-48AF-9503-95F5E73ACBB8}">
      <dgm:prSet/>
      <dgm:spPr/>
      <dgm:t>
        <a:bodyPr/>
        <a:lstStyle/>
        <a:p>
          <a:r>
            <a:rPr lang="en-US" b="1" i="0"/>
            <a:t>Payment Gateway Integration</a:t>
          </a:r>
          <a:r>
            <a:rPr lang="en-US" b="0" i="0"/>
            <a:t>:</a:t>
          </a:r>
          <a:endParaRPr lang="en-US"/>
        </a:p>
      </dgm:t>
    </dgm:pt>
    <dgm:pt modelId="{B46068A6-7269-4EDF-92F6-FC4B3D90B2EB}" type="parTrans" cxnId="{AD175B97-2391-4747-AC27-E39D4892639E}">
      <dgm:prSet/>
      <dgm:spPr/>
      <dgm:t>
        <a:bodyPr/>
        <a:lstStyle/>
        <a:p>
          <a:endParaRPr lang="en-US"/>
        </a:p>
      </dgm:t>
    </dgm:pt>
    <dgm:pt modelId="{1E0D86EB-3EFF-4157-AB04-58AD32583FE2}" type="sibTrans" cxnId="{AD175B97-2391-4747-AC27-E39D4892639E}">
      <dgm:prSet/>
      <dgm:spPr/>
      <dgm:t>
        <a:bodyPr/>
        <a:lstStyle/>
        <a:p>
          <a:endParaRPr lang="en-US"/>
        </a:p>
      </dgm:t>
    </dgm:pt>
    <dgm:pt modelId="{A528060B-0F45-47AB-9AC2-4FB9B2F191FD}">
      <dgm:prSet/>
      <dgm:spPr/>
      <dgm:t>
        <a:bodyPr/>
        <a:lstStyle/>
        <a:p>
          <a:r>
            <a:rPr lang="en-US" b="0" i="0"/>
            <a:t>As a buyer, I want secure payment methods integrated into the website to make safe transactions.</a:t>
          </a:r>
          <a:endParaRPr lang="en-US"/>
        </a:p>
      </dgm:t>
    </dgm:pt>
    <dgm:pt modelId="{B9C19490-3ADC-439B-B63F-55E0CE8A7A9C}" type="parTrans" cxnId="{B16A95D5-3A53-4DD0-8BCA-9101667C6589}">
      <dgm:prSet/>
      <dgm:spPr/>
      <dgm:t>
        <a:bodyPr/>
        <a:lstStyle/>
        <a:p>
          <a:endParaRPr lang="en-US"/>
        </a:p>
      </dgm:t>
    </dgm:pt>
    <dgm:pt modelId="{F6BB31A9-6490-453E-B564-91A81D6E4833}" type="sibTrans" cxnId="{B16A95D5-3A53-4DD0-8BCA-9101667C6589}">
      <dgm:prSet/>
      <dgm:spPr/>
      <dgm:t>
        <a:bodyPr/>
        <a:lstStyle/>
        <a:p>
          <a:endParaRPr lang="en-US"/>
        </a:p>
      </dgm:t>
    </dgm:pt>
    <dgm:pt modelId="{494C0833-0A06-4E30-B251-B2812B80700F}">
      <dgm:prSet/>
      <dgm:spPr/>
      <dgm:t>
        <a:bodyPr/>
        <a:lstStyle/>
        <a:p>
          <a:r>
            <a:rPr lang="en-US" b="1" i="0"/>
            <a:t>Wishlist</a:t>
          </a:r>
          <a:r>
            <a:rPr lang="en-US" b="0" i="0"/>
            <a:t>:</a:t>
          </a:r>
          <a:endParaRPr lang="en-US"/>
        </a:p>
      </dgm:t>
    </dgm:pt>
    <dgm:pt modelId="{37E3B1BD-816D-4DD1-818B-5D8F47E40BA5}" type="parTrans" cxnId="{6EB5B7C2-5EB1-49D1-B60D-B20071751DCD}">
      <dgm:prSet/>
      <dgm:spPr/>
      <dgm:t>
        <a:bodyPr/>
        <a:lstStyle/>
        <a:p>
          <a:endParaRPr lang="en-US"/>
        </a:p>
      </dgm:t>
    </dgm:pt>
    <dgm:pt modelId="{CE33DDB2-DA94-48FD-9CDA-E6010598AAAF}" type="sibTrans" cxnId="{6EB5B7C2-5EB1-49D1-B60D-B20071751DCD}">
      <dgm:prSet/>
      <dgm:spPr/>
      <dgm:t>
        <a:bodyPr/>
        <a:lstStyle/>
        <a:p>
          <a:endParaRPr lang="en-US"/>
        </a:p>
      </dgm:t>
    </dgm:pt>
    <dgm:pt modelId="{94FF4247-D4FA-403B-A64E-217E84927D07}">
      <dgm:prSet/>
      <dgm:spPr/>
      <dgm:t>
        <a:bodyPr/>
        <a:lstStyle/>
        <a:p>
          <a:r>
            <a:rPr lang="en-US" b="0" i="0"/>
            <a:t>As a shopper, I want to create and manage a wishlist to keep track of items I'm interested in purchasing in the future.</a:t>
          </a:r>
          <a:endParaRPr lang="en-US"/>
        </a:p>
      </dgm:t>
    </dgm:pt>
    <dgm:pt modelId="{4D34166E-EF84-49A7-A2D2-6C7318B93003}" type="parTrans" cxnId="{4E93B75F-5B3C-4A54-8C80-A01508776A9F}">
      <dgm:prSet/>
      <dgm:spPr/>
      <dgm:t>
        <a:bodyPr/>
        <a:lstStyle/>
        <a:p>
          <a:endParaRPr lang="en-US"/>
        </a:p>
      </dgm:t>
    </dgm:pt>
    <dgm:pt modelId="{F45F8336-ED26-4136-ACD1-3C2EB3E981C5}" type="sibTrans" cxnId="{4E93B75F-5B3C-4A54-8C80-A01508776A9F}">
      <dgm:prSet/>
      <dgm:spPr/>
      <dgm:t>
        <a:bodyPr/>
        <a:lstStyle/>
        <a:p>
          <a:endParaRPr lang="en-US"/>
        </a:p>
      </dgm:t>
    </dgm:pt>
    <dgm:pt modelId="{E915040F-E85B-4FAA-993D-E46E0DE41315}" type="pres">
      <dgm:prSet presAssocID="{BEDA9507-8A17-42C8-9397-3B0B11DCE79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2C0C28B-5144-4109-96A3-C76BDB89FA46}" type="pres">
      <dgm:prSet presAssocID="{FB2DE4BF-CC4D-4CC8-A7FE-2604BA66A460}" presName="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16D03E-D8CB-4E85-A31A-6E026A759B9B}" type="pres">
      <dgm:prSet presAssocID="{1287BD29-B7CA-4E2D-BF4E-BC0D44002483}" presName="sibTrans" presStyleCnt="0"/>
      <dgm:spPr/>
    </dgm:pt>
    <dgm:pt modelId="{25FEAB39-4EAF-47E5-9E10-55590A974756}" type="pres">
      <dgm:prSet presAssocID="{039300FE-D4C8-4D92-BAB4-BC6188DEC867}" presName="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B4BCEC-FEE8-4B87-ACCB-5FAC0BF0E735}" type="pres">
      <dgm:prSet presAssocID="{A66CAD01-DBA5-4EDF-A8C8-C6D5BEE7736D}" presName="sibTrans" presStyleCnt="0"/>
      <dgm:spPr/>
    </dgm:pt>
    <dgm:pt modelId="{B5DCE5BB-C507-444F-87F9-84ED956A11B0}" type="pres">
      <dgm:prSet presAssocID="{7174D6BE-9070-410E-B13C-6B17E2B83AE0}" presName="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B6CB52-52E0-4395-B04C-2124E5D46F6A}" type="pres">
      <dgm:prSet presAssocID="{2EC7AFE4-CE4D-4DA7-8490-4B66A2BC3E1A}" presName="sibTrans" presStyleCnt="0"/>
      <dgm:spPr/>
    </dgm:pt>
    <dgm:pt modelId="{69EBED63-D1DD-4A3E-8A55-DA650DC11D52}" type="pres">
      <dgm:prSet presAssocID="{DB93194E-80C7-4295-B7CB-D37BC2D4A8B1}" presName="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B0692-E021-40A3-9337-164A879DD187}" type="pres">
      <dgm:prSet presAssocID="{B218B209-E028-4B13-8751-CD1EC4E1F068}" presName="sibTrans" presStyleCnt="0"/>
      <dgm:spPr/>
    </dgm:pt>
    <dgm:pt modelId="{3C215F23-34C2-4372-A2CE-DADB3FFF03CC}" type="pres">
      <dgm:prSet presAssocID="{D24D6D9F-CA85-4F7F-BAA7-EB0B764A47D3}" presName="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7F9641-A508-446A-A11C-46474ECF3241}" type="pres">
      <dgm:prSet presAssocID="{89CB022A-80CA-47B9-90B0-FB2B165F9E85}" presName="sibTrans" presStyleCnt="0"/>
      <dgm:spPr/>
    </dgm:pt>
    <dgm:pt modelId="{D9C77F55-7EA5-40FC-B484-C2373D028831}" type="pres">
      <dgm:prSet presAssocID="{B6BA6E64-9E71-44C1-8E0F-9CF100727C56}" presName="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022300-2E90-42F0-B1C6-24592B1E0B03}" type="pres">
      <dgm:prSet presAssocID="{6C95DE68-AED5-4576-94A6-B274BA11A4F9}" presName="sibTrans" presStyleCnt="0"/>
      <dgm:spPr/>
    </dgm:pt>
    <dgm:pt modelId="{14F22E4F-C3FF-417B-8FA8-396111EF6E03}" type="pres">
      <dgm:prSet presAssocID="{87E0BD33-0472-48EC-9C66-1555355176DC}" presName="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750D7E-5501-481B-A4AF-2300058E92AD}" type="pres">
      <dgm:prSet presAssocID="{6ADE06E2-6A5D-41E2-A3A9-4C12D0597E53}" presName="sibTrans" presStyleCnt="0"/>
      <dgm:spPr/>
    </dgm:pt>
    <dgm:pt modelId="{7B52CE7E-C14B-4626-981C-4F58CB0148B8}" type="pres">
      <dgm:prSet presAssocID="{D18284AE-70C9-47D2-96C8-E9E928712059}" presName="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5700C2-43FA-4E86-A30C-7B9430080294}" type="pres">
      <dgm:prSet presAssocID="{8F978057-992F-4D49-8508-BF7A59A44709}" presName="sibTrans" presStyleCnt="0"/>
      <dgm:spPr/>
    </dgm:pt>
    <dgm:pt modelId="{B4603233-2D65-4D5C-97CA-28472E3DCE45}" type="pres">
      <dgm:prSet presAssocID="{CD4C8993-84B2-4DC6-8ED7-AF7B8B515182}" presName="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DC8C04-8829-4A13-B82F-40E3C0174258}" type="pres">
      <dgm:prSet presAssocID="{EDB9A64F-6F36-41A8-99C4-F735709A94B0}" presName="sibTrans" presStyleCnt="0"/>
      <dgm:spPr/>
    </dgm:pt>
    <dgm:pt modelId="{C805BCA2-54A8-41D8-8F83-2CD7E5C3ECA8}" type="pres">
      <dgm:prSet presAssocID="{08DC2013-917B-48AF-9503-95F5E73ACBB8}" presName="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0B0720-E65F-42C2-8023-60467CB22EF9}" type="pres">
      <dgm:prSet presAssocID="{1E0D86EB-3EFF-4157-AB04-58AD32583FE2}" presName="sibTrans" presStyleCnt="0"/>
      <dgm:spPr/>
    </dgm:pt>
    <dgm:pt modelId="{7FED65CF-0E52-4FFE-BFDB-5C4368078F6E}" type="pres">
      <dgm:prSet presAssocID="{494C0833-0A06-4E30-B251-B2812B80700F}" presName="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E64F07A-ADF0-42EA-8AF6-FB142614FEC9}" type="presOf" srcId="{08DC2013-917B-48AF-9503-95F5E73ACBB8}" destId="{C805BCA2-54A8-41D8-8F83-2CD7E5C3ECA8}" srcOrd="0" destOrd="0" presId="urn:microsoft.com/office/officeart/2005/8/layout/default"/>
    <dgm:cxn modelId="{EF256EBC-5C7C-4521-9EDE-F342E3D6898A}" srcId="{BEDA9507-8A17-42C8-9397-3B0B11DCE79E}" destId="{B6BA6E64-9E71-44C1-8E0F-9CF100727C56}" srcOrd="5" destOrd="0" parTransId="{72E8E4BB-C250-476F-BD69-99055A68F2DA}" sibTransId="{6C95DE68-AED5-4576-94A6-B274BA11A4F9}"/>
    <dgm:cxn modelId="{6EB5B7C2-5EB1-49D1-B60D-B20071751DCD}" srcId="{BEDA9507-8A17-42C8-9397-3B0B11DCE79E}" destId="{494C0833-0A06-4E30-B251-B2812B80700F}" srcOrd="10" destOrd="0" parTransId="{37E3B1BD-816D-4DD1-818B-5D8F47E40BA5}" sibTransId="{CE33DDB2-DA94-48FD-9CDA-E6010598AAAF}"/>
    <dgm:cxn modelId="{2285ED0C-4283-4B66-8F4B-C4DD183557E8}" type="presOf" srcId="{6FCF5DD1-697D-4AF1-8359-1C91ED648A36}" destId="{7B52CE7E-C14B-4626-981C-4F58CB0148B8}" srcOrd="0" destOrd="1" presId="urn:microsoft.com/office/officeart/2005/8/layout/default"/>
    <dgm:cxn modelId="{4E93B75F-5B3C-4A54-8C80-A01508776A9F}" srcId="{494C0833-0A06-4E30-B251-B2812B80700F}" destId="{94FF4247-D4FA-403B-A64E-217E84927D07}" srcOrd="0" destOrd="0" parTransId="{4D34166E-EF84-49A7-A2D2-6C7318B93003}" sibTransId="{F45F8336-ED26-4136-ACD1-3C2EB3E981C5}"/>
    <dgm:cxn modelId="{EC1DBCE9-A72E-484F-ACD0-E8246FEEFBF6}" type="presOf" srcId="{D6BA47C1-5221-498C-BA7B-56240F333229}" destId="{69EBED63-D1DD-4A3E-8A55-DA650DC11D52}" srcOrd="0" destOrd="1" presId="urn:microsoft.com/office/officeart/2005/8/layout/default"/>
    <dgm:cxn modelId="{0864AD2D-5042-45BB-9CD1-9995F54CA24E}" srcId="{7174D6BE-9070-410E-B13C-6B17E2B83AE0}" destId="{67D4BDED-FA49-4CB3-82D7-790A45998AFF}" srcOrd="0" destOrd="0" parTransId="{60A9D304-68C9-44D0-819D-4A4366579280}" sibTransId="{B35F2890-B2FF-46AF-8168-933D5FAFE132}"/>
    <dgm:cxn modelId="{02845D76-FCDB-4E09-869A-08CBE5FF24AC}" type="presOf" srcId="{A528060B-0F45-47AB-9AC2-4FB9B2F191FD}" destId="{C805BCA2-54A8-41D8-8F83-2CD7E5C3ECA8}" srcOrd="0" destOrd="1" presId="urn:microsoft.com/office/officeart/2005/8/layout/default"/>
    <dgm:cxn modelId="{ECD7D988-F73B-4808-9E1D-2549B22219A6}" srcId="{CD4C8993-84B2-4DC6-8ED7-AF7B8B515182}" destId="{4B9755DF-CCE6-40F3-A2F6-5B50F6982A82}" srcOrd="0" destOrd="0" parTransId="{19D4A269-FA9A-4D85-8DB0-BC01444AC7BA}" sibTransId="{20BD571B-4710-4769-8C0A-A12CFF7F5333}"/>
    <dgm:cxn modelId="{F8D1517C-8467-4D51-93B2-457D94E973F2}" type="presOf" srcId="{494C0833-0A06-4E30-B251-B2812B80700F}" destId="{7FED65CF-0E52-4FFE-BFDB-5C4368078F6E}" srcOrd="0" destOrd="0" presId="urn:microsoft.com/office/officeart/2005/8/layout/default"/>
    <dgm:cxn modelId="{35C386B7-28CB-4955-9E79-A0C0BB100F49}" srcId="{BEDA9507-8A17-42C8-9397-3B0B11DCE79E}" destId="{D24D6D9F-CA85-4F7F-BAA7-EB0B764A47D3}" srcOrd="4" destOrd="0" parTransId="{31755EA9-30AB-45D5-8EAC-5AFAB123E9EB}" sibTransId="{89CB022A-80CA-47B9-90B0-FB2B165F9E85}"/>
    <dgm:cxn modelId="{484CCB16-6F0E-4CB7-968E-D46A2B3F0C59}" type="presOf" srcId="{67D4BDED-FA49-4CB3-82D7-790A45998AFF}" destId="{B5DCE5BB-C507-444F-87F9-84ED956A11B0}" srcOrd="0" destOrd="1" presId="urn:microsoft.com/office/officeart/2005/8/layout/default"/>
    <dgm:cxn modelId="{B16A95D5-3A53-4DD0-8BCA-9101667C6589}" srcId="{08DC2013-917B-48AF-9503-95F5E73ACBB8}" destId="{A528060B-0F45-47AB-9AC2-4FB9B2F191FD}" srcOrd="0" destOrd="0" parTransId="{B9C19490-3ADC-439B-B63F-55E0CE8A7A9C}" sibTransId="{F6BB31A9-6490-453E-B564-91A81D6E4833}"/>
    <dgm:cxn modelId="{A8143CCF-8B6E-4B06-B91C-EFA4A1B5D298}" srcId="{D24D6D9F-CA85-4F7F-BAA7-EB0B764A47D3}" destId="{FBBAEE6D-7A82-41EF-BACF-DB299653E99F}" srcOrd="0" destOrd="0" parTransId="{E0C755A6-C949-472E-8A2D-50C1A3E4ED92}" sibTransId="{F6DFFCC9-2C98-471E-B2AA-DA007786A2CA}"/>
    <dgm:cxn modelId="{9069F46B-1210-44EA-AF92-10E6A0E21F08}" type="presOf" srcId="{039300FE-D4C8-4D92-BAB4-BC6188DEC867}" destId="{25FEAB39-4EAF-47E5-9E10-55590A974756}" srcOrd="0" destOrd="0" presId="urn:microsoft.com/office/officeart/2005/8/layout/default"/>
    <dgm:cxn modelId="{78B24B1C-25E9-464F-8294-DC63FBB7111A}" type="presOf" srcId="{4B9755DF-CCE6-40F3-A2F6-5B50F6982A82}" destId="{B4603233-2D65-4D5C-97CA-28472E3DCE45}" srcOrd="0" destOrd="1" presId="urn:microsoft.com/office/officeart/2005/8/layout/default"/>
    <dgm:cxn modelId="{7D7987AA-8F5D-41FD-8360-18118A7E922D}" srcId="{87E0BD33-0472-48EC-9C66-1555355176DC}" destId="{B61F1EA3-499F-4319-A0D5-F1B7990E800C}" srcOrd="0" destOrd="0" parTransId="{AA2BB7BB-37BA-4023-8999-91F4719FE81C}" sibTransId="{7A270C2D-603F-4F6E-8C6D-6E5D910543C3}"/>
    <dgm:cxn modelId="{FF592EF9-C705-48F5-B439-4AF722DEEB26}" type="presOf" srcId="{DB93194E-80C7-4295-B7CB-D37BC2D4A8B1}" destId="{69EBED63-D1DD-4A3E-8A55-DA650DC11D52}" srcOrd="0" destOrd="0" presId="urn:microsoft.com/office/officeart/2005/8/layout/default"/>
    <dgm:cxn modelId="{E82355D6-0BA5-4412-B74B-D81169AE1FFA}" srcId="{BEDA9507-8A17-42C8-9397-3B0B11DCE79E}" destId="{87E0BD33-0472-48EC-9C66-1555355176DC}" srcOrd="6" destOrd="0" parTransId="{6D2CB75F-CAF7-4D32-935E-FA1E763BC842}" sibTransId="{6ADE06E2-6A5D-41E2-A3A9-4C12D0597E53}"/>
    <dgm:cxn modelId="{4F09B9B6-F3EE-4EAB-91BA-2CB823C2B446}" type="presOf" srcId="{FBBAEE6D-7A82-41EF-BACF-DB299653E99F}" destId="{3C215F23-34C2-4372-A2CE-DADB3FFF03CC}" srcOrd="0" destOrd="1" presId="urn:microsoft.com/office/officeart/2005/8/layout/default"/>
    <dgm:cxn modelId="{AD175B97-2391-4747-AC27-E39D4892639E}" srcId="{BEDA9507-8A17-42C8-9397-3B0B11DCE79E}" destId="{08DC2013-917B-48AF-9503-95F5E73ACBB8}" srcOrd="9" destOrd="0" parTransId="{B46068A6-7269-4EDF-92F6-FC4B3D90B2EB}" sibTransId="{1E0D86EB-3EFF-4157-AB04-58AD32583FE2}"/>
    <dgm:cxn modelId="{2B886B86-A776-4E02-95FC-BFFB7B1BEE40}" type="presOf" srcId="{D18284AE-70C9-47D2-96C8-E9E928712059}" destId="{7B52CE7E-C14B-4626-981C-4F58CB0148B8}" srcOrd="0" destOrd="0" presId="urn:microsoft.com/office/officeart/2005/8/layout/default"/>
    <dgm:cxn modelId="{2905A11C-63D0-4291-BA43-190B2E879F20}" type="presOf" srcId="{C4C00BB4-D1F5-4D20-A574-5730FAD49C6F}" destId="{D9C77F55-7EA5-40FC-B484-C2373D028831}" srcOrd="0" destOrd="1" presId="urn:microsoft.com/office/officeart/2005/8/layout/default"/>
    <dgm:cxn modelId="{45FC6A63-2FB9-4F38-A961-280F0A9B630B}" srcId="{BEDA9507-8A17-42C8-9397-3B0B11DCE79E}" destId="{7174D6BE-9070-410E-B13C-6B17E2B83AE0}" srcOrd="2" destOrd="0" parTransId="{01A2DFE0-3BCC-463C-A9D4-1CDCEA319869}" sibTransId="{2EC7AFE4-CE4D-4DA7-8490-4B66A2BC3E1A}"/>
    <dgm:cxn modelId="{996CE6C4-BAAB-4D3F-9B1C-6505237B6A1F}" type="presOf" srcId="{7174D6BE-9070-410E-B13C-6B17E2B83AE0}" destId="{B5DCE5BB-C507-444F-87F9-84ED956A11B0}" srcOrd="0" destOrd="0" presId="urn:microsoft.com/office/officeart/2005/8/layout/default"/>
    <dgm:cxn modelId="{F80117D9-6FD3-40DC-8F0A-72E2B65D7BDF}" type="presOf" srcId="{B61F1EA3-499F-4319-A0D5-F1B7990E800C}" destId="{14F22E4F-C3FF-417B-8FA8-396111EF6E03}" srcOrd="0" destOrd="1" presId="urn:microsoft.com/office/officeart/2005/8/layout/default"/>
    <dgm:cxn modelId="{F0A973C9-0F01-4A7B-8047-7E99A410D27D}" type="presOf" srcId="{B6BA6E64-9E71-44C1-8E0F-9CF100727C56}" destId="{D9C77F55-7EA5-40FC-B484-C2373D028831}" srcOrd="0" destOrd="0" presId="urn:microsoft.com/office/officeart/2005/8/layout/default"/>
    <dgm:cxn modelId="{61DD9B5B-CB7C-491B-BFDB-B715C69E1B73}" type="presOf" srcId="{BEDA9507-8A17-42C8-9397-3B0B11DCE79E}" destId="{E915040F-E85B-4FAA-993D-E46E0DE41315}" srcOrd="0" destOrd="0" presId="urn:microsoft.com/office/officeart/2005/8/layout/default"/>
    <dgm:cxn modelId="{23DABF5A-8D9A-449A-9129-B5C00E5EF04F}" srcId="{BEDA9507-8A17-42C8-9397-3B0B11DCE79E}" destId="{DB93194E-80C7-4295-B7CB-D37BC2D4A8B1}" srcOrd="3" destOrd="0" parTransId="{186E8BDC-FFCB-4389-8F44-EF8F775C0BD7}" sibTransId="{B218B209-E028-4B13-8751-CD1EC4E1F068}"/>
    <dgm:cxn modelId="{2EB4F322-6E66-4C7F-AA97-F1B8B9B93649}" type="presOf" srcId="{694EAE0B-7F0B-4B87-B80D-A246574EB220}" destId="{25FEAB39-4EAF-47E5-9E10-55590A974756}" srcOrd="0" destOrd="1" presId="urn:microsoft.com/office/officeart/2005/8/layout/default"/>
    <dgm:cxn modelId="{F3752D52-DD33-4265-B9A1-F7DCCEF2CCD1}" srcId="{DB93194E-80C7-4295-B7CB-D37BC2D4A8B1}" destId="{D6BA47C1-5221-498C-BA7B-56240F333229}" srcOrd="0" destOrd="0" parTransId="{10FEA2F5-2508-4972-B280-382752F0FE51}" sibTransId="{C66F3101-DB06-4C85-8534-3D1F26BE439E}"/>
    <dgm:cxn modelId="{34648649-83F2-40FC-B1D0-9DE6BDCC48B8}" type="presOf" srcId="{D24D6D9F-CA85-4F7F-BAA7-EB0B764A47D3}" destId="{3C215F23-34C2-4372-A2CE-DADB3FFF03CC}" srcOrd="0" destOrd="0" presId="urn:microsoft.com/office/officeart/2005/8/layout/default"/>
    <dgm:cxn modelId="{C3834513-612B-431D-A7C6-7DA34C24266A}" srcId="{B6BA6E64-9E71-44C1-8E0F-9CF100727C56}" destId="{C4C00BB4-D1F5-4D20-A574-5730FAD49C6F}" srcOrd="0" destOrd="0" parTransId="{0E2621B8-8470-40B2-B300-B81A530DBC62}" sibTransId="{7FEE9413-1AF9-485C-88FA-B794D27B72DC}"/>
    <dgm:cxn modelId="{C7262941-1FD2-4733-B754-1EF62004422F}" type="presOf" srcId="{87E0BD33-0472-48EC-9C66-1555355176DC}" destId="{14F22E4F-C3FF-417B-8FA8-396111EF6E03}" srcOrd="0" destOrd="0" presId="urn:microsoft.com/office/officeart/2005/8/layout/default"/>
    <dgm:cxn modelId="{AB7BF1DA-8343-46B2-881C-D5A7B20F0018}" type="presOf" srcId="{94FF4247-D4FA-403B-A64E-217E84927D07}" destId="{7FED65CF-0E52-4FFE-BFDB-5C4368078F6E}" srcOrd="0" destOrd="1" presId="urn:microsoft.com/office/officeart/2005/8/layout/default"/>
    <dgm:cxn modelId="{C27E64B5-1C09-455F-89C2-E9C52A8C5C70}" srcId="{BEDA9507-8A17-42C8-9397-3B0B11DCE79E}" destId="{D18284AE-70C9-47D2-96C8-E9E928712059}" srcOrd="7" destOrd="0" parTransId="{82DAD0C0-71B7-4521-A788-90BAA65A8975}" sibTransId="{8F978057-992F-4D49-8508-BF7A59A44709}"/>
    <dgm:cxn modelId="{DF5A77CD-614B-4F73-A7B1-650314633F90}" srcId="{039300FE-D4C8-4D92-BAB4-BC6188DEC867}" destId="{694EAE0B-7F0B-4B87-B80D-A246574EB220}" srcOrd="0" destOrd="0" parTransId="{25F14D4C-6F95-487C-9B93-9430C66AD38F}" sibTransId="{3EDFD6B1-EB17-43FF-A1D6-25FC19B77FCE}"/>
    <dgm:cxn modelId="{A59431E5-456F-4AB0-87BE-311F5D600569}" type="presOf" srcId="{FB2DE4BF-CC4D-4CC8-A7FE-2604BA66A460}" destId="{12C0C28B-5144-4109-96A3-C76BDB89FA46}" srcOrd="0" destOrd="0" presId="urn:microsoft.com/office/officeart/2005/8/layout/default"/>
    <dgm:cxn modelId="{0C4C0A3E-CCDD-4081-8100-BDE8B8DBCEA7}" srcId="{BEDA9507-8A17-42C8-9397-3B0B11DCE79E}" destId="{039300FE-D4C8-4D92-BAB4-BC6188DEC867}" srcOrd="1" destOrd="0" parTransId="{49103088-C84C-4A3E-81A3-A8BA91D67629}" sibTransId="{A66CAD01-DBA5-4EDF-A8C8-C6D5BEE7736D}"/>
    <dgm:cxn modelId="{0B43B8C0-0750-4EA7-957F-D417C1EDEB11}" type="presOf" srcId="{CD4C8993-84B2-4DC6-8ED7-AF7B8B515182}" destId="{B4603233-2D65-4D5C-97CA-28472E3DCE45}" srcOrd="0" destOrd="0" presId="urn:microsoft.com/office/officeart/2005/8/layout/default"/>
    <dgm:cxn modelId="{B46AD8BA-F852-416C-8653-D3A1F1393452}" srcId="{BEDA9507-8A17-42C8-9397-3B0B11DCE79E}" destId="{FB2DE4BF-CC4D-4CC8-A7FE-2604BA66A460}" srcOrd="0" destOrd="0" parTransId="{1C903015-8337-4F9D-BF08-3A74B0150F03}" sibTransId="{1287BD29-B7CA-4E2D-BF4E-BC0D44002483}"/>
    <dgm:cxn modelId="{D47AD690-5B12-4346-8FD6-4843C9B9E778}" srcId="{D18284AE-70C9-47D2-96C8-E9E928712059}" destId="{6FCF5DD1-697D-4AF1-8359-1C91ED648A36}" srcOrd="0" destOrd="0" parTransId="{A7071B63-8C18-4B04-A1CA-FE7CEFD0479B}" sibTransId="{C05803C3-9D36-4DF5-8220-00E4CBA46FFB}"/>
    <dgm:cxn modelId="{F24CA817-515E-45B7-9C63-61BDD14B48E8}" srcId="{BEDA9507-8A17-42C8-9397-3B0B11DCE79E}" destId="{CD4C8993-84B2-4DC6-8ED7-AF7B8B515182}" srcOrd="8" destOrd="0" parTransId="{8063F519-8C3F-4E8E-9CA2-50B89E763AA6}" sibTransId="{EDB9A64F-6F36-41A8-99C4-F735709A94B0}"/>
    <dgm:cxn modelId="{AE3C3AF5-A323-4012-8981-C999844C30DB}" type="presParOf" srcId="{E915040F-E85B-4FAA-993D-E46E0DE41315}" destId="{12C0C28B-5144-4109-96A3-C76BDB89FA46}" srcOrd="0" destOrd="0" presId="urn:microsoft.com/office/officeart/2005/8/layout/default"/>
    <dgm:cxn modelId="{14232A37-0F24-4A47-9600-A936DCF47E36}" type="presParOf" srcId="{E915040F-E85B-4FAA-993D-E46E0DE41315}" destId="{D816D03E-D8CB-4E85-A31A-6E026A759B9B}" srcOrd="1" destOrd="0" presId="urn:microsoft.com/office/officeart/2005/8/layout/default"/>
    <dgm:cxn modelId="{FF07484F-F22F-48B5-A288-7983E0A5D497}" type="presParOf" srcId="{E915040F-E85B-4FAA-993D-E46E0DE41315}" destId="{25FEAB39-4EAF-47E5-9E10-55590A974756}" srcOrd="2" destOrd="0" presId="urn:microsoft.com/office/officeart/2005/8/layout/default"/>
    <dgm:cxn modelId="{273F84CD-FF0B-4A3A-9FBF-B7D34B2E5CF0}" type="presParOf" srcId="{E915040F-E85B-4FAA-993D-E46E0DE41315}" destId="{B9B4BCEC-FEE8-4B87-ACCB-5FAC0BF0E735}" srcOrd="3" destOrd="0" presId="urn:microsoft.com/office/officeart/2005/8/layout/default"/>
    <dgm:cxn modelId="{B859092F-FB92-4696-A354-D51E13EFC01B}" type="presParOf" srcId="{E915040F-E85B-4FAA-993D-E46E0DE41315}" destId="{B5DCE5BB-C507-444F-87F9-84ED956A11B0}" srcOrd="4" destOrd="0" presId="urn:microsoft.com/office/officeart/2005/8/layout/default"/>
    <dgm:cxn modelId="{B9AB159E-C0C8-444B-8CFB-98C847804510}" type="presParOf" srcId="{E915040F-E85B-4FAA-993D-E46E0DE41315}" destId="{E8B6CB52-52E0-4395-B04C-2124E5D46F6A}" srcOrd="5" destOrd="0" presId="urn:microsoft.com/office/officeart/2005/8/layout/default"/>
    <dgm:cxn modelId="{95FB2718-21B7-488F-91AD-FF58738BA16D}" type="presParOf" srcId="{E915040F-E85B-4FAA-993D-E46E0DE41315}" destId="{69EBED63-D1DD-4A3E-8A55-DA650DC11D52}" srcOrd="6" destOrd="0" presId="urn:microsoft.com/office/officeart/2005/8/layout/default"/>
    <dgm:cxn modelId="{50CC3ECA-15A9-4148-B15B-80D4F9714C28}" type="presParOf" srcId="{E915040F-E85B-4FAA-993D-E46E0DE41315}" destId="{6D1B0692-E021-40A3-9337-164A879DD187}" srcOrd="7" destOrd="0" presId="urn:microsoft.com/office/officeart/2005/8/layout/default"/>
    <dgm:cxn modelId="{0ED8D33B-2E88-4BA4-9C51-3D2FCDE7A8BE}" type="presParOf" srcId="{E915040F-E85B-4FAA-993D-E46E0DE41315}" destId="{3C215F23-34C2-4372-A2CE-DADB3FFF03CC}" srcOrd="8" destOrd="0" presId="urn:microsoft.com/office/officeart/2005/8/layout/default"/>
    <dgm:cxn modelId="{F5AAC6B7-14FE-46C0-93DE-E0F4F61EA8AD}" type="presParOf" srcId="{E915040F-E85B-4FAA-993D-E46E0DE41315}" destId="{347F9641-A508-446A-A11C-46474ECF3241}" srcOrd="9" destOrd="0" presId="urn:microsoft.com/office/officeart/2005/8/layout/default"/>
    <dgm:cxn modelId="{6D4490FB-B849-4F6E-90E8-935C994E304B}" type="presParOf" srcId="{E915040F-E85B-4FAA-993D-E46E0DE41315}" destId="{D9C77F55-7EA5-40FC-B484-C2373D028831}" srcOrd="10" destOrd="0" presId="urn:microsoft.com/office/officeart/2005/8/layout/default"/>
    <dgm:cxn modelId="{AD3FE9EA-E346-4708-BE25-4AC7C4208196}" type="presParOf" srcId="{E915040F-E85B-4FAA-993D-E46E0DE41315}" destId="{8C022300-2E90-42F0-B1C6-24592B1E0B03}" srcOrd="11" destOrd="0" presId="urn:microsoft.com/office/officeart/2005/8/layout/default"/>
    <dgm:cxn modelId="{C21C86CB-475A-4CC9-BD67-1D890F71F90D}" type="presParOf" srcId="{E915040F-E85B-4FAA-993D-E46E0DE41315}" destId="{14F22E4F-C3FF-417B-8FA8-396111EF6E03}" srcOrd="12" destOrd="0" presId="urn:microsoft.com/office/officeart/2005/8/layout/default"/>
    <dgm:cxn modelId="{5FD7F48F-33AC-4A6E-8787-79082650838D}" type="presParOf" srcId="{E915040F-E85B-4FAA-993D-E46E0DE41315}" destId="{B8750D7E-5501-481B-A4AF-2300058E92AD}" srcOrd="13" destOrd="0" presId="urn:microsoft.com/office/officeart/2005/8/layout/default"/>
    <dgm:cxn modelId="{3CE7038B-7D5C-4379-A926-5424D809202F}" type="presParOf" srcId="{E915040F-E85B-4FAA-993D-E46E0DE41315}" destId="{7B52CE7E-C14B-4626-981C-4F58CB0148B8}" srcOrd="14" destOrd="0" presId="urn:microsoft.com/office/officeart/2005/8/layout/default"/>
    <dgm:cxn modelId="{4BF858F7-CDF3-41E3-9D43-609FBB68047C}" type="presParOf" srcId="{E915040F-E85B-4FAA-993D-E46E0DE41315}" destId="{725700C2-43FA-4E86-A30C-7B9430080294}" srcOrd="15" destOrd="0" presId="urn:microsoft.com/office/officeart/2005/8/layout/default"/>
    <dgm:cxn modelId="{16AC8DA6-BDDE-4E9E-858E-41002163E6B6}" type="presParOf" srcId="{E915040F-E85B-4FAA-993D-E46E0DE41315}" destId="{B4603233-2D65-4D5C-97CA-28472E3DCE45}" srcOrd="16" destOrd="0" presId="urn:microsoft.com/office/officeart/2005/8/layout/default"/>
    <dgm:cxn modelId="{EBA5BC95-5A4D-49D9-A0A8-A1B9773380CF}" type="presParOf" srcId="{E915040F-E85B-4FAA-993D-E46E0DE41315}" destId="{4CDC8C04-8829-4A13-B82F-40E3C0174258}" srcOrd="17" destOrd="0" presId="urn:microsoft.com/office/officeart/2005/8/layout/default"/>
    <dgm:cxn modelId="{41B58CEF-F080-4447-A4F8-A35E08FBCA92}" type="presParOf" srcId="{E915040F-E85B-4FAA-993D-E46E0DE41315}" destId="{C805BCA2-54A8-41D8-8F83-2CD7E5C3ECA8}" srcOrd="18" destOrd="0" presId="urn:microsoft.com/office/officeart/2005/8/layout/default"/>
    <dgm:cxn modelId="{1B2CF8F6-BC17-4174-A7B4-C1367B003282}" type="presParOf" srcId="{E915040F-E85B-4FAA-993D-E46E0DE41315}" destId="{830B0720-E65F-42C2-8023-60467CB22EF9}" srcOrd="19" destOrd="0" presId="urn:microsoft.com/office/officeart/2005/8/layout/default"/>
    <dgm:cxn modelId="{09476036-D138-4CBF-A6BF-E583D76E4EC9}" type="presParOf" srcId="{E915040F-E85B-4FAA-993D-E46E0DE41315}" destId="{7FED65CF-0E52-4FFE-BFDB-5C4368078F6E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FB489A-9626-41B9-86C8-E6E2967F4C6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01C579-BF41-4ABB-A14B-328D2464B509}">
      <dgm:prSet/>
      <dgm:spPr/>
      <dgm:t>
        <a:bodyPr/>
        <a:lstStyle/>
        <a:p>
          <a:r>
            <a:rPr lang="en-US" dirty="0"/>
            <a:t>H</a:t>
          </a:r>
          <a:r>
            <a:rPr lang="en-US" b="0" i="0" dirty="0"/>
            <a:t>ere are ten non-functional requirements for an online shopping website:</a:t>
          </a:r>
          <a:endParaRPr lang="en-US" dirty="0"/>
        </a:p>
      </dgm:t>
    </dgm:pt>
    <dgm:pt modelId="{C03D2F02-349F-473F-A7AB-6D25B09D16FE}" type="parTrans" cxnId="{6F37E34E-D0BA-4892-95FC-48EE0DFEE859}">
      <dgm:prSet/>
      <dgm:spPr/>
      <dgm:t>
        <a:bodyPr/>
        <a:lstStyle/>
        <a:p>
          <a:endParaRPr lang="en-US"/>
        </a:p>
      </dgm:t>
    </dgm:pt>
    <dgm:pt modelId="{6E2551D6-D8CE-4320-B3CD-03C1E07B0D62}" type="sibTrans" cxnId="{6F37E34E-D0BA-4892-95FC-48EE0DFEE859}">
      <dgm:prSet/>
      <dgm:spPr/>
      <dgm:t>
        <a:bodyPr/>
        <a:lstStyle/>
        <a:p>
          <a:endParaRPr lang="en-US"/>
        </a:p>
      </dgm:t>
    </dgm:pt>
    <dgm:pt modelId="{50328C6D-0F9C-41E9-8B6C-520CCB94AB2A}">
      <dgm:prSet/>
      <dgm:spPr/>
      <dgm:t>
        <a:bodyPr/>
        <a:lstStyle/>
        <a:p>
          <a:r>
            <a:rPr lang="en-US" b="1" i="0"/>
            <a:t>Performance</a:t>
          </a:r>
          <a:r>
            <a:rPr lang="en-US" b="0" i="0"/>
            <a:t>:</a:t>
          </a:r>
          <a:endParaRPr lang="en-US"/>
        </a:p>
      </dgm:t>
    </dgm:pt>
    <dgm:pt modelId="{6318776C-9E7C-4E72-9721-7C5BA9AB8573}" type="parTrans" cxnId="{381C3692-B770-407F-B7AB-C8F29C106B2D}">
      <dgm:prSet/>
      <dgm:spPr/>
      <dgm:t>
        <a:bodyPr/>
        <a:lstStyle/>
        <a:p>
          <a:endParaRPr lang="en-US"/>
        </a:p>
      </dgm:t>
    </dgm:pt>
    <dgm:pt modelId="{B8920217-98FA-4579-9CD2-01C21EE60B76}" type="sibTrans" cxnId="{381C3692-B770-407F-B7AB-C8F29C106B2D}">
      <dgm:prSet/>
      <dgm:spPr/>
      <dgm:t>
        <a:bodyPr/>
        <a:lstStyle/>
        <a:p>
          <a:endParaRPr lang="en-US"/>
        </a:p>
      </dgm:t>
    </dgm:pt>
    <dgm:pt modelId="{46173417-62CF-4C41-8141-87E2E058F753}">
      <dgm:prSet/>
      <dgm:spPr/>
      <dgm:t>
        <a:bodyPr/>
        <a:lstStyle/>
        <a:p>
          <a:r>
            <a:rPr lang="en-US" b="0" i="0"/>
            <a:t>The website should load within 3 seconds to provide a seamless user experience.</a:t>
          </a:r>
          <a:endParaRPr lang="en-US"/>
        </a:p>
      </dgm:t>
    </dgm:pt>
    <dgm:pt modelId="{C8940F18-3F46-40C3-B5D3-335DCFEB6832}" type="parTrans" cxnId="{0599DEAF-E8B2-4B56-A38F-E5B38F555AC2}">
      <dgm:prSet/>
      <dgm:spPr/>
      <dgm:t>
        <a:bodyPr/>
        <a:lstStyle/>
        <a:p>
          <a:endParaRPr lang="en-US"/>
        </a:p>
      </dgm:t>
    </dgm:pt>
    <dgm:pt modelId="{BD64EB28-6BC1-4A02-ADF1-50B8D234F741}" type="sibTrans" cxnId="{0599DEAF-E8B2-4B56-A38F-E5B38F555AC2}">
      <dgm:prSet/>
      <dgm:spPr/>
      <dgm:t>
        <a:bodyPr/>
        <a:lstStyle/>
        <a:p>
          <a:endParaRPr lang="en-US"/>
        </a:p>
      </dgm:t>
    </dgm:pt>
    <dgm:pt modelId="{EC4207A0-F0EB-41F9-863C-E96C759412DA}">
      <dgm:prSet/>
      <dgm:spPr/>
      <dgm:t>
        <a:bodyPr/>
        <a:lstStyle/>
        <a:p>
          <a:r>
            <a:rPr lang="en-US" b="1" i="0"/>
            <a:t>Scalability</a:t>
          </a:r>
          <a:r>
            <a:rPr lang="en-US" b="0" i="0"/>
            <a:t>:</a:t>
          </a:r>
          <a:endParaRPr lang="en-US"/>
        </a:p>
      </dgm:t>
    </dgm:pt>
    <dgm:pt modelId="{ED9C4DF0-EF65-476A-908A-37997071BF9C}" type="parTrans" cxnId="{DE513FF7-442C-4B56-A9BE-B974DC654CD6}">
      <dgm:prSet/>
      <dgm:spPr/>
      <dgm:t>
        <a:bodyPr/>
        <a:lstStyle/>
        <a:p>
          <a:endParaRPr lang="en-US"/>
        </a:p>
      </dgm:t>
    </dgm:pt>
    <dgm:pt modelId="{7193EA1F-29B8-4F04-ADFF-EB8C5D3FE1BF}" type="sibTrans" cxnId="{DE513FF7-442C-4B56-A9BE-B974DC654CD6}">
      <dgm:prSet/>
      <dgm:spPr/>
      <dgm:t>
        <a:bodyPr/>
        <a:lstStyle/>
        <a:p>
          <a:endParaRPr lang="en-US"/>
        </a:p>
      </dgm:t>
    </dgm:pt>
    <dgm:pt modelId="{340BE129-18A7-49F3-969F-B62BCB74AA49}">
      <dgm:prSet/>
      <dgm:spPr/>
      <dgm:t>
        <a:bodyPr/>
        <a:lstStyle/>
        <a:p>
          <a:r>
            <a:rPr lang="en-US" b="0" i="0"/>
            <a:t>The system should handle increased traffic during peak times, such as holidays or promotions, without significant performance degradation.</a:t>
          </a:r>
          <a:endParaRPr lang="en-US"/>
        </a:p>
      </dgm:t>
    </dgm:pt>
    <dgm:pt modelId="{EBEFB625-03B7-4C5D-B175-EFB48D39D7CC}" type="parTrans" cxnId="{9295F144-4847-4C0F-8F9D-3B06C9F6DD0A}">
      <dgm:prSet/>
      <dgm:spPr/>
      <dgm:t>
        <a:bodyPr/>
        <a:lstStyle/>
        <a:p>
          <a:endParaRPr lang="en-US"/>
        </a:p>
      </dgm:t>
    </dgm:pt>
    <dgm:pt modelId="{BD539979-F9B3-43D4-B403-369914A4105F}" type="sibTrans" cxnId="{9295F144-4847-4C0F-8F9D-3B06C9F6DD0A}">
      <dgm:prSet/>
      <dgm:spPr/>
      <dgm:t>
        <a:bodyPr/>
        <a:lstStyle/>
        <a:p>
          <a:endParaRPr lang="en-US"/>
        </a:p>
      </dgm:t>
    </dgm:pt>
    <dgm:pt modelId="{3949A484-852D-45CA-9ED5-14F548CCD019}">
      <dgm:prSet/>
      <dgm:spPr/>
      <dgm:t>
        <a:bodyPr/>
        <a:lstStyle/>
        <a:p>
          <a:r>
            <a:rPr lang="en-US" b="1" i="0"/>
            <a:t>Security</a:t>
          </a:r>
          <a:r>
            <a:rPr lang="en-US" b="0" i="0"/>
            <a:t>:</a:t>
          </a:r>
          <a:endParaRPr lang="en-US"/>
        </a:p>
      </dgm:t>
    </dgm:pt>
    <dgm:pt modelId="{97E3AB98-62DF-4965-9CFD-8B91BA93E79C}" type="parTrans" cxnId="{B01C1CC2-6950-40CA-AE92-3136636357DD}">
      <dgm:prSet/>
      <dgm:spPr/>
      <dgm:t>
        <a:bodyPr/>
        <a:lstStyle/>
        <a:p>
          <a:endParaRPr lang="en-US"/>
        </a:p>
      </dgm:t>
    </dgm:pt>
    <dgm:pt modelId="{0D3102BC-7C71-4B97-8A75-90DBAA44F95D}" type="sibTrans" cxnId="{B01C1CC2-6950-40CA-AE92-3136636357DD}">
      <dgm:prSet/>
      <dgm:spPr/>
      <dgm:t>
        <a:bodyPr/>
        <a:lstStyle/>
        <a:p>
          <a:endParaRPr lang="en-US"/>
        </a:p>
      </dgm:t>
    </dgm:pt>
    <dgm:pt modelId="{7CA47EC2-73F2-4A82-97C2-3BD8C9F9175D}">
      <dgm:prSet/>
      <dgm:spPr/>
      <dgm:t>
        <a:bodyPr/>
        <a:lstStyle/>
        <a:p>
          <a:r>
            <a:rPr lang="en-US" b="0" i="0"/>
            <a:t>All user data, including personal information and payment details, must be encrypted and stored securely.</a:t>
          </a:r>
          <a:endParaRPr lang="en-US"/>
        </a:p>
      </dgm:t>
    </dgm:pt>
    <dgm:pt modelId="{CB9E5A16-A641-40FE-89BC-E2CCED297A34}" type="parTrans" cxnId="{77C1BE8D-C518-4483-9A17-BF0F5CE9222A}">
      <dgm:prSet/>
      <dgm:spPr/>
      <dgm:t>
        <a:bodyPr/>
        <a:lstStyle/>
        <a:p>
          <a:endParaRPr lang="en-US"/>
        </a:p>
      </dgm:t>
    </dgm:pt>
    <dgm:pt modelId="{F8CB070A-6C52-41E2-9E7C-B326BE61F89A}" type="sibTrans" cxnId="{77C1BE8D-C518-4483-9A17-BF0F5CE9222A}">
      <dgm:prSet/>
      <dgm:spPr/>
      <dgm:t>
        <a:bodyPr/>
        <a:lstStyle/>
        <a:p>
          <a:endParaRPr lang="en-US"/>
        </a:p>
      </dgm:t>
    </dgm:pt>
    <dgm:pt modelId="{5C3F51D5-F251-4822-8094-1C2F4A61B23D}">
      <dgm:prSet/>
      <dgm:spPr/>
      <dgm:t>
        <a:bodyPr/>
        <a:lstStyle/>
        <a:p>
          <a:r>
            <a:rPr lang="en-US" b="1" i="0" dirty="0"/>
            <a:t>Usability</a:t>
          </a:r>
          <a:r>
            <a:rPr lang="en-US" b="0" i="0" dirty="0"/>
            <a:t>:</a:t>
          </a:r>
          <a:endParaRPr lang="en-US" dirty="0"/>
        </a:p>
      </dgm:t>
    </dgm:pt>
    <dgm:pt modelId="{FA2C0821-A75B-4519-8E1E-DEEFBA3697FB}" type="parTrans" cxnId="{7A283DA2-0B35-4CE2-A94A-30C0B8396F8D}">
      <dgm:prSet/>
      <dgm:spPr/>
      <dgm:t>
        <a:bodyPr/>
        <a:lstStyle/>
        <a:p>
          <a:endParaRPr lang="en-US"/>
        </a:p>
      </dgm:t>
    </dgm:pt>
    <dgm:pt modelId="{E9BA7A4D-3269-40B2-ACCC-B64FD69BD0B2}" type="sibTrans" cxnId="{7A283DA2-0B35-4CE2-A94A-30C0B8396F8D}">
      <dgm:prSet/>
      <dgm:spPr/>
      <dgm:t>
        <a:bodyPr/>
        <a:lstStyle/>
        <a:p>
          <a:endParaRPr lang="en-US"/>
        </a:p>
      </dgm:t>
    </dgm:pt>
    <dgm:pt modelId="{8F82A196-1F0C-49E0-A0C9-C4DEEC94EBB0}">
      <dgm:prSet/>
      <dgm:spPr/>
      <dgm:t>
        <a:bodyPr/>
        <a:lstStyle/>
        <a:p>
          <a:r>
            <a:rPr lang="en-US" b="0" i="0"/>
            <a:t>The website should be intuitive and easy to navigate, catering to users of different technical abilities.</a:t>
          </a:r>
          <a:endParaRPr lang="en-US"/>
        </a:p>
      </dgm:t>
    </dgm:pt>
    <dgm:pt modelId="{DD2E8C09-9D04-440E-A991-E746E2293B53}" type="parTrans" cxnId="{DDD4D1F2-05D7-42C9-9667-D386F0A39835}">
      <dgm:prSet/>
      <dgm:spPr/>
      <dgm:t>
        <a:bodyPr/>
        <a:lstStyle/>
        <a:p>
          <a:endParaRPr lang="en-US"/>
        </a:p>
      </dgm:t>
    </dgm:pt>
    <dgm:pt modelId="{3EDE95D8-BB40-4AF0-9133-34C5DD677852}" type="sibTrans" cxnId="{DDD4D1F2-05D7-42C9-9667-D386F0A39835}">
      <dgm:prSet/>
      <dgm:spPr/>
      <dgm:t>
        <a:bodyPr/>
        <a:lstStyle/>
        <a:p>
          <a:endParaRPr lang="en-US"/>
        </a:p>
      </dgm:t>
    </dgm:pt>
    <dgm:pt modelId="{E31749E6-A8F6-4A10-A049-A131B952914A}">
      <dgm:prSet/>
      <dgm:spPr/>
      <dgm:t>
        <a:bodyPr/>
        <a:lstStyle/>
        <a:p>
          <a:r>
            <a:rPr lang="en-US" b="1" i="0"/>
            <a:t>Reliability</a:t>
          </a:r>
          <a:r>
            <a:rPr lang="en-US" b="0" i="0"/>
            <a:t>:</a:t>
          </a:r>
          <a:endParaRPr lang="en-US"/>
        </a:p>
      </dgm:t>
    </dgm:pt>
    <dgm:pt modelId="{44A9B251-DFC5-48F0-877A-990EF8420E50}" type="parTrans" cxnId="{3D879F65-A551-464F-A97C-DCB870C4AA70}">
      <dgm:prSet/>
      <dgm:spPr/>
      <dgm:t>
        <a:bodyPr/>
        <a:lstStyle/>
        <a:p>
          <a:endParaRPr lang="en-US"/>
        </a:p>
      </dgm:t>
    </dgm:pt>
    <dgm:pt modelId="{AC59AEAC-0522-462D-A119-953C9098DE34}" type="sibTrans" cxnId="{3D879F65-A551-464F-A97C-DCB870C4AA70}">
      <dgm:prSet/>
      <dgm:spPr/>
      <dgm:t>
        <a:bodyPr/>
        <a:lstStyle/>
        <a:p>
          <a:endParaRPr lang="en-US"/>
        </a:p>
      </dgm:t>
    </dgm:pt>
    <dgm:pt modelId="{9FB94B19-A26B-40C7-9DF7-0BCDAE550EF9}">
      <dgm:prSet/>
      <dgm:spPr/>
      <dgm:t>
        <a:bodyPr/>
        <a:lstStyle/>
        <a:p>
          <a:r>
            <a:rPr lang="en-US" b="0" i="0"/>
            <a:t>The system should be available 99.9% of the time to ensure uninterrupted shopping experiences.</a:t>
          </a:r>
          <a:endParaRPr lang="en-US"/>
        </a:p>
      </dgm:t>
    </dgm:pt>
    <dgm:pt modelId="{F5A87B15-84BA-42FF-91A8-9B2C6FA27372}" type="parTrans" cxnId="{4A7E881F-0414-4D08-9C72-B2EAE7CB3192}">
      <dgm:prSet/>
      <dgm:spPr/>
      <dgm:t>
        <a:bodyPr/>
        <a:lstStyle/>
        <a:p>
          <a:endParaRPr lang="en-US"/>
        </a:p>
      </dgm:t>
    </dgm:pt>
    <dgm:pt modelId="{6C629032-DFB9-4E06-B3FA-4076BDD06B85}" type="sibTrans" cxnId="{4A7E881F-0414-4D08-9C72-B2EAE7CB3192}">
      <dgm:prSet/>
      <dgm:spPr/>
      <dgm:t>
        <a:bodyPr/>
        <a:lstStyle/>
        <a:p>
          <a:endParaRPr lang="en-US"/>
        </a:p>
      </dgm:t>
    </dgm:pt>
    <dgm:pt modelId="{B5331BC8-20EE-46F0-8006-B02950121D03}">
      <dgm:prSet/>
      <dgm:spPr/>
      <dgm:t>
        <a:bodyPr/>
        <a:lstStyle/>
        <a:p>
          <a:r>
            <a:rPr lang="en-US" b="1" i="0"/>
            <a:t>Compatibility</a:t>
          </a:r>
          <a:r>
            <a:rPr lang="en-US" b="0" i="0"/>
            <a:t>:</a:t>
          </a:r>
          <a:endParaRPr lang="en-US"/>
        </a:p>
      </dgm:t>
    </dgm:pt>
    <dgm:pt modelId="{666A8515-2FB0-4FFC-8885-4DE234C5FBAF}" type="parTrans" cxnId="{4CEBF79F-3D73-44FD-B9F3-BB340254BB46}">
      <dgm:prSet/>
      <dgm:spPr/>
      <dgm:t>
        <a:bodyPr/>
        <a:lstStyle/>
        <a:p>
          <a:endParaRPr lang="en-US"/>
        </a:p>
      </dgm:t>
    </dgm:pt>
    <dgm:pt modelId="{A2DC9CD2-1A20-405C-A85C-465D76434DFB}" type="sibTrans" cxnId="{4CEBF79F-3D73-44FD-B9F3-BB340254BB46}">
      <dgm:prSet/>
      <dgm:spPr/>
      <dgm:t>
        <a:bodyPr/>
        <a:lstStyle/>
        <a:p>
          <a:endParaRPr lang="en-US"/>
        </a:p>
      </dgm:t>
    </dgm:pt>
    <dgm:pt modelId="{B5AF9E4F-18A5-4A6D-BFFD-C6F4C4B5EC40}">
      <dgm:prSet/>
      <dgm:spPr/>
      <dgm:t>
        <a:bodyPr/>
        <a:lstStyle/>
        <a:p>
          <a:r>
            <a:rPr lang="en-US" b="0" i="0"/>
            <a:t>The website should be compatible with major browsers (Chrome, Firefox, Safari, etc.) and devices (desktops, tablets, mobile phones).</a:t>
          </a:r>
          <a:endParaRPr lang="en-US"/>
        </a:p>
      </dgm:t>
    </dgm:pt>
    <dgm:pt modelId="{C0AD0E57-2AF7-4D80-842B-5070B988C658}" type="parTrans" cxnId="{D1D761DD-D715-497E-8148-DB31BEA03974}">
      <dgm:prSet/>
      <dgm:spPr/>
      <dgm:t>
        <a:bodyPr/>
        <a:lstStyle/>
        <a:p>
          <a:endParaRPr lang="en-US"/>
        </a:p>
      </dgm:t>
    </dgm:pt>
    <dgm:pt modelId="{8B4E8B2E-7F73-43D6-B169-C1918EC41F68}" type="sibTrans" cxnId="{D1D761DD-D715-497E-8148-DB31BEA03974}">
      <dgm:prSet/>
      <dgm:spPr/>
      <dgm:t>
        <a:bodyPr/>
        <a:lstStyle/>
        <a:p>
          <a:endParaRPr lang="en-US"/>
        </a:p>
      </dgm:t>
    </dgm:pt>
    <dgm:pt modelId="{F80F8FF0-6B78-4B55-BF7A-E0FC1F9F94FA}">
      <dgm:prSet/>
      <dgm:spPr/>
      <dgm:t>
        <a:bodyPr/>
        <a:lstStyle/>
        <a:p>
          <a:r>
            <a:rPr lang="en-US" b="1" i="0"/>
            <a:t>Accessibility</a:t>
          </a:r>
          <a:r>
            <a:rPr lang="en-US" b="0" i="0"/>
            <a:t>:</a:t>
          </a:r>
          <a:endParaRPr lang="en-US"/>
        </a:p>
      </dgm:t>
    </dgm:pt>
    <dgm:pt modelId="{654DD0F4-BC2D-4AB8-81EC-431ED85615DE}" type="parTrans" cxnId="{A8837DA5-381A-487D-A937-B12673235BBC}">
      <dgm:prSet/>
      <dgm:spPr/>
      <dgm:t>
        <a:bodyPr/>
        <a:lstStyle/>
        <a:p>
          <a:endParaRPr lang="en-US"/>
        </a:p>
      </dgm:t>
    </dgm:pt>
    <dgm:pt modelId="{2934B597-3D7C-4D44-BB61-3F06FD646435}" type="sibTrans" cxnId="{A8837DA5-381A-487D-A937-B12673235BBC}">
      <dgm:prSet/>
      <dgm:spPr/>
      <dgm:t>
        <a:bodyPr/>
        <a:lstStyle/>
        <a:p>
          <a:endParaRPr lang="en-US"/>
        </a:p>
      </dgm:t>
    </dgm:pt>
    <dgm:pt modelId="{BB1DFAC6-35C0-43DE-9231-5F3D693A8E68}">
      <dgm:prSet/>
      <dgm:spPr/>
      <dgm:t>
        <a:bodyPr/>
        <a:lstStyle/>
        <a:p>
          <a:r>
            <a:rPr lang="en-US" b="0" i="0"/>
            <a:t>The website should adhere to accessibility standards (such as WCAG) to ensure it's usable by people with disabilities.</a:t>
          </a:r>
          <a:endParaRPr lang="en-US"/>
        </a:p>
      </dgm:t>
    </dgm:pt>
    <dgm:pt modelId="{7843D732-152C-4686-A083-40043B75557C}" type="parTrans" cxnId="{14DAB846-E4E0-46DD-98C5-E2E400B3E20C}">
      <dgm:prSet/>
      <dgm:spPr/>
      <dgm:t>
        <a:bodyPr/>
        <a:lstStyle/>
        <a:p>
          <a:endParaRPr lang="en-US"/>
        </a:p>
      </dgm:t>
    </dgm:pt>
    <dgm:pt modelId="{7ECC1FFE-31AD-403F-AFDE-DB0A703A7A4D}" type="sibTrans" cxnId="{14DAB846-E4E0-46DD-98C5-E2E400B3E20C}">
      <dgm:prSet/>
      <dgm:spPr/>
      <dgm:t>
        <a:bodyPr/>
        <a:lstStyle/>
        <a:p>
          <a:endParaRPr lang="en-US"/>
        </a:p>
      </dgm:t>
    </dgm:pt>
    <dgm:pt modelId="{A0504F20-EB50-43E1-9FC4-49FD4F35B1AC}">
      <dgm:prSet/>
      <dgm:spPr>
        <a:solidFill>
          <a:srgbClr val="92D050"/>
        </a:solidFill>
      </dgm:spPr>
      <dgm:t>
        <a:bodyPr/>
        <a:lstStyle/>
        <a:p>
          <a:r>
            <a:rPr lang="en-US" b="1" i="0" dirty="0"/>
            <a:t>Load Handling</a:t>
          </a:r>
          <a:r>
            <a:rPr lang="en-US" b="0" i="0" dirty="0"/>
            <a:t>:</a:t>
          </a:r>
          <a:endParaRPr lang="en-US" dirty="0"/>
        </a:p>
      </dgm:t>
    </dgm:pt>
    <dgm:pt modelId="{2F6A0B60-2504-49BB-9984-3EBD713A685B}" type="parTrans" cxnId="{829EF9F7-AF40-4662-A740-260107D644C7}">
      <dgm:prSet/>
      <dgm:spPr/>
      <dgm:t>
        <a:bodyPr/>
        <a:lstStyle/>
        <a:p>
          <a:endParaRPr lang="en-US"/>
        </a:p>
      </dgm:t>
    </dgm:pt>
    <dgm:pt modelId="{22127982-DFE9-4437-A1D7-9B4E74B2ADBB}" type="sibTrans" cxnId="{829EF9F7-AF40-4662-A740-260107D644C7}">
      <dgm:prSet/>
      <dgm:spPr/>
      <dgm:t>
        <a:bodyPr/>
        <a:lstStyle/>
        <a:p>
          <a:endParaRPr lang="en-US"/>
        </a:p>
      </dgm:t>
    </dgm:pt>
    <dgm:pt modelId="{890C32B3-4717-4C4F-B5E5-9E143B6182A5}">
      <dgm:prSet/>
      <dgm:spPr>
        <a:solidFill>
          <a:srgbClr val="92D050"/>
        </a:solidFill>
      </dgm:spPr>
      <dgm:t>
        <a:bodyPr/>
        <a:lstStyle/>
        <a:p>
          <a:r>
            <a:rPr lang="en-US" b="0" i="0"/>
            <a:t>The system should handle a large number of simultaneous users without crashing or slowing down.</a:t>
          </a:r>
          <a:endParaRPr lang="en-US"/>
        </a:p>
      </dgm:t>
    </dgm:pt>
    <dgm:pt modelId="{FC8F53B6-F893-4998-9813-9DD1379ED1EE}" type="parTrans" cxnId="{B104B8C4-7D8D-4BAF-8E40-BF43B5549FFE}">
      <dgm:prSet/>
      <dgm:spPr/>
      <dgm:t>
        <a:bodyPr/>
        <a:lstStyle/>
        <a:p>
          <a:endParaRPr lang="en-US"/>
        </a:p>
      </dgm:t>
    </dgm:pt>
    <dgm:pt modelId="{7167C533-3BD9-4CC3-99E5-4F32354FDD77}" type="sibTrans" cxnId="{B104B8C4-7D8D-4BAF-8E40-BF43B5549FFE}">
      <dgm:prSet/>
      <dgm:spPr/>
      <dgm:t>
        <a:bodyPr/>
        <a:lstStyle/>
        <a:p>
          <a:endParaRPr lang="en-US"/>
        </a:p>
      </dgm:t>
    </dgm:pt>
    <dgm:pt modelId="{E7FB26EC-3441-401D-8BA4-8FF5AF428162}">
      <dgm:prSet/>
      <dgm:spPr>
        <a:solidFill>
          <a:srgbClr val="92D050"/>
        </a:solidFill>
      </dgm:spPr>
      <dgm:t>
        <a:bodyPr/>
        <a:lstStyle/>
        <a:p>
          <a:r>
            <a:rPr lang="en-US" b="1" i="0" dirty="0"/>
            <a:t>Data Backup and Recovery</a:t>
          </a:r>
          <a:r>
            <a:rPr lang="en-US" b="0" i="0" dirty="0"/>
            <a:t>:</a:t>
          </a:r>
          <a:endParaRPr lang="en-US" dirty="0"/>
        </a:p>
      </dgm:t>
    </dgm:pt>
    <dgm:pt modelId="{8520792B-95A8-40AF-8982-EA980343BF8E}" type="parTrans" cxnId="{2EB0CB01-53DA-4DFE-A413-A18804057364}">
      <dgm:prSet/>
      <dgm:spPr/>
      <dgm:t>
        <a:bodyPr/>
        <a:lstStyle/>
        <a:p>
          <a:endParaRPr lang="en-US"/>
        </a:p>
      </dgm:t>
    </dgm:pt>
    <dgm:pt modelId="{EACF8BDE-7EC5-4942-A9A4-DA4717B08A08}" type="sibTrans" cxnId="{2EB0CB01-53DA-4DFE-A413-A18804057364}">
      <dgm:prSet/>
      <dgm:spPr/>
      <dgm:t>
        <a:bodyPr/>
        <a:lstStyle/>
        <a:p>
          <a:endParaRPr lang="en-US"/>
        </a:p>
      </dgm:t>
    </dgm:pt>
    <dgm:pt modelId="{9ADCD6B7-BD42-4AB4-9251-BC742226BB39}">
      <dgm:prSet/>
      <dgm:spPr>
        <a:solidFill>
          <a:srgbClr val="92D050"/>
        </a:solidFill>
      </dgm:spPr>
      <dgm:t>
        <a:bodyPr/>
        <a:lstStyle/>
        <a:p>
          <a:r>
            <a:rPr lang="en-US" b="0" i="0"/>
            <a:t>Regular backups of data should be performed, and a reliable recovery system should be in place in case of any data loss.</a:t>
          </a:r>
          <a:endParaRPr lang="en-US"/>
        </a:p>
      </dgm:t>
    </dgm:pt>
    <dgm:pt modelId="{2C4B965C-A205-4D29-A62F-A4D3E6F543F1}" type="parTrans" cxnId="{902675CC-D84F-4334-9241-5ED64996529A}">
      <dgm:prSet/>
      <dgm:spPr/>
      <dgm:t>
        <a:bodyPr/>
        <a:lstStyle/>
        <a:p>
          <a:endParaRPr lang="en-US"/>
        </a:p>
      </dgm:t>
    </dgm:pt>
    <dgm:pt modelId="{F82596A9-692E-4304-A040-23758AAF3D92}" type="sibTrans" cxnId="{902675CC-D84F-4334-9241-5ED64996529A}">
      <dgm:prSet/>
      <dgm:spPr/>
      <dgm:t>
        <a:bodyPr/>
        <a:lstStyle/>
        <a:p>
          <a:endParaRPr lang="en-US"/>
        </a:p>
      </dgm:t>
    </dgm:pt>
    <dgm:pt modelId="{B63D02A1-FDA9-4CB1-AE34-6684A45E7BF8}">
      <dgm:prSet/>
      <dgm:spPr>
        <a:solidFill>
          <a:srgbClr val="92D050"/>
        </a:solidFill>
      </dgm:spPr>
      <dgm:t>
        <a:bodyPr/>
        <a:lstStyle/>
        <a:p>
          <a:r>
            <a:rPr lang="en-US" b="1" i="0"/>
            <a:t>Regulatory Compliance</a:t>
          </a:r>
          <a:r>
            <a:rPr lang="en-US" b="0" i="0"/>
            <a:t>:</a:t>
          </a:r>
          <a:endParaRPr lang="en-US"/>
        </a:p>
      </dgm:t>
    </dgm:pt>
    <dgm:pt modelId="{03A5CABA-0B2E-43C0-8675-806AD5733C0B}" type="parTrans" cxnId="{86370252-738F-4345-A716-74D5041CC513}">
      <dgm:prSet/>
      <dgm:spPr/>
      <dgm:t>
        <a:bodyPr/>
        <a:lstStyle/>
        <a:p>
          <a:endParaRPr lang="en-US"/>
        </a:p>
      </dgm:t>
    </dgm:pt>
    <dgm:pt modelId="{82780018-396A-46D3-8A44-58F38C36D356}" type="sibTrans" cxnId="{86370252-738F-4345-A716-74D5041CC513}">
      <dgm:prSet/>
      <dgm:spPr/>
      <dgm:t>
        <a:bodyPr/>
        <a:lstStyle/>
        <a:p>
          <a:endParaRPr lang="en-US"/>
        </a:p>
      </dgm:t>
    </dgm:pt>
    <dgm:pt modelId="{1E62AE45-E267-4D8D-B1A2-3E21B93D9773}">
      <dgm:prSet/>
      <dgm:spPr>
        <a:solidFill>
          <a:srgbClr val="92D050"/>
        </a:solidFill>
      </dgm:spPr>
      <dgm:t>
        <a:bodyPr/>
        <a:lstStyle/>
        <a:p>
          <a:r>
            <a:rPr lang="en-US" b="0" i="0" dirty="0"/>
            <a:t>The website should comply with relevant laws and regulations related to online transactions, data protection, and consumer rights.</a:t>
          </a:r>
          <a:endParaRPr lang="en-US" dirty="0"/>
        </a:p>
      </dgm:t>
    </dgm:pt>
    <dgm:pt modelId="{4F384308-1DBE-4BB4-B120-BB471B9D1B5A}" type="parTrans" cxnId="{EE3A844B-9663-4F7F-8120-230B14A8942D}">
      <dgm:prSet/>
      <dgm:spPr/>
      <dgm:t>
        <a:bodyPr/>
        <a:lstStyle/>
        <a:p>
          <a:endParaRPr lang="en-US"/>
        </a:p>
      </dgm:t>
    </dgm:pt>
    <dgm:pt modelId="{4F12F936-1BC4-486E-8E5D-3AD5D1AFDE13}" type="sibTrans" cxnId="{EE3A844B-9663-4F7F-8120-230B14A8942D}">
      <dgm:prSet/>
      <dgm:spPr/>
      <dgm:t>
        <a:bodyPr/>
        <a:lstStyle/>
        <a:p>
          <a:endParaRPr lang="en-US"/>
        </a:p>
      </dgm:t>
    </dgm:pt>
    <dgm:pt modelId="{FE71BA60-C58C-4F6C-82BF-AB3521C471F6}" type="pres">
      <dgm:prSet presAssocID="{DCFB489A-9626-41B9-86C8-E6E2967F4C6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C36CA8D-ABD3-47EE-8E9C-FF279B35DDC3}" type="pres">
      <dgm:prSet presAssocID="{B701C579-BF41-4ABB-A14B-328D2464B509}" presName="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8D77CB-2C24-438C-97C5-9C025EA8DF78}" type="pres">
      <dgm:prSet presAssocID="{6E2551D6-D8CE-4320-B3CD-03C1E07B0D62}" presName="sibTrans" presStyleCnt="0"/>
      <dgm:spPr/>
    </dgm:pt>
    <dgm:pt modelId="{E740CE3D-C3A7-4704-A7D4-7DF5A4DC0D4E}" type="pres">
      <dgm:prSet presAssocID="{50328C6D-0F9C-41E9-8B6C-520CCB94AB2A}" presName="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6A4096-5524-41F7-B2C4-75426788EE54}" type="pres">
      <dgm:prSet presAssocID="{B8920217-98FA-4579-9CD2-01C21EE60B76}" presName="sibTrans" presStyleCnt="0"/>
      <dgm:spPr/>
    </dgm:pt>
    <dgm:pt modelId="{B42F92D2-BA6F-4510-B435-2B82D3E1F1E8}" type="pres">
      <dgm:prSet presAssocID="{EC4207A0-F0EB-41F9-863C-E96C759412DA}" presName="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8CC48A-06D4-4AFB-83C6-87CD98A242A6}" type="pres">
      <dgm:prSet presAssocID="{7193EA1F-29B8-4F04-ADFF-EB8C5D3FE1BF}" presName="sibTrans" presStyleCnt="0"/>
      <dgm:spPr/>
    </dgm:pt>
    <dgm:pt modelId="{AF1CF23B-6D9E-4EF8-AB23-4F8DF867062C}" type="pres">
      <dgm:prSet presAssocID="{3949A484-852D-45CA-9ED5-14F548CCD019}" presName="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5A1995-FBCB-43ED-847E-0C9D165ABF33}" type="pres">
      <dgm:prSet presAssocID="{0D3102BC-7C71-4B97-8A75-90DBAA44F95D}" presName="sibTrans" presStyleCnt="0"/>
      <dgm:spPr/>
    </dgm:pt>
    <dgm:pt modelId="{E6C033FC-FAEA-4FD7-B5D0-7E95BABC951B}" type="pres">
      <dgm:prSet presAssocID="{5C3F51D5-F251-4822-8094-1C2F4A61B23D}" presName="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55EF30-79CD-4DF7-82BE-72B07191ECBC}" type="pres">
      <dgm:prSet presAssocID="{E9BA7A4D-3269-40B2-ACCC-B64FD69BD0B2}" presName="sibTrans" presStyleCnt="0"/>
      <dgm:spPr/>
    </dgm:pt>
    <dgm:pt modelId="{45333BDF-5B8E-4431-A6DD-D453EC7D9F17}" type="pres">
      <dgm:prSet presAssocID="{E31749E6-A8F6-4A10-A049-A131B952914A}" presName="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E3AF75-8A9A-4F93-8D50-874D7731F0E2}" type="pres">
      <dgm:prSet presAssocID="{AC59AEAC-0522-462D-A119-953C9098DE34}" presName="sibTrans" presStyleCnt="0"/>
      <dgm:spPr/>
    </dgm:pt>
    <dgm:pt modelId="{6BB75624-4124-46AA-8549-59C27F7B60A1}" type="pres">
      <dgm:prSet presAssocID="{B5331BC8-20EE-46F0-8006-B02950121D03}" presName="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068DE1-E550-48C0-AFBA-7CF9D265475C}" type="pres">
      <dgm:prSet presAssocID="{A2DC9CD2-1A20-405C-A85C-465D76434DFB}" presName="sibTrans" presStyleCnt="0"/>
      <dgm:spPr/>
    </dgm:pt>
    <dgm:pt modelId="{3EEA4852-2250-4592-812A-A7B601A1E46D}" type="pres">
      <dgm:prSet presAssocID="{F80F8FF0-6B78-4B55-BF7A-E0FC1F9F94FA}" presName="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3E74A5-4F94-4C1C-9696-FD14603EBB5A}" type="pres">
      <dgm:prSet presAssocID="{2934B597-3D7C-4D44-BB61-3F06FD646435}" presName="sibTrans" presStyleCnt="0"/>
      <dgm:spPr/>
    </dgm:pt>
    <dgm:pt modelId="{A950AF24-C37F-4CB4-B1CE-517B7E6EA903}" type="pres">
      <dgm:prSet presAssocID="{A0504F20-EB50-43E1-9FC4-49FD4F35B1AC}" presName="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C842B7-51FF-4B82-B610-15FD6EC4D8F7}" type="pres">
      <dgm:prSet presAssocID="{22127982-DFE9-4437-A1D7-9B4E74B2ADBB}" presName="sibTrans" presStyleCnt="0"/>
      <dgm:spPr/>
    </dgm:pt>
    <dgm:pt modelId="{E3D8C887-891A-4D0E-9EB1-129C6235EAD7}" type="pres">
      <dgm:prSet presAssocID="{E7FB26EC-3441-401D-8BA4-8FF5AF428162}" presName="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2C0B67-4888-439F-9C43-777E5245DFBD}" type="pres">
      <dgm:prSet presAssocID="{EACF8BDE-7EC5-4942-A9A4-DA4717B08A08}" presName="sibTrans" presStyleCnt="0"/>
      <dgm:spPr/>
    </dgm:pt>
    <dgm:pt modelId="{73E1E36E-3F0D-4F1F-960C-BC66957716EA}" type="pres">
      <dgm:prSet presAssocID="{B63D02A1-FDA9-4CB1-AE34-6684A45E7BF8}" presName="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8051E7-5103-4F09-8001-3E7464BC3596}" type="presOf" srcId="{9FB94B19-A26B-40C7-9DF7-0BCDAE550EF9}" destId="{45333BDF-5B8E-4431-A6DD-D453EC7D9F17}" srcOrd="0" destOrd="1" presId="urn:microsoft.com/office/officeart/2005/8/layout/default"/>
    <dgm:cxn modelId="{0EFF2C74-09DA-4131-8D69-4A47D0692969}" type="presOf" srcId="{340BE129-18A7-49F3-969F-B62BCB74AA49}" destId="{B42F92D2-BA6F-4510-B435-2B82D3E1F1E8}" srcOrd="0" destOrd="1" presId="urn:microsoft.com/office/officeart/2005/8/layout/default"/>
    <dgm:cxn modelId="{3D879F65-A551-464F-A97C-DCB870C4AA70}" srcId="{DCFB489A-9626-41B9-86C8-E6E2967F4C6D}" destId="{E31749E6-A8F6-4A10-A049-A131B952914A}" srcOrd="5" destOrd="0" parTransId="{44A9B251-DFC5-48F0-877A-990EF8420E50}" sibTransId="{AC59AEAC-0522-462D-A119-953C9098DE34}"/>
    <dgm:cxn modelId="{14DAB846-E4E0-46DD-98C5-E2E400B3E20C}" srcId="{F80F8FF0-6B78-4B55-BF7A-E0FC1F9F94FA}" destId="{BB1DFAC6-35C0-43DE-9231-5F3D693A8E68}" srcOrd="0" destOrd="0" parTransId="{7843D732-152C-4686-A083-40043B75557C}" sibTransId="{7ECC1FFE-31AD-403F-AFDE-DB0A703A7A4D}"/>
    <dgm:cxn modelId="{5BA37B0E-A789-4A97-BB64-73FDEC4CF22C}" type="presOf" srcId="{5C3F51D5-F251-4822-8094-1C2F4A61B23D}" destId="{E6C033FC-FAEA-4FD7-B5D0-7E95BABC951B}" srcOrd="0" destOrd="0" presId="urn:microsoft.com/office/officeart/2005/8/layout/default"/>
    <dgm:cxn modelId="{7A283DA2-0B35-4CE2-A94A-30C0B8396F8D}" srcId="{DCFB489A-9626-41B9-86C8-E6E2967F4C6D}" destId="{5C3F51D5-F251-4822-8094-1C2F4A61B23D}" srcOrd="4" destOrd="0" parTransId="{FA2C0821-A75B-4519-8E1E-DEEFBA3697FB}" sibTransId="{E9BA7A4D-3269-40B2-ACCC-B64FD69BD0B2}"/>
    <dgm:cxn modelId="{7702F6AE-5C6B-4B7C-A80B-269779B00ED6}" type="presOf" srcId="{3949A484-852D-45CA-9ED5-14F548CCD019}" destId="{AF1CF23B-6D9E-4EF8-AB23-4F8DF867062C}" srcOrd="0" destOrd="0" presId="urn:microsoft.com/office/officeart/2005/8/layout/default"/>
    <dgm:cxn modelId="{1FBB1E4F-542D-420D-A526-AC8B05223133}" type="presOf" srcId="{B63D02A1-FDA9-4CB1-AE34-6684A45E7BF8}" destId="{73E1E36E-3F0D-4F1F-960C-BC66957716EA}" srcOrd="0" destOrd="0" presId="urn:microsoft.com/office/officeart/2005/8/layout/default"/>
    <dgm:cxn modelId="{2EB0CB01-53DA-4DFE-A413-A18804057364}" srcId="{DCFB489A-9626-41B9-86C8-E6E2967F4C6D}" destId="{E7FB26EC-3441-401D-8BA4-8FF5AF428162}" srcOrd="9" destOrd="0" parTransId="{8520792B-95A8-40AF-8982-EA980343BF8E}" sibTransId="{EACF8BDE-7EC5-4942-A9A4-DA4717B08A08}"/>
    <dgm:cxn modelId="{01E023E6-F99E-45D7-B277-6193B9C3677F}" type="presOf" srcId="{46173417-62CF-4C41-8141-87E2E058F753}" destId="{E740CE3D-C3A7-4704-A7D4-7DF5A4DC0D4E}" srcOrd="0" destOrd="1" presId="urn:microsoft.com/office/officeart/2005/8/layout/default"/>
    <dgm:cxn modelId="{0599DEAF-E8B2-4B56-A38F-E5B38F555AC2}" srcId="{50328C6D-0F9C-41E9-8B6C-520CCB94AB2A}" destId="{46173417-62CF-4C41-8141-87E2E058F753}" srcOrd="0" destOrd="0" parTransId="{C8940F18-3F46-40C3-B5D3-335DCFEB6832}" sibTransId="{BD64EB28-6BC1-4A02-ADF1-50B8D234F741}"/>
    <dgm:cxn modelId="{381C3692-B770-407F-B7AB-C8F29C106B2D}" srcId="{DCFB489A-9626-41B9-86C8-E6E2967F4C6D}" destId="{50328C6D-0F9C-41E9-8B6C-520CCB94AB2A}" srcOrd="1" destOrd="0" parTransId="{6318776C-9E7C-4E72-9721-7C5BA9AB8573}" sibTransId="{B8920217-98FA-4579-9CD2-01C21EE60B76}"/>
    <dgm:cxn modelId="{DDD4D1F2-05D7-42C9-9667-D386F0A39835}" srcId="{5C3F51D5-F251-4822-8094-1C2F4A61B23D}" destId="{8F82A196-1F0C-49E0-A0C9-C4DEEC94EBB0}" srcOrd="0" destOrd="0" parTransId="{DD2E8C09-9D04-440E-A991-E746E2293B53}" sibTransId="{3EDE95D8-BB40-4AF0-9133-34C5DD677852}"/>
    <dgm:cxn modelId="{6F37E34E-D0BA-4892-95FC-48EE0DFEE859}" srcId="{DCFB489A-9626-41B9-86C8-E6E2967F4C6D}" destId="{B701C579-BF41-4ABB-A14B-328D2464B509}" srcOrd="0" destOrd="0" parTransId="{C03D2F02-349F-473F-A7AB-6D25B09D16FE}" sibTransId="{6E2551D6-D8CE-4320-B3CD-03C1E07B0D62}"/>
    <dgm:cxn modelId="{829EF9F7-AF40-4662-A740-260107D644C7}" srcId="{DCFB489A-9626-41B9-86C8-E6E2967F4C6D}" destId="{A0504F20-EB50-43E1-9FC4-49FD4F35B1AC}" srcOrd="8" destOrd="0" parTransId="{2F6A0B60-2504-49BB-9984-3EBD713A685B}" sibTransId="{22127982-DFE9-4437-A1D7-9B4E74B2ADBB}"/>
    <dgm:cxn modelId="{5DF0E1E4-B7F3-413C-89F7-EC3DD4C5869B}" type="presOf" srcId="{8F82A196-1F0C-49E0-A0C9-C4DEEC94EBB0}" destId="{E6C033FC-FAEA-4FD7-B5D0-7E95BABC951B}" srcOrd="0" destOrd="1" presId="urn:microsoft.com/office/officeart/2005/8/layout/default"/>
    <dgm:cxn modelId="{4A7E881F-0414-4D08-9C72-B2EAE7CB3192}" srcId="{E31749E6-A8F6-4A10-A049-A131B952914A}" destId="{9FB94B19-A26B-40C7-9DF7-0BCDAE550EF9}" srcOrd="0" destOrd="0" parTransId="{F5A87B15-84BA-42FF-91A8-9B2C6FA27372}" sibTransId="{6C629032-DFB9-4E06-B3FA-4076BDD06B85}"/>
    <dgm:cxn modelId="{A8837DA5-381A-487D-A937-B12673235BBC}" srcId="{DCFB489A-9626-41B9-86C8-E6E2967F4C6D}" destId="{F80F8FF0-6B78-4B55-BF7A-E0FC1F9F94FA}" srcOrd="7" destOrd="0" parTransId="{654DD0F4-BC2D-4AB8-81EC-431ED85615DE}" sibTransId="{2934B597-3D7C-4D44-BB61-3F06FD646435}"/>
    <dgm:cxn modelId="{86370252-738F-4345-A716-74D5041CC513}" srcId="{DCFB489A-9626-41B9-86C8-E6E2967F4C6D}" destId="{B63D02A1-FDA9-4CB1-AE34-6684A45E7BF8}" srcOrd="10" destOrd="0" parTransId="{03A5CABA-0B2E-43C0-8675-806AD5733C0B}" sibTransId="{82780018-396A-46D3-8A44-58F38C36D356}"/>
    <dgm:cxn modelId="{458A517B-4AC8-4C99-89B3-3ABE6F56A7F2}" type="presOf" srcId="{890C32B3-4717-4C4F-B5E5-9E143B6182A5}" destId="{A950AF24-C37F-4CB4-B1CE-517B7E6EA903}" srcOrd="0" destOrd="1" presId="urn:microsoft.com/office/officeart/2005/8/layout/default"/>
    <dgm:cxn modelId="{F04758B9-26D0-4694-A9D1-631F1888DE06}" type="presOf" srcId="{E31749E6-A8F6-4A10-A049-A131B952914A}" destId="{45333BDF-5B8E-4431-A6DD-D453EC7D9F17}" srcOrd="0" destOrd="0" presId="urn:microsoft.com/office/officeart/2005/8/layout/default"/>
    <dgm:cxn modelId="{902675CC-D84F-4334-9241-5ED64996529A}" srcId="{E7FB26EC-3441-401D-8BA4-8FF5AF428162}" destId="{9ADCD6B7-BD42-4AB4-9251-BC742226BB39}" srcOrd="0" destOrd="0" parTransId="{2C4B965C-A205-4D29-A62F-A4D3E6F543F1}" sibTransId="{F82596A9-692E-4304-A040-23758AAF3D92}"/>
    <dgm:cxn modelId="{955223B5-1F99-4BF7-A5EF-F5851AC567D0}" type="presOf" srcId="{50328C6D-0F9C-41E9-8B6C-520CCB94AB2A}" destId="{E740CE3D-C3A7-4704-A7D4-7DF5A4DC0D4E}" srcOrd="0" destOrd="0" presId="urn:microsoft.com/office/officeart/2005/8/layout/default"/>
    <dgm:cxn modelId="{D1D761DD-D715-497E-8148-DB31BEA03974}" srcId="{B5331BC8-20EE-46F0-8006-B02950121D03}" destId="{B5AF9E4F-18A5-4A6D-BFFD-C6F4C4B5EC40}" srcOrd="0" destOrd="0" parTransId="{C0AD0E57-2AF7-4D80-842B-5070B988C658}" sibTransId="{8B4E8B2E-7F73-43D6-B169-C1918EC41F68}"/>
    <dgm:cxn modelId="{EE3A844B-9663-4F7F-8120-230B14A8942D}" srcId="{B63D02A1-FDA9-4CB1-AE34-6684A45E7BF8}" destId="{1E62AE45-E267-4D8D-B1A2-3E21B93D9773}" srcOrd="0" destOrd="0" parTransId="{4F384308-1DBE-4BB4-B120-BB471B9D1B5A}" sibTransId="{4F12F936-1BC4-486E-8E5D-3AD5D1AFDE13}"/>
    <dgm:cxn modelId="{07A8DA9F-A01C-485A-B461-BB2B319C84C2}" type="presOf" srcId="{9ADCD6B7-BD42-4AB4-9251-BC742226BB39}" destId="{E3D8C887-891A-4D0E-9EB1-129C6235EAD7}" srcOrd="0" destOrd="1" presId="urn:microsoft.com/office/officeart/2005/8/layout/default"/>
    <dgm:cxn modelId="{32D7EC60-FE9A-489B-B1D5-B40A4DAB8AFB}" type="presOf" srcId="{B701C579-BF41-4ABB-A14B-328D2464B509}" destId="{FC36CA8D-ABD3-47EE-8E9C-FF279B35DDC3}" srcOrd="0" destOrd="0" presId="urn:microsoft.com/office/officeart/2005/8/layout/default"/>
    <dgm:cxn modelId="{27AC9105-C693-49F1-94CE-ACB6722A347B}" type="presOf" srcId="{F80F8FF0-6B78-4B55-BF7A-E0FC1F9F94FA}" destId="{3EEA4852-2250-4592-812A-A7B601A1E46D}" srcOrd="0" destOrd="0" presId="urn:microsoft.com/office/officeart/2005/8/layout/default"/>
    <dgm:cxn modelId="{77C1BE8D-C518-4483-9A17-BF0F5CE9222A}" srcId="{3949A484-852D-45CA-9ED5-14F548CCD019}" destId="{7CA47EC2-73F2-4A82-97C2-3BD8C9F9175D}" srcOrd="0" destOrd="0" parTransId="{CB9E5A16-A641-40FE-89BC-E2CCED297A34}" sibTransId="{F8CB070A-6C52-41E2-9E7C-B326BE61F89A}"/>
    <dgm:cxn modelId="{9295F144-4847-4C0F-8F9D-3B06C9F6DD0A}" srcId="{EC4207A0-F0EB-41F9-863C-E96C759412DA}" destId="{340BE129-18A7-49F3-969F-B62BCB74AA49}" srcOrd="0" destOrd="0" parTransId="{EBEFB625-03B7-4C5D-B175-EFB48D39D7CC}" sibTransId="{BD539979-F9B3-43D4-B403-369914A4105F}"/>
    <dgm:cxn modelId="{BF4FA569-5FF4-44D6-8A15-4E280F49A0E6}" type="presOf" srcId="{BB1DFAC6-35C0-43DE-9231-5F3D693A8E68}" destId="{3EEA4852-2250-4592-812A-A7B601A1E46D}" srcOrd="0" destOrd="1" presId="urn:microsoft.com/office/officeart/2005/8/layout/default"/>
    <dgm:cxn modelId="{AAF8E3E7-DF4B-42FC-82BF-A7D0FC2561C5}" type="presOf" srcId="{1E62AE45-E267-4D8D-B1A2-3E21B93D9773}" destId="{73E1E36E-3F0D-4F1F-960C-BC66957716EA}" srcOrd="0" destOrd="1" presId="urn:microsoft.com/office/officeart/2005/8/layout/default"/>
    <dgm:cxn modelId="{DE513FF7-442C-4B56-A9BE-B974DC654CD6}" srcId="{DCFB489A-9626-41B9-86C8-E6E2967F4C6D}" destId="{EC4207A0-F0EB-41F9-863C-E96C759412DA}" srcOrd="2" destOrd="0" parTransId="{ED9C4DF0-EF65-476A-908A-37997071BF9C}" sibTransId="{7193EA1F-29B8-4F04-ADFF-EB8C5D3FE1BF}"/>
    <dgm:cxn modelId="{A70B0B30-1AFC-49B3-9852-D73583F96832}" type="presOf" srcId="{E7FB26EC-3441-401D-8BA4-8FF5AF428162}" destId="{E3D8C887-891A-4D0E-9EB1-129C6235EAD7}" srcOrd="0" destOrd="0" presId="urn:microsoft.com/office/officeart/2005/8/layout/default"/>
    <dgm:cxn modelId="{B104B8C4-7D8D-4BAF-8E40-BF43B5549FFE}" srcId="{A0504F20-EB50-43E1-9FC4-49FD4F35B1AC}" destId="{890C32B3-4717-4C4F-B5E5-9E143B6182A5}" srcOrd="0" destOrd="0" parTransId="{FC8F53B6-F893-4998-9813-9DD1379ED1EE}" sibTransId="{7167C533-3BD9-4CC3-99E5-4F32354FDD77}"/>
    <dgm:cxn modelId="{B01C1CC2-6950-40CA-AE92-3136636357DD}" srcId="{DCFB489A-9626-41B9-86C8-E6E2967F4C6D}" destId="{3949A484-852D-45CA-9ED5-14F548CCD019}" srcOrd="3" destOrd="0" parTransId="{97E3AB98-62DF-4965-9CFD-8B91BA93E79C}" sibTransId="{0D3102BC-7C71-4B97-8A75-90DBAA44F95D}"/>
    <dgm:cxn modelId="{AB1F21A1-2661-4BA3-85E1-0973516947D8}" type="presOf" srcId="{B5AF9E4F-18A5-4A6D-BFFD-C6F4C4B5EC40}" destId="{6BB75624-4124-46AA-8549-59C27F7B60A1}" srcOrd="0" destOrd="1" presId="urn:microsoft.com/office/officeart/2005/8/layout/default"/>
    <dgm:cxn modelId="{CAC6F8EC-3E5E-4A83-A394-D8387ABEACDB}" type="presOf" srcId="{DCFB489A-9626-41B9-86C8-E6E2967F4C6D}" destId="{FE71BA60-C58C-4F6C-82BF-AB3521C471F6}" srcOrd="0" destOrd="0" presId="urn:microsoft.com/office/officeart/2005/8/layout/default"/>
    <dgm:cxn modelId="{A8E5C86A-B7D8-4593-BD2E-24842C5D2427}" type="presOf" srcId="{B5331BC8-20EE-46F0-8006-B02950121D03}" destId="{6BB75624-4124-46AA-8549-59C27F7B60A1}" srcOrd="0" destOrd="0" presId="urn:microsoft.com/office/officeart/2005/8/layout/default"/>
    <dgm:cxn modelId="{4CEBF79F-3D73-44FD-B9F3-BB340254BB46}" srcId="{DCFB489A-9626-41B9-86C8-E6E2967F4C6D}" destId="{B5331BC8-20EE-46F0-8006-B02950121D03}" srcOrd="6" destOrd="0" parTransId="{666A8515-2FB0-4FFC-8885-4DE234C5FBAF}" sibTransId="{A2DC9CD2-1A20-405C-A85C-465D76434DFB}"/>
    <dgm:cxn modelId="{04D31967-32FC-431A-A7B0-6771EC7E5836}" type="presOf" srcId="{7CA47EC2-73F2-4A82-97C2-3BD8C9F9175D}" destId="{AF1CF23B-6D9E-4EF8-AB23-4F8DF867062C}" srcOrd="0" destOrd="1" presId="urn:microsoft.com/office/officeart/2005/8/layout/default"/>
    <dgm:cxn modelId="{666391D6-7EC4-4361-BBE6-CFE5CE6559EF}" type="presOf" srcId="{EC4207A0-F0EB-41F9-863C-E96C759412DA}" destId="{B42F92D2-BA6F-4510-B435-2B82D3E1F1E8}" srcOrd="0" destOrd="0" presId="urn:microsoft.com/office/officeart/2005/8/layout/default"/>
    <dgm:cxn modelId="{EBA76F43-8513-4744-B631-851DC24AE052}" type="presOf" srcId="{A0504F20-EB50-43E1-9FC4-49FD4F35B1AC}" destId="{A950AF24-C37F-4CB4-B1CE-517B7E6EA903}" srcOrd="0" destOrd="0" presId="urn:microsoft.com/office/officeart/2005/8/layout/default"/>
    <dgm:cxn modelId="{4F99253E-323B-44FD-AA33-BAE86AA7BD5C}" type="presParOf" srcId="{FE71BA60-C58C-4F6C-82BF-AB3521C471F6}" destId="{FC36CA8D-ABD3-47EE-8E9C-FF279B35DDC3}" srcOrd="0" destOrd="0" presId="urn:microsoft.com/office/officeart/2005/8/layout/default"/>
    <dgm:cxn modelId="{1A2C91E9-C671-4AAD-ADF2-B140AC68E0A5}" type="presParOf" srcId="{FE71BA60-C58C-4F6C-82BF-AB3521C471F6}" destId="{3F8D77CB-2C24-438C-97C5-9C025EA8DF78}" srcOrd="1" destOrd="0" presId="urn:microsoft.com/office/officeart/2005/8/layout/default"/>
    <dgm:cxn modelId="{8B4F680C-CC51-4C98-A099-5BB1D77FA8AD}" type="presParOf" srcId="{FE71BA60-C58C-4F6C-82BF-AB3521C471F6}" destId="{E740CE3D-C3A7-4704-A7D4-7DF5A4DC0D4E}" srcOrd="2" destOrd="0" presId="urn:microsoft.com/office/officeart/2005/8/layout/default"/>
    <dgm:cxn modelId="{431BD0D0-D6C8-4780-ABC9-D5F5DE0F99C8}" type="presParOf" srcId="{FE71BA60-C58C-4F6C-82BF-AB3521C471F6}" destId="{E96A4096-5524-41F7-B2C4-75426788EE54}" srcOrd="3" destOrd="0" presId="urn:microsoft.com/office/officeart/2005/8/layout/default"/>
    <dgm:cxn modelId="{1B5AC80B-821F-48E6-B35B-7B6DEB1396FF}" type="presParOf" srcId="{FE71BA60-C58C-4F6C-82BF-AB3521C471F6}" destId="{B42F92D2-BA6F-4510-B435-2B82D3E1F1E8}" srcOrd="4" destOrd="0" presId="urn:microsoft.com/office/officeart/2005/8/layout/default"/>
    <dgm:cxn modelId="{E3B49D56-A0DC-42CE-82B4-CDD239BD9322}" type="presParOf" srcId="{FE71BA60-C58C-4F6C-82BF-AB3521C471F6}" destId="{758CC48A-06D4-4AFB-83C6-87CD98A242A6}" srcOrd="5" destOrd="0" presId="urn:microsoft.com/office/officeart/2005/8/layout/default"/>
    <dgm:cxn modelId="{3F6ABD3A-D8B7-4AFE-A9F4-B952881D8564}" type="presParOf" srcId="{FE71BA60-C58C-4F6C-82BF-AB3521C471F6}" destId="{AF1CF23B-6D9E-4EF8-AB23-4F8DF867062C}" srcOrd="6" destOrd="0" presId="urn:microsoft.com/office/officeart/2005/8/layout/default"/>
    <dgm:cxn modelId="{FB9FB297-FD1B-4849-AE4C-952D1D7FD5E5}" type="presParOf" srcId="{FE71BA60-C58C-4F6C-82BF-AB3521C471F6}" destId="{B15A1995-FBCB-43ED-847E-0C9D165ABF33}" srcOrd="7" destOrd="0" presId="urn:microsoft.com/office/officeart/2005/8/layout/default"/>
    <dgm:cxn modelId="{ED9D5AB9-BEED-47B3-A9ED-D1AF970BFF2C}" type="presParOf" srcId="{FE71BA60-C58C-4F6C-82BF-AB3521C471F6}" destId="{E6C033FC-FAEA-4FD7-B5D0-7E95BABC951B}" srcOrd="8" destOrd="0" presId="urn:microsoft.com/office/officeart/2005/8/layout/default"/>
    <dgm:cxn modelId="{2C2A8047-64FA-4975-A917-457C50D0EBF7}" type="presParOf" srcId="{FE71BA60-C58C-4F6C-82BF-AB3521C471F6}" destId="{6055EF30-79CD-4DF7-82BE-72B07191ECBC}" srcOrd="9" destOrd="0" presId="urn:microsoft.com/office/officeart/2005/8/layout/default"/>
    <dgm:cxn modelId="{36703184-5A81-4EED-BEDE-BE898E148A7A}" type="presParOf" srcId="{FE71BA60-C58C-4F6C-82BF-AB3521C471F6}" destId="{45333BDF-5B8E-4431-A6DD-D453EC7D9F17}" srcOrd="10" destOrd="0" presId="urn:microsoft.com/office/officeart/2005/8/layout/default"/>
    <dgm:cxn modelId="{6D54031B-4C77-4ABB-9F89-729830967FB6}" type="presParOf" srcId="{FE71BA60-C58C-4F6C-82BF-AB3521C471F6}" destId="{26E3AF75-8A9A-4F93-8D50-874D7731F0E2}" srcOrd="11" destOrd="0" presId="urn:microsoft.com/office/officeart/2005/8/layout/default"/>
    <dgm:cxn modelId="{702BC756-4CBB-4ED5-99AF-1E4CE9BC6496}" type="presParOf" srcId="{FE71BA60-C58C-4F6C-82BF-AB3521C471F6}" destId="{6BB75624-4124-46AA-8549-59C27F7B60A1}" srcOrd="12" destOrd="0" presId="urn:microsoft.com/office/officeart/2005/8/layout/default"/>
    <dgm:cxn modelId="{744183BA-46C9-4220-BE11-4A0831ECA996}" type="presParOf" srcId="{FE71BA60-C58C-4F6C-82BF-AB3521C471F6}" destId="{D0068DE1-E550-48C0-AFBA-7CF9D265475C}" srcOrd="13" destOrd="0" presId="urn:microsoft.com/office/officeart/2005/8/layout/default"/>
    <dgm:cxn modelId="{FDF4F70A-6AFC-4CD5-9E2C-981520184B54}" type="presParOf" srcId="{FE71BA60-C58C-4F6C-82BF-AB3521C471F6}" destId="{3EEA4852-2250-4592-812A-A7B601A1E46D}" srcOrd="14" destOrd="0" presId="urn:microsoft.com/office/officeart/2005/8/layout/default"/>
    <dgm:cxn modelId="{5F330361-64F5-4EA3-B9D0-A6A548FC82F5}" type="presParOf" srcId="{FE71BA60-C58C-4F6C-82BF-AB3521C471F6}" destId="{DC3E74A5-4F94-4C1C-9696-FD14603EBB5A}" srcOrd="15" destOrd="0" presId="urn:microsoft.com/office/officeart/2005/8/layout/default"/>
    <dgm:cxn modelId="{B56FA9BE-CCA4-4699-9E20-6EF5BDA9CD6D}" type="presParOf" srcId="{FE71BA60-C58C-4F6C-82BF-AB3521C471F6}" destId="{A950AF24-C37F-4CB4-B1CE-517B7E6EA903}" srcOrd="16" destOrd="0" presId="urn:microsoft.com/office/officeart/2005/8/layout/default"/>
    <dgm:cxn modelId="{2C522129-C253-4DCC-9B7E-FA3430728570}" type="presParOf" srcId="{FE71BA60-C58C-4F6C-82BF-AB3521C471F6}" destId="{81C842B7-51FF-4B82-B610-15FD6EC4D8F7}" srcOrd="17" destOrd="0" presId="urn:microsoft.com/office/officeart/2005/8/layout/default"/>
    <dgm:cxn modelId="{35543FD3-1830-4CA3-9A38-77378B51789D}" type="presParOf" srcId="{FE71BA60-C58C-4F6C-82BF-AB3521C471F6}" destId="{E3D8C887-891A-4D0E-9EB1-129C6235EAD7}" srcOrd="18" destOrd="0" presId="urn:microsoft.com/office/officeart/2005/8/layout/default"/>
    <dgm:cxn modelId="{95911D81-BCC4-4B4C-8353-85487D94187D}" type="presParOf" srcId="{FE71BA60-C58C-4F6C-82BF-AB3521C471F6}" destId="{612C0B67-4888-439F-9C43-777E5245DFBD}" srcOrd="19" destOrd="0" presId="urn:microsoft.com/office/officeart/2005/8/layout/default"/>
    <dgm:cxn modelId="{D2B9CE89-E6B6-4C0B-B79D-F71928EFAEDE}" type="presParOf" srcId="{FE71BA60-C58C-4F6C-82BF-AB3521C471F6}" destId="{73E1E36E-3F0D-4F1F-960C-BC66957716EA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F6DCA-CA2E-C3C9-5077-B380524D7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Sen-220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14B93FF-B20F-85AF-8F17-B9B8FC80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Functional and 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9781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B3AC8B-299C-2D40-F5FF-19A0296C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158E52-00EA-8113-B435-DD623F0E6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that are well thought through and clearly documented are essential to any successful software engineering project. </a:t>
            </a:r>
          </a:p>
          <a:p>
            <a:r>
              <a:rPr lang="en-US" dirty="0"/>
              <a:t>There are two main different types of system requirements that should be gathered by those working on software projects. </a:t>
            </a:r>
          </a:p>
          <a:p>
            <a:r>
              <a:rPr lang="en-US" dirty="0"/>
              <a:t>System requirements can be categorized as either functional requirements or non-functional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116441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CFB449-2EAB-F1F9-6203-44F1157D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Functional Requirements?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DED9CB-C23C-BCDB-EDB1-82661718D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“</a:t>
            </a:r>
            <a:r>
              <a:rPr lang="en-US" b="0" i="1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Any Requirement Which Specifies </a:t>
            </a:r>
            <a:r>
              <a:rPr lang="en-US" b="1" i="1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What The System Should Do.</a:t>
            </a:r>
            <a:r>
              <a:rPr lang="en-US" b="1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”</a:t>
            </a:r>
            <a:endParaRPr lang="en-US" b="0" i="0" dirty="0">
              <a:solidFill>
                <a:srgbClr val="454545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In other words</a:t>
            </a:r>
            <a:r>
              <a:rPr lang="en-US" dirty="0">
                <a:solidFill>
                  <a:srgbClr val="454545"/>
                </a:solidFill>
                <a:latin typeface="Roboto" panose="02000000000000000000" pitchFamily="2" charset="0"/>
              </a:rPr>
              <a:t>, t</a:t>
            </a:r>
            <a:r>
              <a:rPr lang="en-US" b="0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hey are specific functionalities or actions that the system must perform, for example: “Send email when a new customer signs up” or “Open a new account”.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47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167DD064-4520-FD96-90B8-27D7DE7D0F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528925"/>
              </p:ext>
            </p:extLst>
          </p:nvPr>
        </p:nvGraphicFramePr>
        <p:xfrm>
          <a:off x="533400" y="581025"/>
          <a:ext cx="11077575" cy="6076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69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AC8984-679A-A347-43D8-C685C864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BE69E9-A813-6138-CF02-9625503D3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57655"/>
          </a:xfrm>
        </p:spPr>
        <p:txBody>
          <a:bodyPr>
            <a:norm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After the category button is pressed, three options are displayed namely Man, Woman, and Kids.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product most sold will be displayed on top of the dashboard.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skip button will end the 5 sec advertisement.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Authentication of a user when he/she tries to log into the system.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System shutdown in the case of a cyber attack.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Verification email is sent to user whenever he/she registers for the first time on some software system.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background color for all windows in the application will be blue and have a hexadecimal RGB color value of 0x0000FF.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Only Managerial level employees have the right to view revenue data.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software system should be integrated with banking API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software system should pass Section 508 accessibility requirement.</a:t>
            </a:r>
          </a:p>
        </p:txBody>
      </p:sp>
    </p:spTree>
    <p:extLst>
      <p:ext uri="{BB962C8B-B14F-4D97-AF65-F5344CB8AC3E}">
        <p14:creationId xmlns:p14="http://schemas.microsoft.com/office/powerpoint/2010/main" val="408738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1A8FFF-F8E3-D4D0-0C3C-CAC2910F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non-functional requirements?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5D80F5-C92C-C927-3625-FAB4789A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“</a:t>
            </a:r>
            <a:r>
              <a:rPr lang="en-US" b="0" i="1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Any Requirement That Specifies </a:t>
            </a:r>
            <a:r>
              <a:rPr lang="en-US" b="1" i="1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How</a:t>
            </a:r>
            <a:r>
              <a:rPr lang="en-US" b="0" i="1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 The System Performs A Certain Function.</a:t>
            </a:r>
            <a:r>
              <a:rPr lang="en-US" b="0" i="0" dirty="0">
                <a:solidFill>
                  <a:srgbClr val="454545"/>
                </a:solidFill>
                <a:effectLst/>
                <a:latin typeface="Roboto" panose="02000000000000000000" pitchFamily="2" charset="0"/>
              </a:rPr>
              <a:t>”</a:t>
            </a:r>
          </a:p>
          <a:p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Non-functional requirements do not have an impact on the functionality of the system but they do impact on how it will perform. In short, non-functional requirements are all about system usability.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32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672D3EC-0038-68C0-3AD1-4C6DDB624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904501"/>
              </p:ext>
            </p:extLst>
          </p:nvPr>
        </p:nvGraphicFramePr>
        <p:xfrm>
          <a:off x="571500" y="692458"/>
          <a:ext cx="11084881" cy="588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323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Non Functional Requirement</a:t>
            </a:r>
            <a:endParaRPr lang="en-US" dirty="0"/>
          </a:p>
        </p:txBody>
      </p:sp>
      <p:pic>
        <p:nvPicPr>
          <p:cNvPr id="4" name="Content Placeholder 3" descr="4.3 Non-functionalReq.eps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lc="http://schemas.openxmlformats.org/drawingml/2006/lockedCanvas"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601073" y="1530797"/>
            <a:ext cx="8534599" cy="478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2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8BA3FE-1B7D-819C-62FC-A4115D7C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68729A-BCAA-2244-0BDA-1BA27B600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66533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767676"/>
                </a:solidFill>
                <a:effectLst/>
                <a:latin typeface="NeueHaasUnicaW1G"/>
              </a:rPr>
              <a:t>Speed</a:t>
            </a:r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 – how fast the system performs certain activities.</a:t>
            </a:r>
          </a:p>
          <a:p>
            <a:pPr algn="l"/>
            <a:r>
              <a:rPr lang="en-US" b="1" i="0" dirty="0">
                <a:solidFill>
                  <a:srgbClr val="767676"/>
                </a:solidFill>
                <a:effectLst/>
                <a:latin typeface="NeueHaasUnicaW1G"/>
              </a:rPr>
              <a:t>Availability</a:t>
            </a:r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 – for how much of the time the system is available e.g. does it operate overnight, or every day of the year, or not.</a:t>
            </a:r>
          </a:p>
          <a:p>
            <a:pPr algn="l"/>
            <a:r>
              <a:rPr lang="en-US" b="1" i="0" dirty="0">
                <a:solidFill>
                  <a:srgbClr val="767676"/>
                </a:solidFill>
                <a:effectLst/>
                <a:latin typeface="NeueHaasUnicaW1G"/>
              </a:rPr>
              <a:t>Capacity</a:t>
            </a:r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 – what the limits are of what the system is able to handle.</a:t>
            </a:r>
          </a:p>
          <a:p>
            <a:pPr algn="l"/>
            <a:r>
              <a:rPr lang="en-US" b="1" i="0" dirty="0">
                <a:solidFill>
                  <a:srgbClr val="767676"/>
                </a:solidFill>
                <a:effectLst/>
                <a:latin typeface="NeueHaasUnicaW1G"/>
              </a:rPr>
              <a:t>Reliability</a:t>
            </a:r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 – how dependable the system is.</a:t>
            </a:r>
          </a:p>
          <a:p>
            <a:pPr algn="l"/>
            <a:r>
              <a:rPr lang="en-US" b="1" i="0" dirty="0">
                <a:solidFill>
                  <a:srgbClr val="767676"/>
                </a:solidFill>
                <a:effectLst/>
                <a:latin typeface="NeueHaasUnicaW1G"/>
              </a:rPr>
              <a:t>Usability</a:t>
            </a:r>
            <a:r>
              <a:rPr lang="en-US" b="0" i="0" dirty="0">
                <a:solidFill>
                  <a:srgbClr val="767676"/>
                </a:solidFill>
                <a:effectLst/>
                <a:latin typeface="NeueHaasUnicaW1G"/>
              </a:rPr>
              <a:t> – how easy the system is to use for the customer or end user. </a:t>
            </a:r>
          </a:p>
          <a:p>
            <a:pPr algn="l"/>
            <a:endParaRPr lang="en-US" b="0" i="0" dirty="0">
              <a:solidFill>
                <a:srgbClr val="767676"/>
              </a:solidFill>
              <a:effectLst/>
              <a:latin typeface="NeueHaasUnicaW1G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57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E7ED5-9FAC-9E0D-71C6-AAED2133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4A5396-2729-46C7-3882-2442D08F4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000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Modified data in a database should be updated for all users accessing it within 2 seconds.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Emails should be sent with a latency of no greater than 12 hours.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Each request should be processed within 10 seconds.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454545"/>
                </a:solidFill>
                <a:effectLst/>
                <a:latin typeface="inherit"/>
              </a:rPr>
              <a:t>The site should load in 3 seconds when the number of simultaneous users are &gt; 10000</a:t>
            </a:r>
            <a:endParaRPr lang="en-US" b="0" i="0" dirty="0">
              <a:solidFill>
                <a:srgbClr val="222222"/>
              </a:solidFill>
              <a:effectLst/>
              <a:latin typeface="inherit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Users must change the initially assigned login password immediately after the first successful login. Moreover, the initial should never be reused.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Employees never allowed to update their salary information. Such attempt should be reported to the security administrator.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A website should be capable enough to handle 20 million users without affecting its performance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The software should be portable. So moving from one OS to other OS does not create any problem.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inherit"/>
              </a:rPr>
              <a:t>Privacy of information, the export of restricted technologies, intellectual property rights, etc. should be audited.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0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for functional &amp; non-functional Requirements</a:t>
            </a:r>
            <a:endParaRPr lang="en-US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25" b="28249"/>
          <a:stretch/>
        </p:blipFill>
        <p:spPr>
          <a:xfrm>
            <a:off x="612307" y="2266682"/>
            <a:ext cx="11154564" cy="350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3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for functional &amp; non-functional Requirements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59" b="3865"/>
          <a:stretch/>
        </p:blipFill>
        <p:spPr>
          <a:xfrm>
            <a:off x="871044" y="1944710"/>
            <a:ext cx="10495864" cy="4031087"/>
          </a:xfrm>
        </p:spPr>
      </p:pic>
    </p:spTree>
    <p:extLst>
      <p:ext uri="{BB962C8B-B14F-4D97-AF65-F5344CB8AC3E}">
        <p14:creationId xmlns:p14="http://schemas.microsoft.com/office/powerpoint/2010/main" val="1218862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for functional &amp; non-functional Requirements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5" b="-1"/>
          <a:stretch/>
        </p:blipFill>
        <p:spPr bwMode="auto">
          <a:xfrm>
            <a:off x="0" y="1673628"/>
            <a:ext cx="12192000" cy="5184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630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83AB8F-E8EB-2D98-ECCB-B4BF6F7C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4AE8E2-3185-1C44-FE5C-790945DA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10 functional requirements of an Online Food Ordering Website.</a:t>
            </a:r>
          </a:p>
          <a:p>
            <a:r>
              <a:rPr lang="en-US" dirty="0"/>
              <a:t>Write 10 non-functional requirements of an Online Food Ordering Website.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5601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77</TotalTime>
  <Words>937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Gill Sans MT</vt:lpstr>
      <vt:lpstr>inherit</vt:lpstr>
      <vt:lpstr>NeueHaasUnicaW1G</vt:lpstr>
      <vt:lpstr>Roboto</vt:lpstr>
      <vt:lpstr>Wingdings 2</vt:lpstr>
      <vt:lpstr>Dividend</vt:lpstr>
      <vt:lpstr>Sen-220 software engineering</vt:lpstr>
      <vt:lpstr>Requirements</vt:lpstr>
      <vt:lpstr>What are Functional Requirements?</vt:lpstr>
      <vt:lpstr>PowerPoint Presentation</vt:lpstr>
      <vt:lpstr>Functional Requirements Example:</vt:lpstr>
      <vt:lpstr>What are non-functional requirements?</vt:lpstr>
      <vt:lpstr>PowerPoint Presentation</vt:lpstr>
      <vt:lpstr>Types of Non Functional Requirement</vt:lpstr>
      <vt:lpstr>NON-Functional Requirements Example:</vt:lpstr>
      <vt:lpstr>NON-Functional Requirements Example:</vt:lpstr>
      <vt:lpstr>Example for functional &amp; non-functional Requirements</vt:lpstr>
      <vt:lpstr>Example for functional &amp; non-functional Requirements</vt:lpstr>
      <vt:lpstr>Example for functional &amp; non-functional Requirements</vt:lpstr>
      <vt:lpstr>ACTIVITY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Sen-220 software engineering</dc:title>
  <dc:creator>Reema Qaiser BUKC</dc:creator>
  <cp:lastModifiedBy>BUKC</cp:lastModifiedBy>
  <cp:revision>14</cp:revision>
  <dcterms:created xsi:type="dcterms:W3CDTF">2022-11-30T05:33:13Z</dcterms:created>
  <dcterms:modified xsi:type="dcterms:W3CDTF">2024-10-17T04:21:44Z</dcterms:modified>
</cp:coreProperties>
</file>