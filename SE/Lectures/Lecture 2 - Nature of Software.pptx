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89" r:id="rId22"/>
    <p:sldId id="291" r:id="rId23"/>
    <p:sldId id="290" r:id="rId24"/>
    <p:sldId id="277" r:id="rId25"/>
    <p:sldId id="278" r:id="rId26"/>
    <p:sldId id="280" r:id="rId27"/>
    <p:sldId id="282" r:id="rId28"/>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714"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46531" y="457200"/>
            <a:ext cx="3703320" cy="94615"/>
          </a:xfrm>
          <a:custGeom>
            <a:avLst/>
            <a:gdLst/>
            <a:ahLst/>
            <a:cxnLst/>
            <a:rect l="l" t="t" r="r" b="b"/>
            <a:pathLst>
              <a:path w="3703320" h="94615">
                <a:moveTo>
                  <a:pt x="3703320" y="0"/>
                </a:moveTo>
                <a:lnTo>
                  <a:pt x="0" y="0"/>
                </a:lnTo>
                <a:lnTo>
                  <a:pt x="0" y="94487"/>
                </a:lnTo>
                <a:lnTo>
                  <a:pt x="3703320" y="94487"/>
                </a:lnTo>
                <a:lnTo>
                  <a:pt x="3703320" y="0"/>
                </a:lnTo>
                <a:close/>
              </a:path>
            </a:pathLst>
          </a:custGeom>
          <a:solidFill>
            <a:srgbClr val="366657"/>
          </a:solidFill>
        </p:spPr>
        <p:txBody>
          <a:bodyPr wrap="square" lIns="0" tIns="0" rIns="0" bIns="0" rtlCol="0"/>
          <a:lstStyle/>
          <a:p>
            <a:endParaRPr/>
          </a:p>
        </p:txBody>
      </p:sp>
      <p:sp>
        <p:nvSpPr>
          <p:cNvPr id="17" name="bg object 17"/>
          <p:cNvSpPr/>
          <p:nvPr/>
        </p:nvSpPr>
        <p:spPr>
          <a:xfrm>
            <a:off x="8042147" y="454151"/>
            <a:ext cx="3703320" cy="97790"/>
          </a:xfrm>
          <a:custGeom>
            <a:avLst/>
            <a:gdLst/>
            <a:ahLst/>
            <a:cxnLst/>
            <a:rect l="l" t="t" r="r" b="b"/>
            <a:pathLst>
              <a:path w="3703320" h="97790">
                <a:moveTo>
                  <a:pt x="3703320" y="0"/>
                </a:moveTo>
                <a:lnTo>
                  <a:pt x="0" y="0"/>
                </a:lnTo>
                <a:lnTo>
                  <a:pt x="0" y="97536"/>
                </a:lnTo>
                <a:lnTo>
                  <a:pt x="3703320" y="97536"/>
                </a:lnTo>
                <a:lnTo>
                  <a:pt x="3703320" y="0"/>
                </a:lnTo>
                <a:close/>
              </a:path>
            </a:pathLst>
          </a:custGeom>
          <a:solidFill>
            <a:srgbClr val="959FA7"/>
          </a:solidFill>
        </p:spPr>
        <p:txBody>
          <a:bodyPr wrap="square" lIns="0" tIns="0" rIns="0" bIns="0" rtlCol="0"/>
          <a:lstStyle/>
          <a:p>
            <a:endParaRPr/>
          </a:p>
        </p:txBody>
      </p:sp>
      <p:sp>
        <p:nvSpPr>
          <p:cNvPr id="18" name="bg object 18"/>
          <p:cNvSpPr/>
          <p:nvPr/>
        </p:nvSpPr>
        <p:spPr>
          <a:xfrm>
            <a:off x="4241291" y="457200"/>
            <a:ext cx="3703320" cy="91440"/>
          </a:xfrm>
          <a:custGeom>
            <a:avLst/>
            <a:gdLst/>
            <a:ahLst/>
            <a:cxnLst/>
            <a:rect l="l" t="t" r="r" b="b"/>
            <a:pathLst>
              <a:path w="3703320" h="91440">
                <a:moveTo>
                  <a:pt x="3703319" y="0"/>
                </a:moveTo>
                <a:lnTo>
                  <a:pt x="0" y="0"/>
                </a:lnTo>
                <a:lnTo>
                  <a:pt x="0" y="91439"/>
                </a:lnTo>
                <a:lnTo>
                  <a:pt x="3703319" y="91439"/>
                </a:lnTo>
                <a:lnTo>
                  <a:pt x="3703319" y="0"/>
                </a:lnTo>
                <a:close/>
              </a:path>
            </a:pathLst>
          </a:custGeom>
          <a:solidFill>
            <a:srgbClr val="8BB649"/>
          </a:solidFill>
        </p:spPr>
        <p:txBody>
          <a:bodyPr wrap="square" lIns="0" tIns="0" rIns="0" bIns="0" rtlCol="0"/>
          <a:lstStyle/>
          <a:p>
            <a:endParaRPr/>
          </a:p>
        </p:txBody>
      </p:sp>
      <p:sp>
        <p:nvSpPr>
          <p:cNvPr id="2" name="Holder 2"/>
          <p:cNvSpPr>
            <a:spLocks noGrp="1"/>
          </p:cNvSpPr>
          <p:nvPr>
            <p:ph type="title"/>
          </p:nvPr>
        </p:nvSpPr>
        <p:spPr>
          <a:xfrm>
            <a:off x="440436" y="614172"/>
            <a:ext cx="11311127" cy="1190625"/>
          </a:xfrm>
          <a:prstGeom prst="rect">
            <a:avLst/>
          </a:prstGeom>
        </p:spPr>
        <p:txBody>
          <a:bodyPr wrap="square" lIns="0" tIns="0" rIns="0" bIns="0">
            <a:spAutoFit/>
          </a:bodyPr>
          <a:lstStyle>
            <a:lvl1pPr>
              <a:defRPr sz="2800" b="0" i="0">
                <a:solidFill>
                  <a:schemeClr val="bg1"/>
                </a:solidFill>
                <a:latin typeface="Trebuchet MS"/>
                <a:cs typeface="Trebuchet MS"/>
              </a:defRPr>
            </a:lvl1pPr>
          </a:lstStyle>
          <a:p>
            <a:endParaRPr/>
          </a:p>
        </p:txBody>
      </p:sp>
      <p:sp>
        <p:nvSpPr>
          <p:cNvPr id="3" name="Holder 3"/>
          <p:cNvSpPr>
            <a:spLocks noGrp="1"/>
          </p:cNvSpPr>
          <p:nvPr>
            <p:ph type="body" idx="1"/>
          </p:nvPr>
        </p:nvSpPr>
        <p:spPr>
          <a:xfrm>
            <a:off x="659993" y="3044444"/>
            <a:ext cx="10872012" cy="193421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9993" y="1747089"/>
            <a:ext cx="7174865" cy="1219835"/>
          </a:xfrm>
          <a:prstGeom prst="rect">
            <a:avLst/>
          </a:prstGeom>
        </p:spPr>
        <p:txBody>
          <a:bodyPr vert="horz" wrap="square" lIns="0" tIns="135890" rIns="0" bIns="0" rtlCol="0">
            <a:spAutoFit/>
          </a:bodyPr>
          <a:lstStyle/>
          <a:p>
            <a:pPr marL="12700">
              <a:lnSpc>
                <a:spcPct val="100000"/>
              </a:lnSpc>
              <a:spcBef>
                <a:spcPts val="1070"/>
              </a:spcBef>
            </a:pPr>
            <a:r>
              <a:rPr sz="3600" spc="-20" dirty="0">
                <a:solidFill>
                  <a:srgbClr val="366657"/>
                </a:solidFill>
              </a:rPr>
              <a:t>SEN-220</a:t>
            </a:r>
            <a:r>
              <a:rPr sz="3600" spc="-110" dirty="0">
                <a:solidFill>
                  <a:srgbClr val="366657"/>
                </a:solidFill>
              </a:rPr>
              <a:t> </a:t>
            </a:r>
            <a:r>
              <a:rPr sz="3600" spc="120" dirty="0">
                <a:solidFill>
                  <a:srgbClr val="366657"/>
                </a:solidFill>
              </a:rPr>
              <a:t>SOFTWARE</a:t>
            </a:r>
            <a:r>
              <a:rPr sz="3600" spc="-114" dirty="0">
                <a:solidFill>
                  <a:srgbClr val="366657"/>
                </a:solidFill>
              </a:rPr>
              <a:t> </a:t>
            </a:r>
            <a:r>
              <a:rPr sz="3600" spc="135" dirty="0">
                <a:solidFill>
                  <a:srgbClr val="366657"/>
                </a:solidFill>
              </a:rPr>
              <a:t>ENGINEERING</a:t>
            </a:r>
            <a:endParaRPr sz="3600"/>
          </a:p>
          <a:p>
            <a:pPr marL="12700">
              <a:lnSpc>
                <a:spcPct val="100000"/>
              </a:lnSpc>
              <a:spcBef>
                <a:spcPts val="755"/>
              </a:spcBef>
            </a:pPr>
            <a:r>
              <a:rPr spc="55" dirty="0">
                <a:solidFill>
                  <a:srgbClr val="8BB649"/>
                </a:solidFill>
              </a:rPr>
              <a:t>THE</a:t>
            </a:r>
            <a:r>
              <a:rPr spc="-85" dirty="0">
                <a:solidFill>
                  <a:srgbClr val="8BB649"/>
                </a:solidFill>
              </a:rPr>
              <a:t> </a:t>
            </a:r>
            <a:r>
              <a:rPr spc="85" dirty="0">
                <a:solidFill>
                  <a:srgbClr val="8BB649"/>
                </a:solidFill>
              </a:rPr>
              <a:t>NATURE</a:t>
            </a:r>
            <a:r>
              <a:rPr spc="-80" dirty="0">
                <a:solidFill>
                  <a:srgbClr val="8BB649"/>
                </a:solidFill>
              </a:rPr>
              <a:t> </a:t>
            </a:r>
            <a:r>
              <a:rPr spc="125" dirty="0">
                <a:solidFill>
                  <a:srgbClr val="8BB649"/>
                </a:solidFill>
              </a:rPr>
              <a:t>OF</a:t>
            </a:r>
            <a:r>
              <a:rPr spc="-80" dirty="0">
                <a:solidFill>
                  <a:srgbClr val="8BB649"/>
                </a:solidFill>
              </a:rPr>
              <a:t> </a:t>
            </a:r>
            <a:r>
              <a:rPr spc="85" dirty="0">
                <a:solidFill>
                  <a:srgbClr val="8BB649"/>
                </a:solidFill>
              </a:rPr>
              <a:t>SOFTWARE</a:t>
            </a:r>
          </a:p>
        </p:txBody>
      </p:sp>
      <p:sp>
        <p:nvSpPr>
          <p:cNvPr id="3" name="object 3"/>
          <p:cNvSpPr txBox="1"/>
          <p:nvPr/>
        </p:nvSpPr>
        <p:spPr>
          <a:xfrm>
            <a:off x="446531" y="3086100"/>
            <a:ext cx="11262360" cy="3304540"/>
          </a:xfrm>
          <a:prstGeom prst="rect">
            <a:avLst/>
          </a:prstGeom>
          <a:solidFill>
            <a:srgbClr val="366657"/>
          </a:solidFill>
        </p:spPr>
        <p:txBody>
          <a:bodyPr vert="horz" wrap="square" lIns="0" tIns="0" rIns="0" bIns="0" rtlCol="0">
            <a:spAutoFit/>
          </a:bodyPr>
          <a:lstStyle/>
          <a:p>
            <a:pPr>
              <a:lnSpc>
                <a:spcPct val="100000"/>
              </a:lnSpc>
            </a:pPr>
            <a:endParaRPr sz="2300" dirty="0">
              <a:latin typeface="Times New Roman"/>
              <a:cs typeface="Times New Roman"/>
            </a:endParaRPr>
          </a:p>
          <a:p>
            <a:pPr>
              <a:lnSpc>
                <a:spcPct val="100000"/>
              </a:lnSpc>
            </a:pPr>
            <a:endParaRPr sz="2300" dirty="0">
              <a:latin typeface="Times New Roman"/>
              <a:cs typeface="Times New Roman"/>
            </a:endParaRPr>
          </a:p>
          <a:p>
            <a:pPr>
              <a:lnSpc>
                <a:spcPct val="100000"/>
              </a:lnSpc>
            </a:pPr>
            <a:endParaRPr sz="2300" dirty="0">
              <a:latin typeface="Times New Roman"/>
              <a:cs typeface="Times New Roman"/>
            </a:endParaRPr>
          </a:p>
          <a:p>
            <a:pPr>
              <a:lnSpc>
                <a:spcPct val="100000"/>
              </a:lnSpc>
            </a:pPr>
            <a:endParaRPr sz="2300" dirty="0">
              <a:latin typeface="Times New Roman"/>
              <a:cs typeface="Times New Roman"/>
            </a:endParaRPr>
          </a:p>
          <a:p>
            <a:pPr>
              <a:lnSpc>
                <a:spcPct val="100000"/>
              </a:lnSpc>
            </a:pPr>
            <a:endParaRPr sz="2300" dirty="0">
              <a:latin typeface="Times New Roman"/>
              <a:cs typeface="Times New Roman"/>
            </a:endParaRPr>
          </a:p>
          <a:p>
            <a:pPr>
              <a:lnSpc>
                <a:spcPct val="100000"/>
              </a:lnSpc>
            </a:pPr>
            <a:endParaRPr sz="2300" dirty="0">
              <a:latin typeface="Times New Roman"/>
              <a:cs typeface="Times New Roman"/>
            </a:endParaRPr>
          </a:p>
          <a:p>
            <a:pPr>
              <a:lnSpc>
                <a:spcPct val="100000"/>
              </a:lnSpc>
            </a:pPr>
            <a:endParaRPr sz="2300" dirty="0">
              <a:latin typeface="Times New Roman"/>
              <a:cs typeface="Times New Roman"/>
            </a:endParaRPr>
          </a:p>
          <a:p>
            <a:pPr>
              <a:lnSpc>
                <a:spcPct val="100000"/>
              </a:lnSpc>
            </a:pPr>
            <a:endParaRPr sz="3050" dirty="0">
              <a:latin typeface="Times New Roman"/>
              <a:cs typeface="Times New Roman"/>
            </a:endParaRPr>
          </a:p>
          <a:p>
            <a:pPr marL="123825">
              <a:lnSpc>
                <a:spcPct val="100000"/>
              </a:lnSpc>
            </a:pPr>
            <a:endParaRPr sz="2000" dirty="0">
              <a:latin typeface="Trebuchet MS"/>
              <a:cs typeface="Trebuchet M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04800" y="614172"/>
            <a:ext cx="11729085" cy="6212205"/>
            <a:chOff x="304800" y="614172"/>
            <a:chExt cx="11729085" cy="6212205"/>
          </a:xfrm>
        </p:grpSpPr>
        <p:sp>
          <p:nvSpPr>
            <p:cNvPr id="3" name="object 3"/>
            <p:cNvSpPr/>
            <p:nvPr/>
          </p:nvSpPr>
          <p:spPr>
            <a:xfrm>
              <a:off x="440436" y="614172"/>
              <a:ext cx="11309985" cy="1190625"/>
            </a:xfrm>
            <a:custGeom>
              <a:avLst/>
              <a:gdLst/>
              <a:ahLst/>
              <a:cxnLst/>
              <a:rect l="l" t="t" r="r" b="b"/>
              <a:pathLst>
                <a:path w="11309985" h="1190625">
                  <a:moveTo>
                    <a:pt x="11309604" y="0"/>
                  </a:moveTo>
                  <a:lnTo>
                    <a:pt x="0" y="0"/>
                  </a:lnTo>
                  <a:lnTo>
                    <a:pt x="0" y="1190243"/>
                  </a:lnTo>
                  <a:lnTo>
                    <a:pt x="11309604" y="1190243"/>
                  </a:lnTo>
                  <a:lnTo>
                    <a:pt x="11309604" y="0"/>
                  </a:lnTo>
                  <a:close/>
                </a:path>
              </a:pathLst>
            </a:custGeom>
            <a:solidFill>
              <a:srgbClr val="366657"/>
            </a:solidFill>
          </p:spPr>
          <p:txBody>
            <a:bodyPr wrap="square" lIns="0" tIns="0" rIns="0" bIns="0" rtlCol="0"/>
            <a:lstStyle/>
            <a:p>
              <a:endParaRPr/>
            </a:p>
          </p:txBody>
        </p:sp>
        <p:pic>
          <p:nvPicPr>
            <p:cNvPr id="4" name="object 4"/>
            <p:cNvPicPr/>
            <p:nvPr/>
          </p:nvPicPr>
          <p:blipFill>
            <a:blip r:embed="rId2" cstate="print"/>
            <a:stretch>
              <a:fillRect/>
            </a:stretch>
          </p:blipFill>
          <p:spPr>
            <a:xfrm>
              <a:off x="304800" y="629410"/>
              <a:ext cx="11728704" cy="6196584"/>
            </a:xfrm>
            <a:prstGeom prst="rect">
              <a:avLst/>
            </a:prstGeom>
          </p:spPr>
        </p:pic>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125" dirty="0"/>
              <a:t>INT</a:t>
            </a:r>
            <a:r>
              <a:rPr spc="-110" dirty="0"/>
              <a:t>R</a:t>
            </a:r>
            <a:r>
              <a:rPr spc="260" dirty="0"/>
              <a:t>ODUC</a:t>
            </a:r>
            <a:r>
              <a:rPr spc="250" dirty="0"/>
              <a:t>T</a:t>
            </a:r>
            <a:r>
              <a:rPr spc="240" dirty="0"/>
              <a:t>ION</a:t>
            </a:r>
            <a:r>
              <a:rPr spc="-415" dirty="0"/>
              <a:t> </a:t>
            </a:r>
            <a:r>
              <a:rPr spc="-120" dirty="0"/>
              <a:t>T</a:t>
            </a:r>
            <a:r>
              <a:rPr spc="415" dirty="0"/>
              <a:t>O</a:t>
            </a:r>
            <a:r>
              <a:rPr spc="-70" dirty="0"/>
              <a:t> </a:t>
            </a:r>
            <a:r>
              <a:rPr spc="60" dirty="0"/>
              <a:t>SOFT</a:t>
            </a:r>
            <a:r>
              <a:rPr spc="295" dirty="0"/>
              <a:t>W</a:t>
            </a:r>
            <a:r>
              <a:rPr spc="55" dirty="0"/>
              <a:t>ARE</a:t>
            </a:r>
            <a:r>
              <a:rPr spc="-70" dirty="0"/>
              <a:t> </a:t>
            </a:r>
            <a:r>
              <a:rPr spc="75" dirty="0"/>
              <a:t>ENGINEE</a:t>
            </a:r>
            <a:r>
              <a:rPr spc="85" dirty="0"/>
              <a:t>R</a:t>
            </a:r>
            <a:r>
              <a:rPr spc="160" dirty="0"/>
              <a:t>ING</a:t>
            </a:r>
          </a:p>
        </p:txBody>
      </p:sp>
      <p:sp>
        <p:nvSpPr>
          <p:cNvPr id="3" name="object 3"/>
          <p:cNvSpPr txBox="1"/>
          <p:nvPr/>
        </p:nvSpPr>
        <p:spPr>
          <a:xfrm>
            <a:off x="659993" y="3383623"/>
            <a:ext cx="10743565" cy="1113155"/>
          </a:xfrm>
          <a:prstGeom prst="rect">
            <a:avLst/>
          </a:prstGeom>
        </p:spPr>
        <p:txBody>
          <a:bodyPr vert="horz" wrap="square" lIns="0" tIns="144145" rIns="0" bIns="0" rtlCol="0">
            <a:spAutoFit/>
          </a:bodyPr>
          <a:lstStyle/>
          <a:p>
            <a:pPr marL="318770" indent="-306705">
              <a:lnSpc>
                <a:spcPct val="100000"/>
              </a:lnSpc>
              <a:spcBef>
                <a:spcPts val="1135"/>
              </a:spcBef>
              <a:buClr>
                <a:srgbClr val="8BB649"/>
              </a:buClr>
              <a:buSzPct val="91666"/>
              <a:buFont typeface="Cambria"/>
              <a:buChar char="◾"/>
              <a:tabLst>
                <a:tab pos="318770" algn="l"/>
                <a:tab pos="319405" algn="l"/>
              </a:tabLst>
            </a:pPr>
            <a:r>
              <a:rPr sz="1800" spc="-10" dirty="0">
                <a:solidFill>
                  <a:srgbClr val="273139"/>
                </a:solidFill>
                <a:latin typeface="Calibri"/>
                <a:cs typeface="Calibri"/>
              </a:rPr>
              <a:t>Software</a:t>
            </a:r>
            <a:r>
              <a:rPr sz="1800" spc="15" dirty="0">
                <a:solidFill>
                  <a:srgbClr val="273139"/>
                </a:solidFill>
                <a:latin typeface="Calibri"/>
                <a:cs typeface="Calibri"/>
              </a:rPr>
              <a:t> </a:t>
            </a:r>
            <a:r>
              <a:rPr sz="1800" spc="-5" dirty="0">
                <a:solidFill>
                  <a:srgbClr val="273139"/>
                </a:solidFill>
                <a:latin typeface="Calibri"/>
                <a:cs typeface="Calibri"/>
              </a:rPr>
              <a:t>is</a:t>
            </a:r>
            <a:r>
              <a:rPr sz="1800" spc="10" dirty="0">
                <a:solidFill>
                  <a:srgbClr val="273139"/>
                </a:solidFill>
                <a:latin typeface="Calibri"/>
                <a:cs typeface="Calibri"/>
              </a:rPr>
              <a:t> </a:t>
            </a:r>
            <a:r>
              <a:rPr sz="1800" dirty="0">
                <a:solidFill>
                  <a:srgbClr val="273139"/>
                </a:solidFill>
                <a:latin typeface="Calibri"/>
                <a:cs typeface="Calibri"/>
              </a:rPr>
              <a:t>a</a:t>
            </a:r>
            <a:r>
              <a:rPr sz="1800" spc="10" dirty="0">
                <a:solidFill>
                  <a:srgbClr val="273139"/>
                </a:solidFill>
                <a:latin typeface="Calibri"/>
                <a:cs typeface="Calibri"/>
              </a:rPr>
              <a:t> </a:t>
            </a:r>
            <a:r>
              <a:rPr sz="1800" spc="-15" dirty="0">
                <a:solidFill>
                  <a:srgbClr val="273139"/>
                </a:solidFill>
                <a:latin typeface="Calibri"/>
                <a:cs typeface="Calibri"/>
              </a:rPr>
              <a:t>program</a:t>
            </a:r>
            <a:r>
              <a:rPr sz="1800" spc="10" dirty="0">
                <a:solidFill>
                  <a:srgbClr val="273139"/>
                </a:solidFill>
                <a:latin typeface="Calibri"/>
                <a:cs typeface="Calibri"/>
              </a:rPr>
              <a:t> </a:t>
            </a:r>
            <a:r>
              <a:rPr sz="1800" spc="-5" dirty="0">
                <a:solidFill>
                  <a:srgbClr val="273139"/>
                </a:solidFill>
                <a:latin typeface="Calibri"/>
                <a:cs typeface="Calibri"/>
              </a:rPr>
              <a:t>or</a:t>
            </a:r>
            <a:r>
              <a:rPr sz="1800" spc="15" dirty="0">
                <a:solidFill>
                  <a:srgbClr val="273139"/>
                </a:solidFill>
                <a:latin typeface="Calibri"/>
                <a:cs typeface="Calibri"/>
              </a:rPr>
              <a:t> </a:t>
            </a:r>
            <a:r>
              <a:rPr sz="1800" spc="-5" dirty="0">
                <a:solidFill>
                  <a:srgbClr val="273139"/>
                </a:solidFill>
                <a:latin typeface="Calibri"/>
                <a:cs typeface="Calibri"/>
              </a:rPr>
              <a:t>set</a:t>
            </a:r>
            <a:r>
              <a:rPr sz="1800" spc="10" dirty="0">
                <a:solidFill>
                  <a:srgbClr val="273139"/>
                </a:solidFill>
                <a:latin typeface="Calibri"/>
                <a:cs typeface="Calibri"/>
              </a:rPr>
              <a:t> </a:t>
            </a:r>
            <a:r>
              <a:rPr sz="1800" spc="-5" dirty="0">
                <a:solidFill>
                  <a:srgbClr val="273139"/>
                </a:solidFill>
                <a:latin typeface="Calibri"/>
                <a:cs typeface="Calibri"/>
              </a:rPr>
              <a:t>of</a:t>
            </a:r>
            <a:r>
              <a:rPr sz="1800" dirty="0">
                <a:solidFill>
                  <a:srgbClr val="273139"/>
                </a:solidFill>
                <a:latin typeface="Calibri"/>
                <a:cs typeface="Calibri"/>
              </a:rPr>
              <a:t> </a:t>
            </a:r>
            <a:r>
              <a:rPr sz="1800" spc="-15" dirty="0">
                <a:solidFill>
                  <a:srgbClr val="273139"/>
                </a:solidFill>
                <a:latin typeface="Calibri"/>
                <a:cs typeface="Calibri"/>
              </a:rPr>
              <a:t>programs</a:t>
            </a:r>
            <a:r>
              <a:rPr sz="1800" dirty="0">
                <a:solidFill>
                  <a:srgbClr val="273139"/>
                </a:solidFill>
                <a:latin typeface="Calibri"/>
                <a:cs typeface="Calibri"/>
              </a:rPr>
              <a:t> </a:t>
            </a:r>
            <a:r>
              <a:rPr sz="1800" spc="-10" dirty="0">
                <a:solidFill>
                  <a:srgbClr val="273139"/>
                </a:solidFill>
                <a:latin typeface="Calibri"/>
                <a:cs typeface="Calibri"/>
              </a:rPr>
              <a:t>containing</a:t>
            </a:r>
            <a:r>
              <a:rPr sz="1800" spc="30" dirty="0">
                <a:solidFill>
                  <a:srgbClr val="273139"/>
                </a:solidFill>
                <a:latin typeface="Calibri"/>
                <a:cs typeface="Calibri"/>
              </a:rPr>
              <a:t> </a:t>
            </a:r>
            <a:r>
              <a:rPr sz="1800" spc="-10" dirty="0">
                <a:solidFill>
                  <a:srgbClr val="273139"/>
                </a:solidFill>
                <a:latin typeface="Calibri"/>
                <a:cs typeface="Calibri"/>
              </a:rPr>
              <a:t>instructions</a:t>
            </a:r>
            <a:r>
              <a:rPr sz="1800" spc="20" dirty="0">
                <a:solidFill>
                  <a:srgbClr val="273139"/>
                </a:solidFill>
                <a:latin typeface="Calibri"/>
                <a:cs typeface="Calibri"/>
              </a:rPr>
              <a:t> </a:t>
            </a:r>
            <a:r>
              <a:rPr sz="1800" spc="-5" dirty="0">
                <a:solidFill>
                  <a:srgbClr val="273139"/>
                </a:solidFill>
                <a:latin typeface="Calibri"/>
                <a:cs typeface="Calibri"/>
              </a:rPr>
              <a:t>that</a:t>
            </a:r>
            <a:r>
              <a:rPr sz="1800" spc="10" dirty="0">
                <a:solidFill>
                  <a:srgbClr val="273139"/>
                </a:solidFill>
                <a:latin typeface="Calibri"/>
                <a:cs typeface="Calibri"/>
              </a:rPr>
              <a:t> </a:t>
            </a:r>
            <a:r>
              <a:rPr sz="1800" spc="-10" dirty="0">
                <a:solidFill>
                  <a:srgbClr val="273139"/>
                </a:solidFill>
                <a:latin typeface="Calibri"/>
                <a:cs typeface="Calibri"/>
              </a:rPr>
              <a:t>provide</a:t>
            </a:r>
            <a:r>
              <a:rPr sz="1800" spc="20" dirty="0">
                <a:solidFill>
                  <a:srgbClr val="273139"/>
                </a:solidFill>
                <a:latin typeface="Calibri"/>
                <a:cs typeface="Calibri"/>
              </a:rPr>
              <a:t> </a:t>
            </a:r>
            <a:r>
              <a:rPr sz="1800" spc="-10" dirty="0">
                <a:solidFill>
                  <a:srgbClr val="273139"/>
                </a:solidFill>
                <a:latin typeface="Calibri"/>
                <a:cs typeface="Calibri"/>
              </a:rPr>
              <a:t>desired</a:t>
            </a:r>
            <a:r>
              <a:rPr sz="1800" spc="25" dirty="0">
                <a:solidFill>
                  <a:srgbClr val="273139"/>
                </a:solidFill>
                <a:latin typeface="Calibri"/>
                <a:cs typeface="Calibri"/>
              </a:rPr>
              <a:t> </a:t>
            </a:r>
            <a:r>
              <a:rPr sz="1800" spc="-15" dirty="0">
                <a:solidFill>
                  <a:srgbClr val="273139"/>
                </a:solidFill>
                <a:latin typeface="Calibri"/>
                <a:cs typeface="Calibri"/>
              </a:rPr>
              <a:t>functionality.</a:t>
            </a:r>
            <a:endParaRPr sz="1800" dirty="0">
              <a:latin typeface="Calibri"/>
              <a:cs typeface="Calibri"/>
            </a:endParaRPr>
          </a:p>
          <a:p>
            <a:pPr marL="318770" marR="5080" indent="-306705">
              <a:lnSpc>
                <a:spcPct val="100600"/>
              </a:lnSpc>
              <a:spcBef>
                <a:spcPts val="1019"/>
              </a:spcBef>
              <a:buClr>
                <a:srgbClr val="8BB649"/>
              </a:buClr>
              <a:buSzPct val="91666"/>
              <a:buFont typeface="Cambria"/>
              <a:buChar char="◾"/>
              <a:tabLst>
                <a:tab pos="318770" algn="l"/>
                <a:tab pos="319405" algn="l"/>
              </a:tabLst>
            </a:pPr>
            <a:r>
              <a:rPr sz="1800" spc="-5" dirty="0">
                <a:solidFill>
                  <a:srgbClr val="273139"/>
                </a:solidFill>
                <a:latin typeface="Calibri"/>
                <a:cs typeface="Calibri"/>
              </a:rPr>
              <a:t>Engineering</a:t>
            </a:r>
            <a:r>
              <a:rPr sz="1800" spc="20" dirty="0">
                <a:solidFill>
                  <a:srgbClr val="273139"/>
                </a:solidFill>
                <a:latin typeface="Calibri"/>
                <a:cs typeface="Calibri"/>
              </a:rPr>
              <a:t> </a:t>
            </a:r>
            <a:r>
              <a:rPr sz="1800" spc="-5" dirty="0">
                <a:solidFill>
                  <a:srgbClr val="273139"/>
                </a:solidFill>
                <a:latin typeface="Calibri"/>
                <a:cs typeface="Calibri"/>
              </a:rPr>
              <a:t>is</a:t>
            </a:r>
            <a:r>
              <a:rPr sz="1800" spc="5" dirty="0">
                <a:solidFill>
                  <a:srgbClr val="273139"/>
                </a:solidFill>
                <a:latin typeface="Calibri"/>
                <a:cs typeface="Calibri"/>
              </a:rPr>
              <a:t> </a:t>
            </a:r>
            <a:r>
              <a:rPr sz="1800" dirty="0">
                <a:solidFill>
                  <a:srgbClr val="273139"/>
                </a:solidFill>
                <a:latin typeface="Calibri"/>
                <a:cs typeface="Calibri"/>
              </a:rPr>
              <a:t>the</a:t>
            </a:r>
            <a:r>
              <a:rPr sz="1800" spc="20" dirty="0">
                <a:solidFill>
                  <a:srgbClr val="273139"/>
                </a:solidFill>
                <a:latin typeface="Calibri"/>
                <a:cs typeface="Calibri"/>
              </a:rPr>
              <a:t> </a:t>
            </a:r>
            <a:r>
              <a:rPr sz="1800" spc="-10" dirty="0">
                <a:solidFill>
                  <a:srgbClr val="273139"/>
                </a:solidFill>
                <a:latin typeface="Calibri"/>
                <a:cs typeface="Calibri"/>
              </a:rPr>
              <a:t>process</a:t>
            </a:r>
            <a:r>
              <a:rPr sz="1800" spc="5" dirty="0">
                <a:solidFill>
                  <a:srgbClr val="273139"/>
                </a:solidFill>
                <a:latin typeface="Calibri"/>
                <a:cs typeface="Calibri"/>
              </a:rPr>
              <a:t> </a:t>
            </a:r>
            <a:r>
              <a:rPr sz="1800" spc="-5" dirty="0">
                <a:solidFill>
                  <a:srgbClr val="273139"/>
                </a:solidFill>
                <a:latin typeface="Calibri"/>
                <a:cs typeface="Calibri"/>
              </a:rPr>
              <a:t>of</a:t>
            </a:r>
            <a:r>
              <a:rPr sz="1800" spc="5" dirty="0">
                <a:solidFill>
                  <a:srgbClr val="273139"/>
                </a:solidFill>
                <a:latin typeface="Calibri"/>
                <a:cs typeface="Calibri"/>
              </a:rPr>
              <a:t> </a:t>
            </a:r>
            <a:r>
              <a:rPr sz="1800" spc="-5" dirty="0">
                <a:solidFill>
                  <a:srgbClr val="273139"/>
                </a:solidFill>
                <a:latin typeface="Calibri"/>
                <a:cs typeface="Calibri"/>
              </a:rPr>
              <a:t>designing</a:t>
            </a:r>
            <a:r>
              <a:rPr sz="1800" spc="20" dirty="0">
                <a:solidFill>
                  <a:srgbClr val="273139"/>
                </a:solidFill>
                <a:latin typeface="Calibri"/>
                <a:cs typeface="Calibri"/>
              </a:rPr>
              <a:t> </a:t>
            </a:r>
            <a:r>
              <a:rPr sz="1800" dirty="0">
                <a:solidFill>
                  <a:srgbClr val="273139"/>
                </a:solidFill>
                <a:latin typeface="Calibri"/>
                <a:cs typeface="Calibri"/>
              </a:rPr>
              <a:t>and</a:t>
            </a:r>
            <a:r>
              <a:rPr sz="1800" spc="10" dirty="0">
                <a:solidFill>
                  <a:srgbClr val="273139"/>
                </a:solidFill>
                <a:latin typeface="Calibri"/>
                <a:cs typeface="Calibri"/>
              </a:rPr>
              <a:t> </a:t>
            </a:r>
            <a:r>
              <a:rPr sz="1800" spc="-5" dirty="0">
                <a:solidFill>
                  <a:srgbClr val="273139"/>
                </a:solidFill>
                <a:latin typeface="Calibri"/>
                <a:cs typeface="Calibri"/>
              </a:rPr>
              <a:t>building</a:t>
            </a:r>
            <a:r>
              <a:rPr sz="1800" spc="35" dirty="0">
                <a:solidFill>
                  <a:srgbClr val="273139"/>
                </a:solidFill>
                <a:latin typeface="Calibri"/>
                <a:cs typeface="Calibri"/>
              </a:rPr>
              <a:t> </a:t>
            </a:r>
            <a:r>
              <a:rPr sz="1800" spc="-5" dirty="0">
                <a:solidFill>
                  <a:srgbClr val="273139"/>
                </a:solidFill>
                <a:latin typeface="Calibri"/>
                <a:cs typeface="Calibri"/>
              </a:rPr>
              <a:t>something</a:t>
            </a:r>
            <a:r>
              <a:rPr sz="1800" spc="20" dirty="0">
                <a:solidFill>
                  <a:srgbClr val="273139"/>
                </a:solidFill>
                <a:latin typeface="Calibri"/>
                <a:cs typeface="Calibri"/>
              </a:rPr>
              <a:t> </a:t>
            </a:r>
            <a:r>
              <a:rPr sz="1800" spc="-5" dirty="0">
                <a:solidFill>
                  <a:srgbClr val="273139"/>
                </a:solidFill>
                <a:latin typeface="Calibri"/>
                <a:cs typeface="Calibri"/>
              </a:rPr>
              <a:t>that</a:t>
            </a:r>
            <a:r>
              <a:rPr sz="1800" spc="10" dirty="0">
                <a:solidFill>
                  <a:srgbClr val="273139"/>
                </a:solidFill>
                <a:latin typeface="Calibri"/>
                <a:cs typeface="Calibri"/>
              </a:rPr>
              <a:t> </a:t>
            </a:r>
            <a:r>
              <a:rPr sz="1800" spc="-5" dirty="0">
                <a:solidFill>
                  <a:srgbClr val="273139"/>
                </a:solidFill>
                <a:latin typeface="Calibri"/>
                <a:cs typeface="Calibri"/>
              </a:rPr>
              <a:t>serves</a:t>
            </a:r>
            <a:r>
              <a:rPr sz="1800" spc="-15" dirty="0">
                <a:solidFill>
                  <a:srgbClr val="273139"/>
                </a:solidFill>
                <a:latin typeface="Calibri"/>
                <a:cs typeface="Calibri"/>
              </a:rPr>
              <a:t> </a:t>
            </a:r>
            <a:r>
              <a:rPr sz="1800" dirty="0">
                <a:solidFill>
                  <a:srgbClr val="273139"/>
                </a:solidFill>
                <a:latin typeface="Calibri"/>
                <a:cs typeface="Calibri"/>
              </a:rPr>
              <a:t>a</a:t>
            </a:r>
            <a:r>
              <a:rPr sz="1800" spc="20" dirty="0">
                <a:solidFill>
                  <a:srgbClr val="273139"/>
                </a:solidFill>
                <a:latin typeface="Calibri"/>
                <a:cs typeface="Calibri"/>
              </a:rPr>
              <a:t> </a:t>
            </a:r>
            <a:r>
              <a:rPr sz="1800" spc="-10" dirty="0">
                <a:solidFill>
                  <a:srgbClr val="273139"/>
                </a:solidFill>
                <a:latin typeface="Calibri"/>
                <a:cs typeface="Calibri"/>
              </a:rPr>
              <a:t>particular</a:t>
            </a:r>
            <a:r>
              <a:rPr sz="1800" spc="5" dirty="0">
                <a:solidFill>
                  <a:srgbClr val="273139"/>
                </a:solidFill>
                <a:latin typeface="Calibri"/>
                <a:cs typeface="Calibri"/>
              </a:rPr>
              <a:t> </a:t>
            </a:r>
            <a:r>
              <a:rPr sz="1800" spc="-5" dirty="0">
                <a:solidFill>
                  <a:srgbClr val="273139"/>
                </a:solidFill>
                <a:latin typeface="Calibri"/>
                <a:cs typeface="Calibri"/>
              </a:rPr>
              <a:t>purpose</a:t>
            </a:r>
            <a:r>
              <a:rPr sz="1800" spc="15" dirty="0">
                <a:solidFill>
                  <a:srgbClr val="273139"/>
                </a:solidFill>
                <a:latin typeface="Calibri"/>
                <a:cs typeface="Calibri"/>
              </a:rPr>
              <a:t> </a:t>
            </a:r>
            <a:r>
              <a:rPr sz="1800" dirty="0">
                <a:solidFill>
                  <a:srgbClr val="273139"/>
                </a:solidFill>
                <a:latin typeface="Calibri"/>
                <a:cs typeface="Calibri"/>
              </a:rPr>
              <a:t>and</a:t>
            </a:r>
            <a:r>
              <a:rPr sz="1800" spc="25" dirty="0">
                <a:solidFill>
                  <a:srgbClr val="273139"/>
                </a:solidFill>
                <a:latin typeface="Calibri"/>
                <a:cs typeface="Calibri"/>
              </a:rPr>
              <a:t> </a:t>
            </a:r>
            <a:r>
              <a:rPr sz="1800" spc="-5" dirty="0">
                <a:solidFill>
                  <a:srgbClr val="273139"/>
                </a:solidFill>
                <a:latin typeface="Calibri"/>
                <a:cs typeface="Calibri"/>
              </a:rPr>
              <a:t>finds</a:t>
            </a:r>
            <a:r>
              <a:rPr sz="1800" spc="5" dirty="0">
                <a:solidFill>
                  <a:srgbClr val="273139"/>
                </a:solidFill>
                <a:latin typeface="Calibri"/>
                <a:cs typeface="Calibri"/>
              </a:rPr>
              <a:t> </a:t>
            </a:r>
            <a:r>
              <a:rPr sz="1800" dirty="0">
                <a:solidFill>
                  <a:srgbClr val="273139"/>
                </a:solidFill>
                <a:latin typeface="Calibri"/>
                <a:cs typeface="Calibri"/>
              </a:rPr>
              <a:t>a</a:t>
            </a:r>
            <a:r>
              <a:rPr sz="1800" spc="5" dirty="0">
                <a:solidFill>
                  <a:srgbClr val="273139"/>
                </a:solidFill>
                <a:latin typeface="Calibri"/>
                <a:cs typeface="Calibri"/>
              </a:rPr>
              <a:t> cost- </a:t>
            </a:r>
            <a:r>
              <a:rPr sz="1800" spc="-395" dirty="0">
                <a:solidFill>
                  <a:srgbClr val="273139"/>
                </a:solidFill>
                <a:latin typeface="Calibri"/>
                <a:cs typeface="Calibri"/>
              </a:rPr>
              <a:t> </a:t>
            </a:r>
            <a:r>
              <a:rPr sz="1800" spc="-10" dirty="0">
                <a:solidFill>
                  <a:srgbClr val="273139"/>
                </a:solidFill>
                <a:latin typeface="Calibri"/>
                <a:cs typeface="Calibri"/>
              </a:rPr>
              <a:t>effective</a:t>
            </a:r>
            <a:r>
              <a:rPr sz="1800" spc="-5" dirty="0">
                <a:solidFill>
                  <a:srgbClr val="273139"/>
                </a:solidFill>
                <a:latin typeface="Calibri"/>
                <a:cs typeface="Calibri"/>
              </a:rPr>
              <a:t> solution</a:t>
            </a:r>
            <a:r>
              <a:rPr sz="1800" spc="10" dirty="0">
                <a:solidFill>
                  <a:srgbClr val="273139"/>
                </a:solidFill>
                <a:latin typeface="Calibri"/>
                <a:cs typeface="Calibri"/>
              </a:rPr>
              <a:t> </a:t>
            </a:r>
            <a:r>
              <a:rPr sz="1800" spc="-10" dirty="0">
                <a:solidFill>
                  <a:srgbClr val="273139"/>
                </a:solidFill>
                <a:latin typeface="Calibri"/>
                <a:cs typeface="Calibri"/>
              </a:rPr>
              <a:t>to</a:t>
            </a:r>
            <a:r>
              <a:rPr sz="1800" spc="-5" dirty="0">
                <a:solidFill>
                  <a:srgbClr val="273139"/>
                </a:solidFill>
                <a:latin typeface="Calibri"/>
                <a:cs typeface="Calibri"/>
              </a:rPr>
              <a:t> </a:t>
            </a:r>
            <a:r>
              <a:rPr sz="1800" spc="-10" dirty="0">
                <a:solidFill>
                  <a:srgbClr val="273139"/>
                </a:solidFill>
                <a:latin typeface="Calibri"/>
                <a:cs typeface="Calibri"/>
              </a:rPr>
              <a:t>problems.</a:t>
            </a:r>
            <a:endParaRPr sz="1800" dirty="0">
              <a:latin typeface="Calibri"/>
              <a:cs typeface="Calibri"/>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125" dirty="0"/>
              <a:t>INT</a:t>
            </a:r>
            <a:r>
              <a:rPr spc="-110" dirty="0"/>
              <a:t>R</a:t>
            </a:r>
            <a:r>
              <a:rPr spc="260" dirty="0"/>
              <a:t>ODUC</a:t>
            </a:r>
            <a:r>
              <a:rPr spc="250" dirty="0"/>
              <a:t>T</a:t>
            </a:r>
            <a:r>
              <a:rPr spc="240" dirty="0"/>
              <a:t>ION</a:t>
            </a:r>
            <a:r>
              <a:rPr spc="-415" dirty="0"/>
              <a:t> </a:t>
            </a:r>
            <a:r>
              <a:rPr spc="-120" dirty="0"/>
              <a:t>T</a:t>
            </a:r>
            <a:r>
              <a:rPr spc="415" dirty="0"/>
              <a:t>O</a:t>
            </a:r>
            <a:r>
              <a:rPr spc="-70" dirty="0"/>
              <a:t> </a:t>
            </a:r>
            <a:r>
              <a:rPr spc="60" dirty="0"/>
              <a:t>SOFT</a:t>
            </a:r>
            <a:r>
              <a:rPr spc="295" dirty="0"/>
              <a:t>W</a:t>
            </a:r>
            <a:r>
              <a:rPr spc="55" dirty="0"/>
              <a:t>ARE</a:t>
            </a:r>
            <a:r>
              <a:rPr spc="-70" dirty="0"/>
              <a:t> </a:t>
            </a:r>
            <a:r>
              <a:rPr spc="75" dirty="0"/>
              <a:t>ENGINEE</a:t>
            </a:r>
            <a:r>
              <a:rPr spc="85" dirty="0"/>
              <a:t>R</a:t>
            </a:r>
            <a:r>
              <a:rPr spc="160" dirty="0"/>
              <a:t>ING</a:t>
            </a:r>
          </a:p>
        </p:txBody>
      </p:sp>
      <p:sp>
        <p:nvSpPr>
          <p:cNvPr id="3" name="object 3"/>
          <p:cNvSpPr txBox="1"/>
          <p:nvPr/>
        </p:nvSpPr>
        <p:spPr>
          <a:xfrm>
            <a:off x="659993" y="3718305"/>
            <a:ext cx="10591800" cy="575945"/>
          </a:xfrm>
          <a:prstGeom prst="rect">
            <a:avLst/>
          </a:prstGeom>
        </p:spPr>
        <p:txBody>
          <a:bodyPr vert="horz" wrap="square" lIns="0" tIns="10795" rIns="0" bIns="0" rtlCol="0">
            <a:spAutoFit/>
          </a:bodyPr>
          <a:lstStyle/>
          <a:p>
            <a:pPr marL="318770" marR="5080" indent="-306705">
              <a:lnSpc>
                <a:spcPct val="100600"/>
              </a:lnSpc>
              <a:spcBef>
                <a:spcPts val="85"/>
              </a:spcBef>
              <a:buClr>
                <a:srgbClr val="8BB649"/>
              </a:buClr>
              <a:buSzPct val="91666"/>
              <a:buFont typeface="Cambria"/>
              <a:buChar char="◾"/>
              <a:tabLst>
                <a:tab pos="318770" algn="l"/>
                <a:tab pos="319405" algn="l"/>
              </a:tabLst>
            </a:pPr>
            <a:r>
              <a:rPr sz="1800" b="1" i="1" spc="-5" dirty="0">
                <a:solidFill>
                  <a:srgbClr val="273139"/>
                </a:solidFill>
                <a:latin typeface="Calibri"/>
                <a:cs typeface="Calibri"/>
              </a:rPr>
              <a:t>Software</a:t>
            </a:r>
            <a:r>
              <a:rPr sz="1800" b="1" i="1" spc="15" dirty="0">
                <a:solidFill>
                  <a:srgbClr val="273139"/>
                </a:solidFill>
                <a:latin typeface="Calibri"/>
                <a:cs typeface="Calibri"/>
              </a:rPr>
              <a:t> </a:t>
            </a:r>
            <a:r>
              <a:rPr sz="1800" b="1" i="1" spc="-5" dirty="0">
                <a:solidFill>
                  <a:srgbClr val="273139"/>
                </a:solidFill>
                <a:latin typeface="Calibri"/>
                <a:cs typeface="Calibri"/>
              </a:rPr>
              <a:t>Engineering</a:t>
            </a:r>
            <a:r>
              <a:rPr sz="1800" b="1" i="1" spc="25" dirty="0">
                <a:solidFill>
                  <a:srgbClr val="273139"/>
                </a:solidFill>
                <a:latin typeface="Calibri"/>
                <a:cs typeface="Calibri"/>
              </a:rPr>
              <a:t> </a:t>
            </a:r>
            <a:r>
              <a:rPr sz="1800" i="1" spc="-5" dirty="0">
                <a:solidFill>
                  <a:srgbClr val="273139"/>
                </a:solidFill>
                <a:latin typeface="Calibri"/>
                <a:cs typeface="Calibri"/>
              </a:rPr>
              <a:t>is</a:t>
            </a:r>
            <a:r>
              <a:rPr sz="1800" i="1" spc="15" dirty="0">
                <a:solidFill>
                  <a:srgbClr val="273139"/>
                </a:solidFill>
                <a:latin typeface="Calibri"/>
                <a:cs typeface="Calibri"/>
              </a:rPr>
              <a:t> </a:t>
            </a:r>
            <a:r>
              <a:rPr sz="1800" i="1" dirty="0">
                <a:solidFill>
                  <a:srgbClr val="273139"/>
                </a:solidFill>
                <a:latin typeface="Calibri"/>
                <a:cs typeface="Calibri"/>
              </a:rPr>
              <a:t>a</a:t>
            </a:r>
            <a:r>
              <a:rPr sz="1800" i="1" spc="20" dirty="0">
                <a:solidFill>
                  <a:srgbClr val="273139"/>
                </a:solidFill>
                <a:latin typeface="Calibri"/>
                <a:cs typeface="Calibri"/>
              </a:rPr>
              <a:t> </a:t>
            </a:r>
            <a:r>
              <a:rPr sz="1800" i="1" spc="-15" dirty="0">
                <a:solidFill>
                  <a:srgbClr val="273139"/>
                </a:solidFill>
                <a:latin typeface="Calibri"/>
                <a:cs typeface="Calibri"/>
              </a:rPr>
              <a:t>systematic,</a:t>
            </a:r>
            <a:r>
              <a:rPr sz="1800" i="1" spc="35" dirty="0">
                <a:solidFill>
                  <a:srgbClr val="273139"/>
                </a:solidFill>
                <a:latin typeface="Calibri"/>
                <a:cs typeface="Calibri"/>
              </a:rPr>
              <a:t> </a:t>
            </a:r>
            <a:r>
              <a:rPr sz="1800" i="1" spc="-10" dirty="0">
                <a:solidFill>
                  <a:srgbClr val="273139"/>
                </a:solidFill>
                <a:latin typeface="Calibri"/>
                <a:cs typeface="Calibri"/>
              </a:rPr>
              <a:t>disciplined,</a:t>
            </a:r>
            <a:r>
              <a:rPr sz="1800" i="1" spc="35" dirty="0">
                <a:solidFill>
                  <a:srgbClr val="273139"/>
                </a:solidFill>
                <a:latin typeface="Calibri"/>
                <a:cs typeface="Calibri"/>
              </a:rPr>
              <a:t> </a:t>
            </a:r>
            <a:r>
              <a:rPr sz="1800" i="1" spc="-10" dirty="0">
                <a:solidFill>
                  <a:srgbClr val="273139"/>
                </a:solidFill>
                <a:latin typeface="Calibri"/>
                <a:cs typeface="Calibri"/>
              </a:rPr>
              <a:t>quantifiable</a:t>
            </a:r>
            <a:r>
              <a:rPr sz="1800" i="1" spc="25" dirty="0">
                <a:solidFill>
                  <a:srgbClr val="273139"/>
                </a:solidFill>
                <a:latin typeface="Calibri"/>
                <a:cs typeface="Calibri"/>
              </a:rPr>
              <a:t> </a:t>
            </a:r>
            <a:r>
              <a:rPr sz="1800" i="1" spc="-10" dirty="0">
                <a:solidFill>
                  <a:srgbClr val="273139"/>
                </a:solidFill>
                <a:latin typeface="Calibri"/>
                <a:cs typeface="Calibri"/>
              </a:rPr>
              <a:t>study</a:t>
            </a:r>
            <a:r>
              <a:rPr sz="1800" i="1" spc="15" dirty="0">
                <a:solidFill>
                  <a:srgbClr val="273139"/>
                </a:solidFill>
                <a:latin typeface="Calibri"/>
                <a:cs typeface="Calibri"/>
              </a:rPr>
              <a:t> </a:t>
            </a:r>
            <a:r>
              <a:rPr sz="1800" i="1" spc="-5" dirty="0">
                <a:solidFill>
                  <a:srgbClr val="273139"/>
                </a:solidFill>
                <a:latin typeface="Calibri"/>
                <a:cs typeface="Calibri"/>
              </a:rPr>
              <a:t>and</a:t>
            </a:r>
            <a:r>
              <a:rPr sz="1800" i="1" spc="15" dirty="0">
                <a:solidFill>
                  <a:srgbClr val="273139"/>
                </a:solidFill>
                <a:latin typeface="Calibri"/>
                <a:cs typeface="Calibri"/>
              </a:rPr>
              <a:t> </a:t>
            </a:r>
            <a:r>
              <a:rPr sz="1800" i="1" spc="-10" dirty="0">
                <a:solidFill>
                  <a:srgbClr val="273139"/>
                </a:solidFill>
                <a:latin typeface="Calibri"/>
                <a:cs typeface="Calibri"/>
              </a:rPr>
              <a:t>approach</a:t>
            </a:r>
            <a:r>
              <a:rPr sz="1800" i="1" spc="20" dirty="0">
                <a:solidFill>
                  <a:srgbClr val="273139"/>
                </a:solidFill>
                <a:latin typeface="Calibri"/>
                <a:cs typeface="Calibri"/>
              </a:rPr>
              <a:t> </a:t>
            </a:r>
            <a:r>
              <a:rPr sz="1800" i="1" spc="-15" dirty="0">
                <a:solidFill>
                  <a:srgbClr val="273139"/>
                </a:solidFill>
                <a:latin typeface="Calibri"/>
                <a:cs typeface="Calibri"/>
              </a:rPr>
              <a:t>to</a:t>
            </a:r>
            <a:r>
              <a:rPr sz="1800" i="1" spc="20" dirty="0">
                <a:solidFill>
                  <a:srgbClr val="273139"/>
                </a:solidFill>
                <a:latin typeface="Calibri"/>
                <a:cs typeface="Calibri"/>
              </a:rPr>
              <a:t> </a:t>
            </a:r>
            <a:r>
              <a:rPr sz="1800" i="1" dirty="0">
                <a:solidFill>
                  <a:srgbClr val="273139"/>
                </a:solidFill>
                <a:latin typeface="Calibri"/>
                <a:cs typeface="Calibri"/>
              </a:rPr>
              <a:t>the</a:t>
            </a:r>
            <a:r>
              <a:rPr sz="1800" i="1" spc="10" dirty="0">
                <a:solidFill>
                  <a:srgbClr val="273139"/>
                </a:solidFill>
                <a:latin typeface="Calibri"/>
                <a:cs typeface="Calibri"/>
              </a:rPr>
              <a:t> </a:t>
            </a:r>
            <a:r>
              <a:rPr sz="1800" i="1" spc="-5" dirty="0">
                <a:solidFill>
                  <a:srgbClr val="273139"/>
                </a:solidFill>
                <a:latin typeface="Calibri"/>
                <a:cs typeface="Calibri"/>
              </a:rPr>
              <a:t>design,</a:t>
            </a:r>
            <a:r>
              <a:rPr sz="1800" i="1" spc="20" dirty="0">
                <a:solidFill>
                  <a:srgbClr val="273139"/>
                </a:solidFill>
                <a:latin typeface="Calibri"/>
                <a:cs typeface="Calibri"/>
              </a:rPr>
              <a:t> </a:t>
            </a:r>
            <a:r>
              <a:rPr sz="1800" i="1" spc="-5" dirty="0">
                <a:solidFill>
                  <a:srgbClr val="273139"/>
                </a:solidFill>
                <a:latin typeface="Calibri"/>
                <a:cs typeface="Calibri"/>
              </a:rPr>
              <a:t>development, </a:t>
            </a:r>
            <a:r>
              <a:rPr sz="1800" i="1" spc="-390" dirty="0">
                <a:solidFill>
                  <a:srgbClr val="273139"/>
                </a:solidFill>
                <a:latin typeface="Calibri"/>
                <a:cs typeface="Calibri"/>
              </a:rPr>
              <a:t> </a:t>
            </a:r>
            <a:r>
              <a:rPr sz="1800" i="1" spc="-5" dirty="0">
                <a:solidFill>
                  <a:srgbClr val="273139"/>
                </a:solidFill>
                <a:latin typeface="Calibri"/>
                <a:cs typeface="Calibri"/>
              </a:rPr>
              <a:t>operation,</a:t>
            </a:r>
            <a:r>
              <a:rPr sz="1800" i="1" spc="10" dirty="0">
                <a:solidFill>
                  <a:srgbClr val="273139"/>
                </a:solidFill>
                <a:latin typeface="Calibri"/>
                <a:cs typeface="Calibri"/>
              </a:rPr>
              <a:t> </a:t>
            </a:r>
            <a:r>
              <a:rPr sz="1800" i="1" spc="-5" dirty="0">
                <a:solidFill>
                  <a:srgbClr val="273139"/>
                </a:solidFill>
                <a:latin typeface="Calibri"/>
                <a:cs typeface="Calibri"/>
              </a:rPr>
              <a:t>and </a:t>
            </a:r>
            <a:r>
              <a:rPr sz="1800" i="1" spc="-10" dirty="0">
                <a:solidFill>
                  <a:srgbClr val="273139"/>
                </a:solidFill>
                <a:latin typeface="Calibri"/>
                <a:cs typeface="Calibri"/>
              </a:rPr>
              <a:t>maintenance</a:t>
            </a:r>
            <a:r>
              <a:rPr sz="1800" i="1" spc="15" dirty="0">
                <a:solidFill>
                  <a:srgbClr val="273139"/>
                </a:solidFill>
                <a:latin typeface="Calibri"/>
                <a:cs typeface="Calibri"/>
              </a:rPr>
              <a:t> </a:t>
            </a:r>
            <a:r>
              <a:rPr sz="1800" i="1" spc="-5" dirty="0">
                <a:solidFill>
                  <a:srgbClr val="273139"/>
                </a:solidFill>
                <a:latin typeface="Calibri"/>
                <a:cs typeface="Calibri"/>
              </a:rPr>
              <a:t>of</a:t>
            </a:r>
            <a:r>
              <a:rPr sz="1800" i="1" spc="10" dirty="0">
                <a:solidFill>
                  <a:srgbClr val="273139"/>
                </a:solidFill>
                <a:latin typeface="Calibri"/>
                <a:cs typeface="Calibri"/>
              </a:rPr>
              <a:t> </a:t>
            </a:r>
            <a:r>
              <a:rPr sz="1800" i="1" dirty="0">
                <a:solidFill>
                  <a:srgbClr val="273139"/>
                </a:solidFill>
                <a:latin typeface="Calibri"/>
                <a:cs typeface="Calibri"/>
              </a:rPr>
              <a:t>a</a:t>
            </a:r>
            <a:r>
              <a:rPr sz="1800" i="1" spc="-5" dirty="0">
                <a:solidFill>
                  <a:srgbClr val="273139"/>
                </a:solidFill>
                <a:latin typeface="Calibri"/>
                <a:cs typeface="Calibri"/>
              </a:rPr>
              <a:t> </a:t>
            </a:r>
            <a:r>
              <a:rPr sz="1800" i="1" spc="-10" dirty="0">
                <a:solidFill>
                  <a:srgbClr val="273139"/>
                </a:solidFill>
                <a:latin typeface="Calibri"/>
                <a:cs typeface="Calibri"/>
              </a:rPr>
              <a:t>software</a:t>
            </a:r>
            <a:r>
              <a:rPr sz="1800" i="1" spc="15" dirty="0">
                <a:solidFill>
                  <a:srgbClr val="273139"/>
                </a:solidFill>
                <a:latin typeface="Calibri"/>
                <a:cs typeface="Calibri"/>
              </a:rPr>
              <a:t> </a:t>
            </a:r>
            <a:r>
              <a:rPr sz="1800" i="1" spc="-15" dirty="0">
                <a:solidFill>
                  <a:srgbClr val="273139"/>
                </a:solidFill>
                <a:latin typeface="Calibri"/>
                <a:cs typeface="Calibri"/>
              </a:rPr>
              <a:t>system.</a:t>
            </a:r>
            <a:endParaRPr sz="18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3175" rIns="0" bIns="0" rtlCol="0">
            <a:spAutoFit/>
          </a:bodyPr>
          <a:lstStyle/>
          <a:p>
            <a:pPr>
              <a:lnSpc>
                <a:spcPct val="100000"/>
              </a:lnSpc>
              <a:spcBef>
                <a:spcPts val="25"/>
              </a:spcBef>
            </a:pPr>
            <a:endParaRPr sz="4150">
              <a:latin typeface="Times New Roman"/>
              <a:cs typeface="Times New Roman"/>
            </a:endParaRPr>
          </a:p>
          <a:p>
            <a:pPr marL="231775">
              <a:lnSpc>
                <a:spcPct val="100000"/>
              </a:lnSpc>
            </a:pPr>
            <a:r>
              <a:rPr spc="-15" dirty="0">
                <a:latin typeface="Calibri"/>
                <a:cs typeface="Calibri"/>
              </a:rPr>
              <a:t>OBJECTIVES</a:t>
            </a:r>
            <a:r>
              <a:rPr spc="10" dirty="0">
                <a:latin typeface="Calibri"/>
                <a:cs typeface="Calibri"/>
              </a:rPr>
              <a:t> </a:t>
            </a:r>
            <a:r>
              <a:rPr spc="-10" dirty="0">
                <a:latin typeface="Calibri"/>
                <a:cs typeface="Calibri"/>
              </a:rPr>
              <a:t>OF</a:t>
            </a:r>
            <a:r>
              <a:rPr spc="30" dirty="0">
                <a:latin typeface="Calibri"/>
                <a:cs typeface="Calibri"/>
              </a:rPr>
              <a:t> </a:t>
            </a:r>
            <a:r>
              <a:rPr spc="-25" dirty="0">
                <a:latin typeface="Calibri"/>
                <a:cs typeface="Calibri"/>
              </a:rPr>
              <a:t>SOFTWARE</a:t>
            </a:r>
            <a:r>
              <a:rPr spc="45" dirty="0">
                <a:latin typeface="Calibri"/>
                <a:cs typeface="Calibri"/>
              </a:rPr>
              <a:t> </a:t>
            </a:r>
            <a:r>
              <a:rPr spc="-15" dirty="0">
                <a:latin typeface="Calibri"/>
                <a:cs typeface="Calibri"/>
              </a:rPr>
              <a:t>ENGINEERING-MAINTAINABILITY</a:t>
            </a:r>
          </a:p>
        </p:txBody>
      </p:sp>
      <p:sp>
        <p:nvSpPr>
          <p:cNvPr id="3" name="object 3"/>
          <p:cNvSpPr txBox="1"/>
          <p:nvPr/>
        </p:nvSpPr>
        <p:spPr>
          <a:xfrm>
            <a:off x="659993" y="3856990"/>
            <a:ext cx="7686675" cy="299720"/>
          </a:xfrm>
          <a:prstGeom prst="rect">
            <a:avLst/>
          </a:prstGeom>
        </p:spPr>
        <p:txBody>
          <a:bodyPr vert="horz" wrap="square" lIns="0" tIns="12700" rIns="0" bIns="0" rtlCol="0">
            <a:spAutoFit/>
          </a:bodyPr>
          <a:lstStyle/>
          <a:p>
            <a:pPr marL="318770" indent="-306705">
              <a:lnSpc>
                <a:spcPct val="100000"/>
              </a:lnSpc>
              <a:spcBef>
                <a:spcPts val="100"/>
              </a:spcBef>
              <a:buClr>
                <a:srgbClr val="8BB649"/>
              </a:buClr>
              <a:buSzPct val="91666"/>
              <a:buFont typeface="Cambria"/>
              <a:buChar char="◾"/>
              <a:tabLst>
                <a:tab pos="318770" algn="l"/>
                <a:tab pos="319405" algn="l"/>
              </a:tabLst>
            </a:pPr>
            <a:r>
              <a:rPr sz="1800" dirty="0">
                <a:solidFill>
                  <a:srgbClr val="273139"/>
                </a:solidFill>
                <a:latin typeface="Calibri"/>
                <a:cs typeface="Calibri"/>
              </a:rPr>
              <a:t>It</a:t>
            </a:r>
            <a:r>
              <a:rPr sz="1800" spc="5" dirty="0">
                <a:solidFill>
                  <a:srgbClr val="273139"/>
                </a:solidFill>
                <a:latin typeface="Calibri"/>
                <a:cs typeface="Calibri"/>
              </a:rPr>
              <a:t> </a:t>
            </a:r>
            <a:r>
              <a:rPr sz="1800" spc="-5" dirty="0">
                <a:solidFill>
                  <a:srgbClr val="273139"/>
                </a:solidFill>
                <a:latin typeface="Calibri"/>
                <a:cs typeface="Calibri"/>
              </a:rPr>
              <a:t>should</a:t>
            </a:r>
            <a:r>
              <a:rPr sz="1800" spc="10" dirty="0">
                <a:solidFill>
                  <a:srgbClr val="273139"/>
                </a:solidFill>
                <a:latin typeface="Calibri"/>
                <a:cs typeface="Calibri"/>
              </a:rPr>
              <a:t> </a:t>
            </a:r>
            <a:r>
              <a:rPr sz="1800" spc="-5" dirty="0">
                <a:solidFill>
                  <a:srgbClr val="273139"/>
                </a:solidFill>
                <a:latin typeface="Calibri"/>
                <a:cs typeface="Calibri"/>
              </a:rPr>
              <a:t>be</a:t>
            </a:r>
            <a:r>
              <a:rPr sz="1800" spc="5" dirty="0">
                <a:solidFill>
                  <a:srgbClr val="273139"/>
                </a:solidFill>
                <a:latin typeface="Calibri"/>
                <a:cs typeface="Calibri"/>
              </a:rPr>
              <a:t> </a:t>
            </a:r>
            <a:r>
              <a:rPr sz="1800" spc="-10" dirty="0">
                <a:solidFill>
                  <a:srgbClr val="273139"/>
                </a:solidFill>
                <a:latin typeface="Calibri"/>
                <a:cs typeface="Calibri"/>
              </a:rPr>
              <a:t>feasible</a:t>
            </a:r>
            <a:r>
              <a:rPr sz="1800" spc="15" dirty="0">
                <a:solidFill>
                  <a:srgbClr val="273139"/>
                </a:solidFill>
                <a:latin typeface="Calibri"/>
                <a:cs typeface="Calibri"/>
              </a:rPr>
              <a:t> </a:t>
            </a:r>
            <a:r>
              <a:rPr sz="1800" spc="-15" dirty="0">
                <a:solidFill>
                  <a:srgbClr val="273139"/>
                </a:solidFill>
                <a:latin typeface="Calibri"/>
                <a:cs typeface="Calibri"/>
              </a:rPr>
              <a:t>for</a:t>
            </a:r>
            <a:r>
              <a:rPr sz="1800" dirty="0">
                <a:solidFill>
                  <a:srgbClr val="273139"/>
                </a:solidFill>
                <a:latin typeface="Calibri"/>
                <a:cs typeface="Calibri"/>
              </a:rPr>
              <a:t> </a:t>
            </a:r>
            <a:r>
              <a:rPr sz="1800" spc="-5" dirty="0">
                <a:solidFill>
                  <a:srgbClr val="273139"/>
                </a:solidFill>
                <a:latin typeface="Calibri"/>
                <a:cs typeface="Calibri"/>
              </a:rPr>
              <a:t>the</a:t>
            </a:r>
            <a:r>
              <a:rPr sz="1800" spc="20" dirty="0">
                <a:solidFill>
                  <a:srgbClr val="273139"/>
                </a:solidFill>
                <a:latin typeface="Calibri"/>
                <a:cs typeface="Calibri"/>
              </a:rPr>
              <a:t> </a:t>
            </a:r>
            <a:r>
              <a:rPr sz="1800" spc="-10" dirty="0">
                <a:solidFill>
                  <a:srgbClr val="273139"/>
                </a:solidFill>
                <a:latin typeface="Calibri"/>
                <a:cs typeface="Calibri"/>
              </a:rPr>
              <a:t>software</a:t>
            </a:r>
            <a:r>
              <a:rPr sz="1800" spc="5" dirty="0">
                <a:solidFill>
                  <a:srgbClr val="273139"/>
                </a:solidFill>
                <a:latin typeface="Calibri"/>
                <a:cs typeface="Calibri"/>
              </a:rPr>
              <a:t> </a:t>
            </a:r>
            <a:r>
              <a:rPr sz="1800" spc="-10" dirty="0">
                <a:solidFill>
                  <a:srgbClr val="273139"/>
                </a:solidFill>
                <a:latin typeface="Calibri"/>
                <a:cs typeface="Calibri"/>
              </a:rPr>
              <a:t>to</a:t>
            </a:r>
            <a:r>
              <a:rPr sz="1800" dirty="0">
                <a:solidFill>
                  <a:srgbClr val="273139"/>
                </a:solidFill>
                <a:latin typeface="Calibri"/>
                <a:cs typeface="Calibri"/>
              </a:rPr>
              <a:t> </a:t>
            </a:r>
            <a:r>
              <a:rPr sz="1800" spc="-10" dirty="0">
                <a:solidFill>
                  <a:srgbClr val="273139"/>
                </a:solidFill>
                <a:latin typeface="Calibri"/>
                <a:cs typeface="Calibri"/>
              </a:rPr>
              <a:t>evolve</a:t>
            </a:r>
            <a:r>
              <a:rPr sz="1800" spc="5" dirty="0">
                <a:solidFill>
                  <a:srgbClr val="273139"/>
                </a:solidFill>
                <a:latin typeface="Calibri"/>
                <a:cs typeface="Calibri"/>
              </a:rPr>
              <a:t> </a:t>
            </a:r>
            <a:r>
              <a:rPr sz="1800" spc="-10" dirty="0">
                <a:solidFill>
                  <a:srgbClr val="273139"/>
                </a:solidFill>
                <a:latin typeface="Calibri"/>
                <a:cs typeface="Calibri"/>
              </a:rPr>
              <a:t>to</a:t>
            </a:r>
            <a:r>
              <a:rPr sz="1800" spc="5" dirty="0">
                <a:solidFill>
                  <a:srgbClr val="273139"/>
                </a:solidFill>
                <a:latin typeface="Calibri"/>
                <a:cs typeface="Calibri"/>
              </a:rPr>
              <a:t> </a:t>
            </a:r>
            <a:r>
              <a:rPr sz="1800" spc="-5" dirty="0">
                <a:solidFill>
                  <a:srgbClr val="273139"/>
                </a:solidFill>
                <a:latin typeface="Calibri"/>
                <a:cs typeface="Calibri"/>
              </a:rPr>
              <a:t>meet</a:t>
            </a:r>
            <a:r>
              <a:rPr sz="1800" spc="5" dirty="0">
                <a:solidFill>
                  <a:srgbClr val="273139"/>
                </a:solidFill>
                <a:latin typeface="Calibri"/>
                <a:cs typeface="Calibri"/>
              </a:rPr>
              <a:t> </a:t>
            </a:r>
            <a:r>
              <a:rPr sz="1800" spc="-5" dirty="0">
                <a:solidFill>
                  <a:srgbClr val="273139"/>
                </a:solidFill>
                <a:latin typeface="Calibri"/>
                <a:cs typeface="Calibri"/>
              </a:rPr>
              <a:t>changing</a:t>
            </a:r>
            <a:r>
              <a:rPr sz="1800" spc="30" dirty="0">
                <a:solidFill>
                  <a:srgbClr val="273139"/>
                </a:solidFill>
                <a:latin typeface="Calibri"/>
                <a:cs typeface="Calibri"/>
              </a:rPr>
              <a:t> </a:t>
            </a:r>
            <a:r>
              <a:rPr sz="1800" spc="-10" dirty="0">
                <a:solidFill>
                  <a:srgbClr val="273139"/>
                </a:solidFill>
                <a:latin typeface="Calibri"/>
                <a:cs typeface="Calibri"/>
              </a:rPr>
              <a:t>requirements.</a:t>
            </a:r>
            <a:endParaRPr sz="18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3175" rIns="0" bIns="0" rtlCol="0">
            <a:spAutoFit/>
          </a:bodyPr>
          <a:lstStyle/>
          <a:p>
            <a:pPr>
              <a:lnSpc>
                <a:spcPct val="100000"/>
              </a:lnSpc>
              <a:spcBef>
                <a:spcPts val="25"/>
              </a:spcBef>
            </a:pPr>
            <a:endParaRPr sz="4150">
              <a:latin typeface="Times New Roman"/>
              <a:cs typeface="Times New Roman"/>
            </a:endParaRPr>
          </a:p>
          <a:p>
            <a:pPr marL="231775">
              <a:lnSpc>
                <a:spcPct val="100000"/>
              </a:lnSpc>
            </a:pPr>
            <a:r>
              <a:rPr spc="-15" dirty="0">
                <a:latin typeface="Calibri"/>
                <a:cs typeface="Calibri"/>
              </a:rPr>
              <a:t>OBJECTIVES</a:t>
            </a:r>
            <a:r>
              <a:rPr spc="-10" dirty="0">
                <a:latin typeface="Calibri"/>
                <a:cs typeface="Calibri"/>
              </a:rPr>
              <a:t> OF</a:t>
            </a:r>
            <a:r>
              <a:rPr spc="5" dirty="0">
                <a:latin typeface="Calibri"/>
                <a:cs typeface="Calibri"/>
              </a:rPr>
              <a:t> </a:t>
            </a:r>
            <a:r>
              <a:rPr spc="-25" dirty="0">
                <a:latin typeface="Calibri"/>
                <a:cs typeface="Calibri"/>
              </a:rPr>
              <a:t>SOFTWARE</a:t>
            </a:r>
            <a:r>
              <a:rPr spc="20" dirty="0">
                <a:latin typeface="Calibri"/>
                <a:cs typeface="Calibri"/>
              </a:rPr>
              <a:t> </a:t>
            </a:r>
            <a:r>
              <a:rPr spc="-5" dirty="0">
                <a:latin typeface="Calibri"/>
                <a:cs typeface="Calibri"/>
              </a:rPr>
              <a:t>ENGINEERING-EFFICIENCY</a:t>
            </a:r>
          </a:p>
        </p:txBody>
      </p:sp>
      <p:sp>
        <p:nvSpPr>
          <p:cNvPr id="3" name="object 3"/>
          <p:cNvSpPr txBox="1"/>
          <p:nvPr/>
        </p:nvSpPr>
        <p:spPr>
          <a:xfrm>
            <a:off x="659993" y="3521151"/>
            <a:ext cx="10464800" cy="975994"/>
          </a:xfrm>
          <a:prstGeom prst="rect">
            <a:avLst/>
          </a:prstGeom>
        </p:spPr>
        <p:txBody>
          <a:bodyPr vert="horz" wrap="square" lIns="0" tIns="12700" rIns="0" bIns="0" rtlCol="0">
            <a:spAutoFit/>
          </a:bodyPr>
          <a:lstStyle/>
          <a:p>
            <a:pPr marL="318770" indent="-306705">
              <a:lnSpc>
                <a:spcPct val="100000"/>
              </a:lnSpc>
              <a:spcBef>
                <a:spcPts val="100"/>
              </a:spcBef>
              <a:buClr>
                <a:srgbClr val="8BB649"/>
              </a:buClr>
              <a:buSzPct val="91666"/>
              <a:buFont typeface="Cambria"/>
              <a:buChar char="◾"/>
              <a:tabLst>
                <a:tab pos="318770" algn="l"/>
                <a:tab pos="319405" algn="l"/>
              </a:tabLst>
            </a:pPr>
            <a:r>
              <a:rPr sz="1800" spc="-55" dirty="0">
                <a:solidFill>
                  <a:srgbClr val="3C3C3C"/>
                </a:solidFill>
                <a:latin typeface="Trebuchet MS"/>
                <a:cs typeface="Trebuchet MS"/>
              </a:rPr>
              <a:t>The</a:t>
            </a:r>
            <a:r>
              <a:rPr sz="1800" spc="-50" dirty="0">
                <a:solidFill>
                  <a:srgbClr val="3C3C3C"/>
                </a:solidFill>
                <a:latin typeface="Trebuchet MS"/>
                <a:cs typeface="Trebuchet MS"/>
              </a:rPr>
              <a:t> </a:t>
            </a:r>
            <a:r>
              <a:rPr sz="1800" spc="-90" dirty="0">
                <a:solidFill>
                  <a:srgbClr val="3C3C3C"/>
                </a:solidFill>
                <a:latin typeface="Trebuchet MS"/>
                <a:cs typeface="Trebuchet MS"/>
              </a:rPr>
              <a:t>amount</a:t>
            </a:r>
            <a:r>
              <a:rPr sz="1800" spc="-60" dirty="0">
                <a:solidFill>
                  <a:srgbClr val="3C3C3C"/>
                </a:solidFill>
                <a:latin typeface="Trebuchet MS"/>
                <a:cs typeface="Trebuchet MS"/>
              </a:rPr>
              <a:t> </a:t>
            </a:r>
            <a:r>
              <a:rPr sz="1800" spc="-95" dirty="0">
                <a:solidFill>
                  <a:srgbClr val="3C3C3C"/>
                </a:solidFill>
                <a:latin typeface="Trebuchet MS"/>
                <a:cs typeface="Trebuchet MS"/>
              </a:rPr>
              <a:t>of</a:t>
            </a:r>
            <a:r>
              <a:rPr sz="1800" spc="-40" dirty="0">
                <a:solidFill>
                  <a:srgbClr val="3C3C3C"/>
                </a:solidFill>
                <a:latin typeface="Trebuchet MS"/>
                <a:cs typeface="Trebuchet MS"/>
              </a:rPr>
              <a:t> </a:t>
            </a:r>
            <a:r>
              <a:rPr sz="1800" spc="-90" dirty="0">
                <a:solidFill>
                  <a:srgbClr val="3C3C3C"/>
                </a:solidFill>
                <a:latin typeface="Trebuchet MS"/>
                <a:cs typeface="Trebuchet MS"/>
              </a:rPr>
              <a:t>software</a:t>
            </a:r>
            <a:r>
              <a:rPr sz="1800" spc="-60" dirty="0">
                <a:solidFill>
                  <a:srgbClr val="3C3C3C"/>
                </a:solidFill>
                <a:latin typeface="Trebuchet MS"/>
                <a:cs typeface="Trebuchet MS"/>
              </a:rPr>
              <a:t> </a:t>
            </a:r>
            <a:r>
              <a:rPr sz="1800" spc="-120" dirty="0">
                <a:solidFill>
                  <a:srgbClr val="3C3C3C"/>
                </a:solidFill>
                <a:latin typeface="Trebuchet MS"/>
                <a:cs typeface="Trebuchet MS"/>
              </a:rPr>
              <a:t>developed,</a:t>
            </a:r>
            <a:r>
              <a:rPr sz="1800" spc="-245" dirty="0">
                <a:solidFill>
                  <a:srgbClr val="3C3C3C"/>
                </a:solidFill>
                <a:latin typeface="Trebuchet MS"/>
                <a:cs typeface="Trebuchet MS"/>
              </a:rPr>
              <a:t> </a:t>
            </a:r>
            <a:r>
              <a:rPr sz="1800" spc="20" dirty="0">
                <a:solidFill>
                  <a:srgbClr val="3C3C3C"/>
                </a:solidFill>
                <a:latin typeface="Trebuchet MS"/>
                <a:cs typeface="Trebuchet MS"/>
              </a:rPr>
              <a:t>or</a:t>
            </a:r>
            <a:r>
              <a:rPr sz="1800" spc="-40" dirty="0">
                <a:solidFill>
                  <a:srgbClr val="3C3C3C"/>
                </a:solidFill>
                <a:latin typeface="Trebuchet MS"/>
                <a:cs typeface="Trebuchet MS"/>
              </a:rPr>
              <a:t> </a:t>
            </a:r>
            <a:r>
              <a:rPr sz="1800" spc="-95" dirty="0">
                <a:solidFill>
                  <a:srgbClr val="3C3C3C"/>
                </a:solidFill>
                <a:latin typeface="Trebuchet MS"/>
                <a:cs typeface="Trebuchet MS"/>
              </a:rPr>
              <a:t>requirement</a:t>
            </a:r>
            <a:r>
              <a:rPr sz="1800" spc="-40" dirty="0">
                <a:solidFill>
                  <a:srgbClr val="3C3C3C"/>
                </a:solidFill>
                <a:latin typeface="Trebuchet MS"/>
                <a:cs typeface="Trebuchet MS"/>
              </a:rPr>
              <a:t> </a:t>
            </a:r>
            <a:r>
              <a:rPr sz="1800" spc="-100" dirty="0">
                <a:solidFill>
                  <a:srgbClr val="3C3C3C"/>
                </a:solidFill>
                <a:latin typeface="Trebuchet MS"/>
                <a:cs typeface="Trebuchet MS"/>
              </a:rPr>
              <a:t>divided</a:t>
            </a:r>
            <a:r>
              <a:rPr sz="1800" spc="-50" dirty="0">
                <a:solidFill>
                  <a:srgbClr val="3C3C3C"/>
                </a:solidFill>
                <a:latin typeface="Trebuchet MS"/>
                <a:cs typeface="Trebuchet MS"/>
              </a:rPr>
              <a:t> </a:t>
            </a:r>
            <a:r>
              <a:rPr sz="1800" spc="-110" dirty="0">
                <a:solidFill>
                  <a:srgbClr val="3C3C3C"/>
                </a:solidFill>
                <a:latin typeface="Trebuchet MS"/>
                <a:cs typeface="Trebuchet MS"/>
              </a:rPr>
              <a:t>by</a:t>
            </a:r>
            <a:r>
              <a:rPr sz="1800" spc="-55" dirty="0">
                <a:solidFill>
                  <a:srgbClr val="3C3C3C"/>
                </a:solidFill>
                <a:latin typeface="Trebuchet MS"/>
                <a:cs typeface="Trebuchet MS"/>
              </a:rPr>
              <a:t> </a:t>
            </a:r>
            <a:r>
              <a:rPr sz="1800" spc="-105" dirty="0">
                <a:solidFill>
                  <a:srgbClr val="3C3C3C"/>
                </a:solidFill>
                <a:latin typeface="Trebuchet MS"/>
                <a:cs typeface="Trebuchet MS"/>
              </a:rPr>
              <a:t>the</a:t>
            </a:r>
            <a:r>
              <a:rPr sz="1800" spc="-40" dirty="0">
                <a:solidFill>
                  <a:srgbClr val="3C3C3C"/>
                </a:solidFill>
                <a:latin typeface="Trebuchet MS"/>
                <a:cs typeface="Trebuchet MS"/>
              </a:rPr>
              <a:t> </a:t>
            </a:r>
            <a:r>
              <a:rPr sz="1800" spc="-85" dirty="0">
                <a:solidFill>
                  <a:srgbClr val="3C3C3C"/>
                </a:solidFill>
                <a:latin typeface="Trebuchet MS"/>
                <a:cs typeface="Trebuchet MS"/>
              </a:rPr>
              <a:t>number</a:t>
            </a:r>
            <a:r>
              <a:rPr sz="1800" spc="-55" dirty="0">
                <a:solidFill>
                  <a:srgbClr val="3C3C3C"/>
                </a:solidFill>
                <a:latin typeface="Trebuchet MS"/>
                <a:cs typeface="Trebuchet MS"/>
              </a:rPr>
              <a:t> </a:t>
            </a:r>
            <a:r>
              <a:rPr sz="1800" spc="-95" dirty="0">
                <a:solidFill>
                  <a:srgbClr val="3C3C3C"/>
                </a:solidFill>
                <a:latin typeface="Trebuchet MS"/>
                <a:cs typeface="Trebuchet MS"/>
              </a:rPr>
              <a:t>of</a:t>
            </a:r>
            <a:r>
              <a:rPr sz="1800" spc="-40" dirty="0">
                <a:solidFill>
                  <a:srgbClr val="3C3C3C"/>
                </a:solidFill>
                <a:latin typeface="Trebuchet MS"/>
                <a:cs typeface="Trebuchet MS"/>
              </a:rPr>
              <a:t> </a:t>
            </a:r>
            <a:r>
              <a:rPr sz="1800" spc="-60" dirty="0">
                <a:solidFill>
                  <a:srgbClr val="3C3C3C"/>
                </a:solidFill>
                <a:latin typeface="Trebuchet MS"/>
                <a:cs typeface="Trebuchet MS"/>
              </a:rPr>
              <a:t>resources</a:t>
            </a:r>
            <a:r>
              <a:rPr sz="1800" spc="-65" dirty="0">
                <a:solidFill>
                  <a:srgbClr val="3C3C3C"/>
                </a:solidFill>
                <a:latin typeface="Trebuchet MS"/>
                <a:cs typeface="Trebuchet MS"/>
              </a:rPr>
              <a:t> </a:t>
            </a:r>
            <a:r>
              <a:rPr sz="1800" spc="-80" dirty="0">
                <a:solidFill>
                  <a:srgbClr val="3C3C3C"/>
                </a:solidFill>
                <a:latin typeface="Trebuchet MS"/>
                <a:cs typeface="Trebuchet MS"/>
              </a:rPr>
              <a:t>used</a:t>
            </a:r>
            <a:r>
              <a:rPr sz="1800" spc="-55" dirty="0">
                <a:solidFill>
                  <a:srgbClr val="3C3C3C"/>
                </a:solidFill>
                <a:latin typeface="Trebuchet MS"/>
                <a:cs typeface="Trebuchet MS"/>
              </a:rPr>
              <a:t> </a:t>
            </a:r>
            <a:r>
              <a:rPr sz="1800" spc="-120" dirty="0">
                <a:solidFill>
                  <a:srgbClr val="3C3C3C"/>
                </a:solidFill>
                <a:latin typeface="Trebuchet MS"/>
                <a:cs typeface="Trebuchet MS"/>
              </a:rPr>
              <a:t>like</a:t>
            </a:r>
            <a:r>
              <a:rPr sz="1800" spc="-40" dirty="0">
                <a:solidFill>
                  <a:srgbClr val="3C3C3C"/>
                </a:solidFill>
                <a:latin typeface="Trebuchet MS"/>
                <a:cs typeface="Trebuchet MS"/>
              </a:rPr>
              <a:t> </a:t>
            </a:r>
            <a:r>
              <a:rPr sz="1800" spc="-140" dirty="0">
                <a:solidFill>
                  <a:srgbClr val="3C3C3C"/>
                </a:solidFill>
                <a:latin typeface="Trebuchet MS"/>
                <a:cs typeface="Trebuchet MS"/>
              </a:rPr>
              <a:t>time,</a:t>
            </a:r>
            <a:r>
              <a:rPr sz="1800" spc="-225" dirty="0">
                <a:solidFill>
                  <a:srgbClr val="3C3C3C"/>
                </a:solidFill>
                <a:latin typeface="Trebuchet MS"/>
                <a:cs typeface="Trebuchet MS"/>
              </a:rPr>
              <a:t> </a:t>
            </a:r>
            <a:r>
              <a:rPr sz="1800" spc="-125" dirty="0">
                <a:solidFill>
                  <a:srgbClr val="3C3C3C"/>
                </a:solidFill>
                <a:latin typeface="Trebuchet MS"/>
                <a:cs typeface="Trebuchet MS"/>
              </a:rPr>
              <a:t>effort,</a:t>
            </a:r>
            <a:endParaRPr sz="1800" dirty="0">
              <a:latin typeface="Trebuchet MS"/>
              <a:cs typeface="Trebuchet MS"/>
            </a:endParaRPr>
          </a:p>
          <a:p>
            <a:pPr marL="318770">
              <a:lnSpc>
                <a:spcPct val="100000"/>
              </a:lnSpc>
              <a:spcBef>
                <a:spcPts val="5"/>
              </a:spcBef>
            </a:pPr>
            <a:r>
              <a:rPr sz="1800" spc="-90" dirty="0">
                <a:solidFill>
                  <a:srgbClr val="3C3C3C"/>
                </a:solidFill>
                <a:latin typeface="Trebuchet MS"/>
                <a:cs typeface="Trebuchet MS"/>
              </a:rPr>
              <a:t>amo</a:t>
            </a:r>
            <a:r>
              <a:rPr sz="1800" spc="-110" dirty="0">
                <a:solidFill>
                  <a:srgbClr val="3C3C3C"/>
                </a:solidFill>
                <a:latin typeface="Trebuchet MS"/>
                <a:cs typeface="Trebuchet MS"/>
              </a:rPr>
              <a:t>ng</a:t>
            </a:r>
            <a:r>
              <a:rPr sz="1800" spc="-65" dirty="0">
                <a:solidFill>
                  <a:srgbClr val="3C3C3C"/>
                </a:solidFill>
                <a:latin typeface="Trebuchet MS"/>
                <a:cs typeface="Trebuchet MS"/>
              </a:rPr>
              <a:t> </a:t>
            </a:r>
            <a:r>
              <a:rPr sz="1800" spc="-60" dirty="0">
                <a:solidFill>
                  <a:srgbClr val="3C3C3C"/>
                </a:solidFill>
                <a:latin typeface="Trebuchet MS"/>
                <a:cs typeface="Trebuchet MS"/>
              </a:rPr>
              <a:t>other</a:t>
            </a:r>
            <a:r>
              <a:rPr sz="1800" spc="-50" dirty="0">
                <a:solidFill>
                  <a:srgbClr val="3C3C3C"/>
                </a:solidFill>
                <a:latin typeface="Trebuchet MS"/>
                <a:cs typeface="Trebuchet MS"/>
              </a:rPr>
              <a:t> </a:t>
            </a:r>
            <a:r>
              <a:rPr sz="1800" spc="-120" dirty="0">
                <a:solidFill>
                  <a:srgbClr val="3C3C3C"/>
                </a:solidFill>
                <a:latin typeface="Trebuchet MS"/>
                <a:cs typeface="Trebuchet MS"/>
              </a:rPr>
              <a:t>examp</a:t>
            </a:r>
            <a:r>
              <a:rPr sz="1800" spc="-55" dirty="0">
                <a:solidFill>
                  <a:srgbClr val="3C3C3C"/>
                </a:solidFill>
                <a:latin typeface="Trebuchet MS"/>
                <a:cs typeface="Trebuchet MS"/>
              </a:rPr>
              <a:t>l</a:t>
            </a:r>
            <a:r>
              <a:rPr sz="1800" spc="-145" dirty="0">
                <a:solidFill>
                  <a:srgbClr val="3C3C3C"/>
                </a:solidFill>
                <a:latin typeface="Trebuchet MS"/>
                <a:cs typeface="Trebuchet MS"/>
              </a:rPr>
              <a:t>es.</a:t>
            </a:r>
            <a:endParaRPr sz="1800" dirty="0">
              <a:latin typeface="Trebuchet MS"/>
              <a:cs typeface="Trebuchet MS"/>
            </a:endParaRPr>
          </a:p>
          <a:p>
            <a:pPr marL="318770" indent="-306705">
              <a:lnSpc>
                <a:spcPct val="100000"/>
              </a:lnSpc>
              <a:spcBef>
                <a:spcPts val="994"/>
              </a:spcBef>
              <a:buClr>
                <a:srgbClr val="8BB649"/>
              </a:buClr>
              <a:buSzPct val="91666"/>
              <a:buFont typeface="Cambria"/>
              <a:buChar char="◾"/>
              <a:tabLst>
                <a:tab pos="318770" algn="l"/>
                <a:tab pos="319405" algn="l"/>
              </a:tabLst>
            </a:pPr>
            <a:r>
              <a:rPr sz="1800" spc="-5" dirty="0">
                <a:solidFill>
                  <a:srgbClr val="273139"/>
                </a:solidFill>
                <a:latin typeface="Calibri"/>
                <a:cs typeface="Calibri"/>
              </a:rPr>
              <a:t>The</a:t>
            </a:r>
            <a:r>
              <a:rPr sz="1800" spc="5" dirty="0">
                <a:solidFill>
                  <a:srgbClr val="273139"/>
                </a:solidFill>
                <a:latin typeface="Calibri"/>
                <a:cs typeface="Calibri"/>
              </a:rPr>
              <a:t> </a:t>
            </a:r>
            <a:r>
              <a:rPr sz="1800" spc="-10" dirty="0">
                <a:solidFill>
                  <a:srgbClr val="273139"/>
                </a:solidFill>
                <a:latin typeface="Calibri"/>
                <a:cs typeface="Calibri"/>
              </a:rPr>
              <a:t>software</a:t>
            </a:r>
            <a:r>
              <a:rPr sz="1800" spc="25" dirty="0">
                <a:solidFill>
                  <a:srgbClr val="273139"/>
                </a:solidFill>
                <a:latin typeface="Calibri"/>
                <a:cs typeface="Calibri"/>
              </a:rPr>
              <a:t> </a:t>
            </a:r>
            <a:r>
              <a:rPr sz="1800" spc="-5" dirty="0">
                <a:solidFill>
                  <a:srgbClr val="273139"/>
                </a:solidFill>
                <a:latin typeface="Calibri"/>
                <a:cs typeface="Calibri"/>
              </a:rPr>
              <a:t>should</a:t>
            </a:r>
            <a:r>
              <a:rPr sz="1800" spc="10" dirty="0">
                <a:solidFill>
                  <a:srgbClr val="273139"/>
                </a:solidFill>
                <a:latin typeface="Calibri"/>
                <a:cs typeface="Calibri"/>
              </a:rPr>
              <a:t> </a:t>
            </a:r>
            <a:r>
              <a:rPr sz="1800" spc="-5" dirty="0">
                <a:solidFill>
                  <a:srgbClr val="273139"/>
                </a:solidFill>
                <a:latin typeface="Calibri"/>
                <a:cs typeface="Calibri"/>
              </a:rPr>
              <a:t>not</a:t>
            </a:r>
            <a:r>
              <a:rPr sz="1800" spc="5" dirty="0">
                <a:solidFill>
                  <a:srgbClr val="273139"/>
                </a:solidFill>
                <a:latin typeface="Calibri"/>
                <a:cs typeface="Calibri"/>
              </a:rPr>
              <a:t> </a:t>
            </a:r>
            <a:r>
              <a:rPr sz="1800" spc="-15" dirty="0">
                <a:solidFill>
                  <a:srgbClr val="273139"/>
                </a:solidFill>
                <a:latin typeface="Calibri"/>
                <a:cs typeface="Calibri"/>
              </a:rPr>
              <a:t>make</a:t>
            </a:r>
            <a:r>
              <a:rPr sz="1800" spc="5" dirty="0">
                <a:solidFill>
                  <a:srgbClr val="273139"/>
                </a:solidFill>
                <a:latin typeface="Calibri"/>
                <a:cs typeface="Calibri"/>
              </a:rPr>
              <a:t> </a:t>
            </a:r>
            <a:r>
              <a:rPr sz="1800" spc="-15" dirty="0">
                <a:solidFill>
                  <a:srgbClr val="273139"/>
                </a:solidFill>
                <a:latin typeface="Calibri"/>
                <a:cs typeface="Calibri"/>
              </a:rPr>
              <a:t>wasteful</a:t>
            </a:r>
            <a:r>
              <a:rPr sz="1800" spc="15" dirty="0">
                <a:solidFill>
                  <a:srgbClr val="273139"/>
                </a:solidFill>
                <a:latin typeface="Calibri"/>
                <a:cs typeface="Calibri"/>
              </a:rPr>
              <a:t> </a:t>
            </a:r>
            <a:r>
              <a:rPr sz="1800" spc="-5" dirty="0">
                <a:solidFill>
                  <a:srgbClr val="273139"/>
                </a:solidFill>
                <a:latin typeface="Calibri"/>
                <a:cs typeface="Calibri"/>
              </a:rPr>
              <a:t>use</a:t>
            </a:r>
            <a:r>
              <a:rPr sz="1800" spc="10" dirty="0">
                <a:solidFill>
                  <a:srgbClr val="273139"/>
                </a:solidFill>
                <a:latin typeface="Calibri"/>
                <a:cs typeface="Calibri"/>
              </a:rPr>
              <a:t> </a:t>
            </a:r>
            <a:r>
              <a:rPr sz="1800" spc="-5" dirty="0">
                <a:solidFill>
                  <a:srgbClr val="273139"/>
                </a:solidFill>
                <a:latin typeface="Calibri"/>
                <a:cs typeface="Calibri"/>
              </a:rPr>
              <a:t>of</a:t>
            </a:r>
            <a:r>
              <a:rPr sz="1800" spc="5" dirty="0">
                <a:solidFill>
                  <a:srgbClr val="273139"/>
                </a:solidFill>
                <a:latin typeface="Calibri"/>
                <a:cs typeface="Calibri"/>
              </a:rPr>
              <a:t> </a:t>
            </a:r>
            <a:r>
              <a:rPr sz="1800" spc="-10" dirty="0">
                <a:solidFill>
                  <a:srgbClr val="273139"/>
                </a:solidFill>
                <a:latin typeface="Calibri"/>
                <a:cs typeface="Calibri"/>
              </a:rPr>
              <a:t>computing</a:t>
            </a:r>
            <a:r>
              <a:rPr sz="1800" spc="35" dirty="0">
                <a:solidFill>
                  <a:srgbClr val="273139"/>
                </a:solidFill>
                <a:latin typeface="Calibri"/>
                <a:cs typeface="Calibri"/>
              </a:rPr>
              <a:t> </a:t>
            </a:r>
            <a:r>
              <a:rPr sz="1800" spc="-5" dirty="0">
                <a:solidFill>
                  <a:srgbClr val="273139"/>
                </a:solidFill>
                <a:latin typeface="Calibri"/>
                <a:cs typeface="Calibri"/>
              </a:rPr>
              <a:t>devices</a:t>
            </a:r>
            <a:r>
              <a:rPr sz="1800" spc="10" dirty="0">
                <a:solidFill>
                  <a:srgbClr val="273139"/>
                </a:solidFill>
                <a:latin typeface="Calibri"/>
                <a:cs typeface="Calibri"/>
              </a:rPr>
              <a:t> </a:t>
            </a:r>
            <a:r>
              <a:rPr sz="1800" spc="-5" dirty="0">
                <a:solidFill>
                  <a:srgbClr val="273139"/>
                </a:solidFill>
                <a:latin typeface="Calibri"/>
                <a:cs typeface="Calibri"/>
              </a:rPr>
              <a:t>such</a:t>
            </a:r>
            <a:r>
              <a:rPr sz="1800" spc="20" dirty="0">
                <a:solidFill>
                  <a:srgbClr val="273139"/>
                </a:solidFill>
                <a:latin typeface="Calibri"/>
                <a:cs typeface="Calibri"/>
              </a:rPr>
              <a:t> </a:t>
            </a:r>
            <a:r>
              <a:rPr sz="1800" dirty="0">
                <a:solidFill>
                  <a:srgbClr val="273139"/>
                </a:solidFill>
                <a:latin typeface="Calibri"/>
                <a:cs typeface="Calibri"/>
              </a:rPr>
              <a:t>as</a:t>
            </a:r>
            <a:r>
              <a:rPr sz="1800" spc="10" dirty="0">
                <a:solidFill>
                  <a:srgbClr val="273139"/>
                </a:solidFill>
                <a:latin typeface="Calibri"/>
                <a:cs typeface="Calibri"/>
              </a:rPr>
              <a:t> </a:t>
            </a:r>
            <a:r>
              <a:rPr sz="1800" spc="-20" dirty="0">
                <a:solidFill>
                  <a:srgbClr val="273139"/>
                </a:solidFill>
                <a:latin typeface="Calibri"/>
                <a:cs typeface="Calibri"/>
              </a:rPr>
              <a:t>memory,</a:t>
            </a:r>
            <a:r>
              <a:rPr sz="1800" dirty="0">
                <a:solidFill>
                  <a:srgbClr val="273139"/>
                </a:solidFill>
                <a:latin typeface="Calibri"/>
                <a:cs typeface="Calibri"/>
              </a:rPr>
              <a:t> </a:t>
            </a:r>
            <a:r>
              <a:rPr sz="1800" spc="-10" dirty="0">
                <a:solidFill>
                  <a:srgbClr val="273139"/>
                </a:solidFill>
                <a:latin typeface="Calibri"/>
                <a:cs typeface="Calibri"/>
              </a:rPr>
              <a:t>processor</a:t>
            </a:r>
            <a:r>
              <a:rPr sz="1800" spc="5" dirty="0">
                <a:solidFill>
                  <a:srgbClr val="273139"/>
                </a:solidFill>
                <a:latin typeface="Calibri"/>
                <a:cs typeface="Calibri"/>
              </a:rPr>
              <a:t> </a:t>
            </a:r>
            <a:r>
              <a:rPr sz="1800" spc="-10" dirty="0">
                <a:solidFill>
                  <a:srgbClr val="273139"/>
                </a:solidFill>
                <a:latin typeface="Calibri"/>
                <a:cs typeface="Calibri"/>
              </a:rPr>
              <a:t>cycles,</a:t>
            </a:r>
            <a:r>
              <a:rPr sz="1800" spc="10" dirty="0">
                <a:solidFill>
                  <a:srgbClr val="273139"/>
                </a:solidFill>
                <a:latin typeface="Calibri"/>
                <a:cs typeface="Calibri"/>
              </a:rPr>
              <a:t> </a:t>
            </a:r>
            <a:r>
              <a:rPr sz="1800" spc="-15" dirty="0">
                <a:solidFill>
                  <a:srgbClr val="273139"/>
                </a:solidFill>
                <a:latin typeface="Calibri"/>
                <a:cs typeface="Calibri"/>
              </a:rPr>
              <a:t>etc.</a:t>
            </a:r>
            <a:endParaRPr sz="18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20" dirty="0"/>
              <a:t>OBJECTIVES</a:t>
            </a:r>
            <a:r>
              <a:rPr spc="-90" dirty="0"/>
              <a:t> </a:t>
            </a:r>
            <a:r>
              <a:rPr spc="125" dirty="0"/>
              <a:t>OF</a:t>
            </a:r>
            <a:r>
              <a:rPr spc="-105" dirty="0"/>
              <a:t> </a:t>
            </a:r>
            <a:r>
              <a:rPr spc="90" dirty="0"/>
              <a:t>SOFTWARE</a:t>
            </a:r>
            <a:r>
              <a:rPr spc="-90" dirty="0"/>
              <a:t> </a:t>
            </a:r>
            <a:r>
              <a:rPr spc="100" dirty="0"/>
              <a:t>ENGINEERING-CORRECTNESS</a:t>
            </a:r>
          </a:p>
        </p:txBody>
      </p:sp>
      <p:sp>
        <p:nvSpPr>
          <p:cNvPr id="3" name="object 3"/>
          <p:cNvSpPr txBox="1"/>
          <p:nvPr/>
        </p:nvSpPr>
        <p:spPr>
          <a:xfrm>
            <a:off x="659993" y="3718305"/>
            <a:ext cx="10707370" cy="575945"/>
          </a:xfrm>
          <a:prstGeom prst="rect">
            <a:avLst/>
          </a:prstGeom>
        </p:spPr>
        <p:txBody>
          <a:bodyPr vert="horz" wrap="square" lIns="0" tIns="10795" rIns="0" bIns="0" rtlCol="0">
            <a:spAutoFit/>
          </a:bodyPr>
          <a:lstStyle/>
          <a:p>
            <a:pPr marL="318770" marR="5080" indent="-306705">
              <a:lnSpc>
                <a:spcPct val="100600"/>
              </a:lnSpc>
              <a:spcBef>
                <a:spcPts val="85"/>
              </a:spcBef>
              <a:buClr>
                <a:srgbClr val="8BB649"/>
              </a:buClr>
              <a:buSzPct val="91666"/>
              <a:buFont typeface="Cambria"/>
              <a:buChar char="◾"/>
              <a:tabLst>
                <a:tab pos="318770" algn="l"/>
                <a:tab pos="319405" algn="l"/>
              </a:tabLst>
            </a:pPr>
            <a:r>
              <a:rPr sz="1800" dirty="0">
                <a:solidFill>
                  <a:srgbClr val="273139"/>
                </a:solidFill>
                <a:latin typeface="Calibri"/>
                <a:cs typeface="Calibri"/>
              </a:rPr>
              <a:t>A</a:t>
            </a:r>
            <a:r>
              <a:rPr sz="1800" spc="5" dirty="0">
                <a:solidFill>
                  <a:srgbClr val="273139"/>
                </a:solidFill>
                <a:latin typeface="Calibri"/>
                <a:cs typeface="Calibri"/>
              </a:rPr>
              <a:t> </a:t>
            </a:r>
            <a:r>
              <a:rPr sz="1800" spc="-10" dirty="0">
                <a:solidFill>
                  <a:srgbClr val="273139"/>
                </a:solidFill>
                <a:latin typeface="Calibri"/>
                <a:cs typeface="Calibri"/>
              </a:rPr>
              <a:t>software</a:t>
            </a:r>
            <a:r>
              <a:rPr sz="1800" spc="5" dirty="0">
                <a:solidFill>
                  <a:srgbClr val="273139"/>
                </a:solidFill>
                <a:latin typeface="Calibri"/>
                <a:cs typeface="Calibri"/>
              </a:rPr>
              <a:t> </a:t>
            </a:r>
            <a:r>
              <a:rPr sz="1800" spc="-10" dirty="0">
                <a:solidFill>
                  <a:srgbClr val="273139"/>
                </a:solidFill>
                <a:latin typeface="Calibri"/>
                <a:cs typeface="Calibri"/>
              </a:rPr>
              <a:t>product</a:t>
            </a:r>
            <a:r>
              <a:rPr sz="1800" spc="10" dirty="0">
                <a:solidFill>
                  <a:srgbClr val="273139"/>
                </a:solidFill>
                <a:latin typeface="Calibri"/>
                <a:cs typeface="Calibri"/>
              </a:rPr>
              <a:t> </a:t>
            </a:r>
            <a:r>
              <a:rPr sz="1800" spc="-5" dirty="0">
                <a:solidFill>
                  <a:srgbClr val="273139"/>
                </a:solidFill>
                <a:latin typeface="Calibri"/>
                <a:cs typeface="Calibri"/>
              </a:rPr>
              <a:t>is</a:t>
            </a:r>
            <a:r>
              <a:rPr sz="1800" spc="20" dirty="0">
                <a:solidFill>
                  <a:srgbClr val="273139"/>
                </a:solidFill>
                <a:latin typeface="Calibri"/>
                <a:cs typeface="Calibri"/>
              </a:rPr>
              <a:t> </a:t>
            </a:r>
            <a:r>
              <a:rPr sz="1800" spc="-10" dirty="0">
                <a:solidFill>
                  <a:srgbClr val="273139"/>
                </a:solidFill>
                <a:latin typeface="Calibri"/>
                <a:cs typeface="Calibri"/>
              </a:rPr>
              <a:t>correct</a:t>
            </a:r>
            <a:r>
              <a:rPr sz="1800" spc="10" dirty="0">
                <a:solidFill>
                  <a:srgbClr val="273139"/>
                </a:solidFill>
                <a:latin typeface="Calibri"/>
                <a:cs typeface="Calibri"/>
              </a:rPr>
              <a:t> </a:t>
            </a:r>
            <a:r>
              <a:rPr sz="1800" spc="-5" dirty="0">
                <a:solidFill>
                  <a:srgbClr val="273139"/>
                </a:solidFill>
                <a:latin typeface="Calibri"/>
                <a:cs typeface="Calibri"/>
              </a:rPr>
              <a:t>if</a:t>
            </a:r>
            <a:r>
              <a:rPr sz="1800" spc="20" dirty="0">
                <a:solidFill>
                  <a:srgbClr val="273139"/>
                </a:solidFill>
                <a:latin typeface="Calibri"/>
                <a:cs typeface="Calibri"/>
              </a:rPr>
              <a:t> </a:t>
            </a:r>
            <a:r>
              <a:rPr sz="1800" dirty="0">
                <a:solidFill>
                  <a:srgbClr val="273139"/>
                </a:solidFill>
                <a:latin typeface="Calibri"/>
                <a:cs typeface="Calibri"/>
              </a:rPr>
              <a:t>the</a:t>
            </a:r>
            <a:r>
              <a:rPr sz="1800" spc="5" dirty="0">
                <a:solidFill>
                  <a:srgbClr val="273139"/>
                </a:solidFill>
                <a:latin typeface="Calibri"/>
                <a:cs typeface="Calibri"/>
              </a:rPr>
              <a:t> </a:t>
            </a:r>
            <a:r>
              <a:rPr sz="1800" spc="-15" dirty="0">
                <a:solidFill>
                  <a:srgbClr val="273139"/>
                </a:solidFill>
                <a:latin typeface="Calibri"/>
                <a:cs typeface="Calibri"/>
              </a:rPr>
              <a:t>different</a:t>
            </a:r>
            <a:r>
              <a:rPr sz="1800" spc="10" dirty="0">
                <a:solidFill>
                  <a:srgbClr val="273139"/>
                </a:solidFill>
                <a:latin typeface="Calibri"/>
                <a:cs typeface="Calibri"/>
              </a:rPr>
              <a:t> </a:t>
            </a:r>
            <a:r>
              <a:rPr sz="1800" spc="-10" dirty="0">
                <a:solidFill>
                  <a:srgbClr val="273139"/>
                </a:solidFill>
                <a:latin typeface="Calibri"/>
                <a:cs typeface="Calibri"/>
              </a:rPr>
              <a:t>requirements</a:t>
            </a:r>
            <a:r>
              <a:rPr sz="1800" spc="5" dirty="0">
                <a:solidFill>
                  <a:srgbClr val="273139"/>
                </a:solidFill>
                <a:latin typeface="Calibri"/>
                <a:cs typeface="Calibri"/>
              </a:rPr>
              <a:t> </a:t>
            </a:r>
            <a:r>
              <a:rPr sz="1800" dirty="0">
                <a:solidFill>
                  <a:srgbClr val="273139"/>
                </a:solidFill>
                <a:latin typeface="Calibri"/>
                <a:cs typeface="Calibri"/>
              </a:rPr>
              <a:t>as </a:t>
            </a:r>
            <a:r>
              <a:rPr sz="1800" spc="-5" dirty="0">
                <a:solidFill>
                  <a:srgbClr val="273139"/>
                </a:solidFill>
                <a:latin typeface="Calibri"/>
                <a:cs typeface="Calibri"/>
              </a:rPr>
              <a:t>specified</a:t>
            </a:r>
            <a:r>
              <a:rPr sz="1800" spc="35" dirty="0">
                <a:solidFill>
                  <a:srgbClr val="273139"/>
                </a:solidFill>
                <a:latin typeface="Calibri"/>
                <a:cs typeface="Calibri"/>
              </a:rPr>
              <a:t> </a:t>
            </a:r>
            <a:r>
              <a:rPr sz="1800" spc="-5" dirty="0">
                <a:solidFill>
                  <a:srgbClr val="273139"/>
                </a:solidFill>
                <a:latin typeface="Calibri"/>
                <a:cs typeface="Calibri"/>
              </a:rPr>
              <a:t>in</a:t>
            </a:r>
            <a:r>
              <a:rPr sz="1800" dirty="0">
                <a:solidFill>
                  <a:srgbClr val="273139"/>
                </a:solidFill>
                <a:latin typeface="Calibri"/>
                <a:cs typeface="Calibri"/>
              </a:rPr>
              <a:t> the</a:t>
            </a:r>
            <a:r>
              <a:rPr sz="1800" spc="20" dirty="0">
                <a:solidFill>
                  <a:srgbClr val="273139"/>
                </a:solidFill>
                <a:latin typeface="Calibri"/>
                <a:cs typeface="Calibri"/>
              </a:rPr>
              <a:t> </a:t>
            </a:r>
            <a:r>
              <a:rPr sz="1800" spc="-15" dirty="0">
                <a:solidFill>
                  <a:srgbClr val="273139"/>
                </a:solidFill>
                <a:latin typeface="Calibri"/>
                <a:cs typeface="Calibri"/>
              </a:rPr>
              <a:t>SRS</a:t>
            </a:r>
            <a:r>
              <a:rPr sz="1800" dirty="0">
                <a:solidFill>
                  <a:srgbClr val="273139"/>
                </a:solidFill>
                <a:latin typeface="Calibri"/>
                <a:cs typeface="Calibri"/>
              </a:rPr>
              <a:t> </a:t>
            </a:r>
            <a:r>
              <a:rPr sz="1800" spc="-5" dirty="0">
                <a:solidFill>
                  <a:srgbClr val="273139"/>
                </a:solidFill>
                <a:latin typeface="Calibri"/>
                <a:cs typeface="Calibri"/>
              </a:rPr>
              <a:t>document</a:t>
            </a:r>
            <a:r>
              <a:rPr sz="1800" spc="10" dirty="0">
                <a:solidFill>
                  <a:srgbClr val="273139"/>
                </a:solidFill>
                <a:latin typeface="Calibri"/>
                <a:cs typeface="Calibri"/>
              </a:rPr>
              <a:t> </a:t>
            </a:r>
            <a:r>
              <a:rPr sz="1800" spc="-10" dirty="0">
                <a:solidFill>
                  <a:srgbClr val="273139"/>
                </a:solidFill>
                <a:latin typeface="Calibri"/>
                <a:cs typeface="Calibri"/>
              </a:rPr>
              <a:t>have</a:t>
            </a:r>
            <a:r>
              <a:rPr sz="1800" dirty="0">
                <a:solidFill>
                  <a:srgbClr val="273139"/>
                </a:solidFill>
                <a:latin typeface="Calibri"/>
                <a:cs typeface="Calibri"/>
              </a:rPr>
              <a:t> </a:t>
            </a:r>
            <a:r>
              <a:rPr sz="1800" spc="-5" dirty="0">
                <a:solidFill>
                  <a:srgbClr val="273139"/>
                </a:solidFill>
                <a:latin typeface="Calibri"/>
                <a:cs typeface="Calibri"/>
              </a:rPr>
              <a:t>been</a:t>
            </a:r>
            <a:r>
              <a:rPr sz="1800" spc="20" dirty="0">
                <a:solidFill>
                  <a:srgbClr val="273139"/>
                </a:solidFill>
                <a:latin typeface="Calibri"/>
                <a:cs typeface="Calibri"/>
              </a:rPr>
              <a:t> </a:t>
            </a:r>
            <a:r>
              <a:rPr sz="1800" spc="-10" dirty="0">
                <a:solidFill>
                  <a:srgbClr val="273139"/>
                </a:solidFill>
                <a:latin typeface="Calibri"/>
                <a:cs typeface="Calibri"/>
              </a:rPr>
              <a:t>correctly </a:t>
            </a:r>
            <a:r>
              <a:rPr sz="1800" spc="-395" dirty="0">
                <a:solidFill>
                  <a:srgbClr val="273139"/>
                </a:solidFill>
                <a:latin typeface="Calibri"/>
                <a:cs typeface="Calibri"/>
              </a:rPr>
              <a:t> </a:t>
            </a:r>
            <a:r>
              <a:rPr sz="1800" spc="-5" dirty="0">
                <a:solidFill>
                  <a:srgbClr val="273139"/>
                </a:solidFill>
                <a:latin typeface="Calibri"/>
                <a:cs typeface="Calibri"/>
              </a:rPr>
              <a:t>implemented.</a:t>
            </a:r>
            <a:endParaRPr sz="18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20" dirty="0"/>
              <a:t>OBJECTIVES</a:t>
            </a:r>
            <a:r>
              <a:rPr spc="-75" dirty="0"/>
              <a:t> </a:t>
            </a:r>
            <a:r>
              <a:rPr spc="125" dirty="0"/>
              <a:t>OF</a:t>
            </a:r>
            <a:r>
              <a:rPr spc="-90" dirty="0"/>
              <a:t> </a:t>
            </a:r>
            <a:r>
              <a:rPr spc="90" dirty="0"/>
              <a:t>SOFTWARE</a:t>
            </a:r>
            <a:r>
              <a:rPr spc="-70" dirty="0"/>
              <a:t> </a:t>
            </a:r>
            <a:r>
              <a:rPr spc="50" dirty="0"/>
              <a:t>ENGINEERING-REUSABILITY</a:t>
            </a:r>
          </a:p>
        </p:txBody>
      </p:sp>
      <p:sp>
        <p:nvSpPr>
          <p:cNvPr id="3" name="object 3"/>
          <p:cNvSpPr txBox="1"/>
          <p:nvPr/>
        </p:nvSpPr>
        <p:spPr>
          <a:xfrm>
            <a:off x="659993" y="3718305"/>
            <a:ext cx="10626090" cy="575945"/>
          </a:xfrm>
          <a:prstGeom prst="rect">
            <a:avLst/>
          </a:prstGeom>
        </p:spPr>
        <p:txBody>
          <a:bodyPr vert="horz" wrap="square" lIns="0" tIns="10795" rIns="0" bIns="0" rtlCol="0">
            <a:spAutoFit/>
          </a:bodyPr>
          <a:lstStyle/>
          <a:p>
            <a:pPr marL="318770" marR="5080" indent="-306705">
              <a:lnSpc>
                <a:spcPct val="100600"/>
              </a:lnSpc>
              <a:spcBef>
                <a:spcPts val="85"/>
              </a:spcBef>
              <a:buClr>
                <a:srgbClr val="8BB649"/>
              </a:buClr>
              <a:buSzPct val="91666"/>
              <a:buFont typeface="Cambria"/>
              <a:buChar char="◾"/>
              <a:tabLst>
                <a:tab pos="318770" algn="l"/>
                <a:tab pos="319405" algn="l"/>
              </a:tabLst>
            </a:pPr>
            <a:r>
              <a:rPr sz="1800" dirty="0">
                <a:solidFill>
                  <a:srgbClr val="273139"/>
                </a:solidFill>
                <a:latin typeface="Calibri"/>
                <a:cs typeface="Calibri"/>
              </a:rPr>
              <a:t>A </a:t>
            </a:r>
            <a:r>
              <a:rPr sz="1800" spc="-10" dirty="0">
                <a:solidFill>
                  <a:srgbClr val="273139"/>
                </a:solidFill>
                <a:latin typeface="Calibri"/>
                <a:cs typeface="Calibri"/>
              </a:rPr>
              <a:t>software</a:t>
            </a:r>
            <a:r>
              <a:rPr sz="1800" spc="5" dirty="0">
                <a:solidFill>
                  <a:srgbClr val="273139"/>
                </a:solidFill>
                <a:latin typeface="Calibri"/>
                <a:cs typeface="Calibri"/>
              </a:rPr>
              <a:t> </a:t>
            </a:r>
            <a:r>
              <a:rPr sz="1800" spc="-10" dirty="0">
                <a:solidFill>
                  <a:srgbClr val="273139"/>
                </a:solidFill>
                <a:latin typeface="Calibri"/>
                <a:cs typeface="Calibri"/>
              </a:rPr>
              <a:t>product</a:t>
            </a:r>
            <a:r>
              <a:rPr sz="1800" spc="5" dirty="0">
                <a:solidFill>
                  <a:srgbClr val="273139"/>
                </a:solidFill>
                <a:latin typeface="Calibri"/>
                <a:cs typeface="Calibri"/>
              </a:rPr>
              <a:t> </a:t>
            </a:r>
            <a:r>
              <a:rPr sz="1800" spc="-5" dirty="0">
                <a:solidFill>
                  <a:srgbClr val="273139"/>
                </a:solidFill>
                <a:latin typeface="Calibri"/>
                <a:cs typeface="Calibri"/>
              </a:rPr>
              <a:t>has</a:t>
            </a:r>
            <a:r>
              <a:rPr sz="1800" spc="10" dirty="0">
                <a:solidFill>
                  <a:srgbClr val="273139"/>
                </a:solidFill>
                <a:latin typeface="Calibri"/>
                <a:cs typeface="Calibri"/>
              </a:rPr>
              <a:t> </a:t>
            </a:r>
            <a:r>
              <a:rPr sz="1800" spc="-5" dirty="0">
                <a:solidFill>
                  <a:srgbClr val="273139"/>
                </a:solidFill>
                <a:latin typeface="Calibri"/>
                <a:cs typeface="Calibri"/>
              </a:rPr>
              <a:t>good</a:t>
            </a:r>
            <a:r>
              <a:rPr sz="1800" spc="10" dirty="0">
                <a:solidFill>
                  <a:srgbClr val="273139"/>
                </a:solidFill>
                <a:latin typeface="Calibri"/>
                <a:cs typeface="Calibri"/>
              </a:rPr>
              <a:t> </a:t>
            </a:r>
            <a:r>
              <a:rPr sz="1800" spc="-5" dirty="0">
                <a:solidFill>
                  <a:srgbClr val="273139"/>
                </a:solidFill>
                <a:latin typeface="Calibri"/>
                <a:cs typeface="Calibri"/>
              </a:rPr>
              <a:t>reusability</a:t>
            </a:r>
            <a:r>
              <a:rPr sz="1800" spc="10" dirty="0">
                <a:solidFill>
                  <a:srgbClr val="273139"/>
                </a:solidFill>
                <a:latin typeface="Calibri"/>
                <a:cs typeface="Calibri"/>
              </a:rPr>
              <a:t> </a:t>
            </a:r>
            <a:r>
              <a:rPr sz="1800" spc="-5" dirty="0">
                <a:solidFill>
                  <a:srgbClr val="273139"/>
                </a:solidFill>
                <a:latin typeface="Calibri"/>
                <a:cs typeface="Calibri"/>
              </a:rPr>
              <a:t>if </a:t>
            </a:r>
            <a:r>
              <a:rPr sz="1800" dirty="0">
                <a:solidFill>
                  <a:srgbClr val="273139"/>
                </a:solidFill>
                <a:latin typeface="Calibri"/>
                <a:cs typeface="Calibri"/>
              </a:rPr>
              <a:t>the</a:t>
            </a:r>
            <a:r>
              <a:rPr sz="1800" spc="20" dirty="0">
                <a:solidFill>
                  <a:srgbClr val="273139"/>
                </a:solidFill>
                <a:latin typeface="Calibri"/>
                <a:cs typeface="Calibri"/>
              </a:rPr>
              <a:t> </a:t>
            </a:r>
            <a:r>
              <a:rPr sz="1800" spc="-15" dirty="0">
                <a:solidFill>
                  <a:srgbClr val="273139"/>
                </a:solidFill>
                <a:latin typeface="Calibri"/>
                <a:cs typeface="Calibri"/>
              </a:rPr>
              <a:t>different</a:t>
            </a:r>
            <a:r>
              <a:rPr sz="1800" dirty="0">
                <a:solidFill>
                  <a:srgbClr val="273139"/>
                </a:solidFill>
                <a:latin typeface="Calibri"/>
                <a:cs typeface="Calibri"/>
              </a:rPr>
              <a:t> modules</a:t>
            </a:r>
            <a:r>
              <a:rPr sz="1800" spc="20" dirty="0">
                <a:solidFill>
                  <a:srgbClr val="273139"/>
                </a:solidFill>
                <a:latin typeface="Calibri"/>
                <a:cs typeface="Calibri"/>
              </a:rPr>
              <a:t> </a:t>
            </a:r>
            <a:r>
              <a:rPr sz="1800" spc="-5" dirty="0">
                <a:solidFill>
                  <a:srgbClr val="273139"/>
                </a:solidFill>
                <a:latin typeface="Calibri"/>
                <a:cs typeface="Calibri"/>
              </a:rPr>
              <a:t>of </a:t>
            </a:r>
            <a:r>
              <a:rPr sz="1800" dirty="0">
                <a:solidFill>
                  <a:srgbClr val="273139"/>
                </a:solidFill>
                <a:latin typeface="Calibri"/>
                <a:cs typeface="Calibri"/>
              </a:rPr>
              <a:t>the</a:t>
            </a:r>
            <a:r>
              <a:rPr sz="1800" spc="10" dirty="0">
                <a:solidFill>
                  <a:srgbClr val="273139"/>
                </a:solidFill>
                <a:latin typeface="Calibri"/>
                <a:cs typeface="Calibri"/>
              </a:rPr>
              <a:t> </a:t>
            </a:r>
            <a:r>
              <a:rPr sz="1800" spc="-10" dirty="0">
                <a:solidFill>
                  <a:srgbClr val="273139"/>
                </a:solidFill>
                <a:latin typeface="Calibri"/>
                <a:cs typeface="Calibri"/>
              </a:rPr>
              <a:t>product</a:t>
            </a:r>
            <a:r>
              <a:rPr sz="1800" spc="20" dirty="0">
                <a:solidFill>
                  <a:srgbClr val="273139"/>
                </a:solidFill>
                <a:latin typeface="Calibri"/>
                <a:cs typeface="Calibri"/>
              </a:rPr>
              <a:t> </a:t>
            </a:r>
            <a:r>
              <a:rPr sz="1800" spc="-10" dirty="0">
                <a:solidFill>
                  <a:srgbClr val="273139"/>
                </a:solidFill>
                <a:latin typeface="Calibri"/>
                <a:cs typeface="Calibri"/>
              </a:rPr>
              <a:t>can</a:t>
            </a:r>
            <a:r>
              <a:rPr sz="1800" dirty="0">
                <a:solidFill>
                  <a:srgbClr val="273139"/>
                </a:solidFill>
                <a:latin typeface="Calibri"/>
                <a:cs typeface="Calibri"/>
              </a:rPr>
              <a:t> </a:t>
            </a:r>
            <a:r>
              <a:rPr sz="1800" spc="-5" dirty="0">
                <a:solidFill>
                  <a:srgbClr val="273139"/>
                </a:solidFill>
                <a:latin typeface="Calibri"/>
                <a:cs typeface="Calibri"/>
              </a:rPr>
              <a:t>easily</a:t>
            </a:r>
            <a:r>
              <a:rPr sz="1800" spc="5" dirty="0">
                <a:solidFill>
                  <a:srgbClr val="273139"/>
                </a:solidFill>
                <a:latin typeface="Calibri"/>
                <a:cs typeface="Calibri"/>
              </a:rPr>
              <a:t> </a:t>
            </a:r>
            <a:r>
              <a:rPr sz="1800" spc="-5" dirty="0">
                <a:solidFill>
                  <a:srgbClr val="273139"/>
                </a:solidFill>
                <a:latin typeface="Calibri"/>
                <a:cs typeface="Calibri"/>
              </a:rPr>
              <a:t>be</a:t>
            </a:r>
            <a:r>
              <a:rPr sz="1800" spc="15" dirty="0">
                <a:solidFill>
                  <a:srgbClr val="273139"/>
                </a:solidFill>
                <a:latin typeface="Calibri"/>
                <a:cs typeface="Calibri"/>
              </a:rPr>
              <a:t> </a:t>
            </a:r>
            <a:r>
              <a:rPr sz="1800" spc="-5" dirty="0">
                <a:solidFill>
                  <a:srgbClr val="273139"/>
                </a:solidFill>
                <a:latin typeface="Calibri"/>
                <a:cs typeface="Calibri"/>
              </a:rPr>
              <a:t>reused</a:t>
            </a:r>
            <a:r>
              <a:rPr sz="1800" dirty="0">
                <a:solidFill>
                  <a:srgbClr val="273139"/>
                </a:solidFill>
                <a:latin typeface="Calibri"/>
                <a:cs typeface="Calibri"/>
              </a:rPr>
              <a:t> </a:t>
            </a:r>
            <a:r>
              <a:rPr sz="1800" spc="-10" dirty="0">
                <a:solidFill>
                  <a:srgbClr val="273139"/>
                </a:solidFill>
                <a:latin typeface="Calibri"/>
                <a:cs typeface="Calibri"/>
              </a:rPr>
              <a:t>to</a:t>
            </a:r>
            <a:r>
              <a:rPr sz="1800" spc="-5" dirty="0">
                <a:solidFill>
                  <a:srgbClr val="273139"/>
                </a:solidFill>
                <a:latin typeface="Calibri"/>
                <a:cs typeface="Calibri"/>
              </a:rPr>
              <a:t> develop </a:t>
            </a:r>
            <a:r>
              <a:rPr sz="1800" spc="-390" dirty="0">
                <a:solidFill>
                  <a:srgbClr val="273139"/>
                </a:solidFill>
                <a:latin typeface="Calibri"/>
                <a:cs typeface="Calibri"/>
              </a:rPr>
              <a:t> </a:t>
            </a:r>
            <a:r>
              <a:rPr sz="1800" spc="-5" dirty="0">
                <a:solidFill>
                  <a:srgbClr val="273139"/>
                </a:solidFill>
                <a:latin typeface="Calibri"/>
                <a:cs typeface="Calibri"/>
              </a:rPr>
              <a:t>new</a:t>
            </a:r>
            <a:r>
              <a:rPr sz="1800" dirty="0">
                <a:solidFill>
                  <a:srgbClr val="273139"/>
                </a:solidFill>
                <a:latin typeface="Calibri"/>
                <a:cs typeface="Calibri"/>
              </a:rPr>
              <a:t> </a:t>
            </a:r>
            <a:r>
              <a:rPr sz="1800" spc="-10" dirty="0">
                <a:solidFill>
                  <a:srgbClr val="273139"/>
                </a:solidFill>
                <a:latin typeface="Calibri"/>
                <a:cs typeface="Calibri"/>
              </a:rPr>
              <a:t>products.</a:t>
            </a:r>
            <a:endParaRPr sz="18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20" dirty="0"/>
              <a:t>OBJECTIVES</a:t>
            </a:r>
            <a:r>
              <a:rPr spc="-85" dirty="0"/>
              <a:t> </a:t>
            </a:r>
            <a:r>
              <a:rPr spc="125" dirty="0"/>
              <a:t>OF</a:t>
            </a:r>
            <a:r>
              <a:rPr spc="-100" dirty="0"/>
              <a:t> </a:t>
            </a:r>
            <a:r>
              <a:rPr spc="90" dirty="0"/>
              <a:t>SOFTWARE</a:t>
            </a:r>
            <a:r>
              <a:rPr spc="-80" dirty="0"/>
              <a:t> </a:t>
            </a:r>
            <a:r>
              <a:rPr spc="35" dirty="0"/>
              <a:t>ENGINEERING-TESTABILITY</a:t>
            </a:r>
          </a:p>
        </p:txBody>
      </p:sp>
      <p:sp>
        <p:nvSpPr>
          <p:cNvPr id="3" name="object 3"/>
          <p:cNvSpPr txBox="1"/>
          <p:nvPr/>
        </p:nvSpPr>
        <p:spPr>
          <a:xfrm>
            <a:off x="659993" y="3718305"/>
            <a:ext cx="10629265" cy="575945"/>
          </a:xfrm>
          <a:prstGeom prst="rect">
            <a:avLst/>
          </a:prstGeom>
        </p:spPr>
        <p:txBody>
          <a:bodyPr vert="horz" wrap="square" lIns="0" tIns="10795" rIns="0" bIns="0" rtlCol="0">
            <a:spAutoFit/>
          </a:bodyPr>
          <a:lstStyle/>
          <a:p>
            <a:pPr marL="318770" marR="5080" indent="-306705">
              <a:lnSpc>
                <a:spcPct val="100600"/>
              </a:lnSpc>
              <a:spcBef>
                <a:spcPts val="85"/>
              </a:spcBef>
              <a:buClr>
                <a:srgbClr val="8BB649"/>
              </a:buClr>
              <a:buSzPct val="91666"/>
              <a:buFont typeface="Cambria"/>
              <a:buChar char="◾"/>
              <a:tabLst>
                <a:tab pos="318770" algn="l"/>
                <a:tab pos="319405" algn="l"/>
              </a:tabLst>
            </a:pPr>
            <a:r>
              <a:rPr sz="1800" spc="-10" dirty="0">
                <a:solidFill>
                  <a:srgbClr val="273139"/>
                </a:solidFill>
                <a:latin typeface="Calibri"/>
                <a:cs typeface="Calibri"/>
              </a:rPr>
              <a:t>Here</a:t>
            </a:r>
            <a:r>
              <a:rPr sz="1800" spc="20" dirty="0">
                <a:solidFill>
                  <a:srgbClr val="273139"/>
                </a:solidFill>
                <a:latin typeface="Calibri"/>
                <a:cs typeface="Calibri"/>
              </a:rPr>
              <a:t> </a:t>
            </a:r>
            <a:r>
              <a:rPr sz="1800" spc="-10" dirty="0">
                <a:solidFill>
                  <a:srgbClr val="273139"/>
                </a:solidFill>
                <a:latin typeface="Calibri"/>
                <a:cs typeface="Calibri"/>
              </a:rPr>
              <a:t>software</a:t>
            </a:r>
            <a:r>
              <a:rPr sz="1800" spc="20" dirty="0">
                <a:solidFill>
                  <a:srgbClr val="273139"/>
                </a:solidFill>
                <a:latin typeface="Calibri"/>
                <a:cs typeface="Calibri"/>
              </a:rPr>
              <a:t> </a:t>
            </a:r>
            <a:r>
              <a:rPr sz="1800" spc="-15" dirty="0">
                <a:solidFill>
                  <a:srgbClr val="273139"/>
                </a:solidFill>
                <a:latin typeface="Calibri"/>
                <a:cs typeface="Calibri"/>
              </a:rPr>
              <a:t>facilitates</a:t>
            </a:r>
            <a:r>
              <a:rPr sz="1800" spc="20" dirty="0">
                <a:solidFill>
                  <a:srgbClr val="273139"/>
                </a:solidFill>
                <a:latin typeface="Calibri"/>
                <a:cs typeface="Calibri"/>
              </a:rPr>
              <a:t> </a:t>
            </a:r>
            <a:r>
              <a:rPr sz="1800" spc="-5" dirty="0">
                <a:solidFill>
                  <a:srgbClr val="273139"/>
                </a:solidFill>
                <a:latin typeface="Calibri"/>
                <a:cs typeface="Calibri"/>
              </a:rPr>
              <a:t>both</a:t>
            </a:r>
            <a:r>
              <a:rPr sz="1800" spc="15" dirty="0">
                <a:solidFill>
                  <a:srgbClr val="273139"/>
                </a:solidFill>
                <a:latin typeface="Calibri"/>
                <a:cs typeface="Calibri"/>
              </a:rPr>
              <a:t> </a:t>
            </a:r>
            <a:r>
              <a:rPr sz="1800" dirty="0">
                <a:solidFill>
                  <a:srgbClr val="273139"/>
                </a:solidFill>
                <a:latin typeface="Calibri"/>
                <a:cs typeface="Calibri"/>
              </a:rPr>
              <a:t>the</a:t>
            </a:r>
            <a:r>
              <a:rPr sz="1800" spc="5" dirty="0">
                <a:solidFill>
                  <a:srgbClr val="273139"/>
                </a:solidFill>
                <a:latin typeface="Calibri"/>
                <a:cs typeface="Calibri"/>
              </a:rPr>
              <a:t> </a:t>
            </a:r>
            <a:r>
              <a:rPr sz="1800" spc="-5" dirty="0">
                <a:solidFill>
                  <a:srgbClr val="273139"/>
                </a:solidFill>
                <a:latin typeface="Calibri"/>
                <a:cs typeface="Calibri"/>
              </a:rPr>
              <a:t>establishment of</a:t>
            </a:r>
            <a:r>
              <a:rPr sz="1800" spc="20" dirty="0">
                <a:solidFill>
                  <a:srgbClr val="273139"/>
                </a:solidFill>
                <a:latin typeface="Calibri"/>
                <a:cs typeface="Calibri"/>
              </a:rPr>
              <a:t> </a:t>
            </a:r>
            <a:r>
              <a:rPr sz="1800" spc="-15" dirty="0">
                <a:solidFill>
                  <a:srgbClr val="273139"/>
                </a:solidFill>
                <a:latin typeface="Calibri"/>
                <a:cs typeface="Calibri"/>
              </a:rPr>
              <a:t>test</a:t>
            </a:r>
            <a:r>
              <a:rPr sz="1800" spc="5" dirty="0">
                <a:solidFill>
                  <a:srgbClr val="273139"/>
                </a:solidFill>
                <a:latin typeface="Calibri"/>
                <a:cs typeface="Calibri"/>
              </a:rPr>
              <a:t> </a:t>
            </a:r>
            <a:r>
              <a:rPr sz="1800" spc="-10" dirty="0">
                <a:solidFill>
                  <a:srgbClr val="273139"/>
                </a:solidFill>
                <a:latin typeface="Calibri"/>
                <a:cs typeface="Calibri"/>
              </a:rPr>
              <a:t>criteria</a:t>
            </a:r>
            <a:r>
              <a:rPr sz="1800" spc="30" dirty="0">
                <a:solidFill>
                  <a:srgbClr val="273139"/>
                </a:solidFill>
                <a:latin typeface="Calibri"/>
                <a:cs typeface="Calibri"/>
              </a:rPr>
              <a:t> </a:t>
            </a:r>
            <a:r>
              <a:rPr sz="1800" dirty="0">
                <a:solidFill>
                  <a:srgbClr val="273139"/>
                </a:solidFill>
                <a:latin typeface="Calibri"/>
                <a:cs typeface="Calibri"/>
              </a:rPr>
              <a:t>and</a:t>
            </a:r>
            <a:r>
              <a:rPr sz="1800" spc="20" dirty="0">
                <a:solidFill>
                  <a:srgbClr val="273139"/>
                </a:solidFill>
                <a:latin typeface="Calibri"/>
                <a:cs typeface="Calibri"/>
              </a:rPr>
              <a:t> </a:t>
            </a:r>
            <a:r>
              <a:rPr sz="1800" dirty="0">
                <a:solidFill>
                  <a:srgbClr val="273139"/>
                </a:solidFill>
                <a:latin typeface="Calibri"/>
                <a:cs typeface="Calibri"/>
              </a:rPr>
              <a:t>the</a:t>
            </a:r>
            <a:r>
              <a:rPr sz="1800" spc="5" dirty="0">
                <a:solidFill>
                  <a:srgbClr val="273139"/>
                </a:solidFill>
                <a:latin typeface="Calibri"/>
                <a:cs typeface="Calibri"/>
              </a:rPr>
              <a:t> </a:t>
            </a:r>
            <a:r>
              <a:rPr sz="1800" spc="-10" dirty="0">
                <a:solidFill>
                  <a:srgbClr val="273139"/>
                </a:solidFill>
                <a:latin typeface="Calibri"/>
                <a:cs typeface="Calibri"/>
              </a:rPr>
              <a:t>evaluation</a:t>
            </a:r>
            <a:r>
              <a:rPr sz="1800" spc="15" dirty="0">
                <a:solidFill>
                  <a:srgbClr val="273139"/>
                </a:solidFill>
                <a:latin typeface="Calibri"/>
                <a:cs typeface="Calibri"/>
              </a:rPr>
              <a:t> </a:t>
            </a:r>
            <a:r>
              <a:rPr sz="1800" spc="-5" dirty="0">
                <a:solidFill>
                  <a:srgbClr val="273139"/>
                </a:solidFill>
                <a:latin typeface="Calibri"/>
                <a:cs typeface="Calibri"/>
              </a:rPr>
              <a:t>of</a:t>
            </a:r>
            <a:r>
              <a:rPr sz="1800" dirty="0">
                <a:solidFill>
                  <a:srgbClr val="273139"/>
                </a:solidFill>
                <a:latin typeface="Calibri"/>
                <a:cs typeface="Calibri"/>
              </a:rPr>
              <a:t> the</a:t>
            </a:r>
            <a:r>
              <a:rPr sz="1800" spc="25" dirty="0">
                <a:solidFill>
                  <a:srgbClr val="273139"/>
                </a:solidFill>
                <a:latin typeface="Calibri"/>
                <a:cs typeface="Calibri"/>
              </a:rPr>
              <a:t> </a:t>
            </a:r>
            <a:r>
              <a:rPr sz="1800" spc="-10" dirty="0">
                <a:solidFill>
                  <a:srgbClr val="273139"/>
                </a:solidFill>
                <a:latin typeface="Calibri"/>
                <a:cs typeface="Calibri"/>
              </a:rPr>
              <a:t>software</a:t>
            </a:r>
            <a:r>
              <a:rPr sz="1800" spc="5" dirty="0">
                <a:solidFill>
                  <a:srgbClr val="273139"/>
                </a:solidFill>
                <a:latin typeface="Calibri"/>
                <a:cs typeface="Calibri"/>
              </a:rPr>
              <a:t> </a:t>
            </a:r>
            <a:r>
              <a:rPr sz="1800" spc="-5" dirty="0">
                <a:solidFill>
                  <a:srgbClr val="273139"/>
                </a:solidFill>
                <a:latin typeface="Calibri"/>
                <a:cs typeface="Calibri"/>
              </a:rPr>
              <a:t>with</a:t>
            </a:r>
            <a:r>
              <a:rPr sz="1800" spc="30" dirty="0">
                <a:solidFill>
                  <a:srgbClr val="273139"/>
                </a:solidFill>
                <a:latin typeface="Calibri"/>
                <a:cs typeface="Calibri"/>
              </a:rPr>
              <a:t> </a:t>
            </a:r>
            <a:r>
              <a:rPr sz="1800" spc="-10" dirty="0">
                <a:solidFill>
                  <a:srgbClr val="273139"/>
                </a:solidFill>
                <a:latin typeface="Calibri"/>
                <a:cs typeface="Calibri"/>
              </a:rPr>
              <a:t>respect </a:t>
            </a:r>
            <a:r>
              <a:rPr sz="1800" spc="-390" dirty="0">
                <a:solidFill>
                  <a:srgbClr val="273139"/>
                </a:solidFill>
                <a:latin typeface="Calibri"/>
                <a:cs typeface="Calibri"/>
              </a:rPr>
              <a:t> </a:t>
            </a:r>
            <a:r>
              <a:rPr sz="1800" spc="-10" dirty="0">
                <a:solidFill>
                  <a:srgbClr val="273139"/>
                </a:solidFill>
                <a:latin typeface="Calibri"/>
                <a:cs typeface="Calibri"/>
              </a:rPr>
              <a:t>to </a:t>
            </a:r>
            <a:r>
              <a:rPr sz="1800" dirty="0">
                <a:solidFill>
                  <a:srgbClr val="273139"/>
                </a:solidFill>
                <a:latin typeface="Calibri"/>
                <a:cs typeface="Calibri"/>
              </a:rPr>
              <a:t>those</a:t>
            </a:r>
            <a:r>
              <a:rPr sz="1800" spc="5" dirty="0">
                <a:solidFill>
                  <a:srgbClr val="273139"/>
                </a:solidFill>
                <a:latin typeface="Calibri"/>
                <a:cs typeface="Calibri"/>
              </a:rPr>
              <a:t> </a:t>
            </a:r>
            <a:r>
              <a:rPr sz="1800" spc="-10" dirty="0">
                <a:solidFill>
                  <a:srgbClr val="273139"/>
                </a:solidFill>
                <a:latin typeface="Calibri"/>
                <a:cs typeface="Calibri"/>
              </a:rPr>
              <a:t>criteria.</a:t>
            </a:r>
            <a:endParaRPr sz="18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20" dirty="0"/>
              <a:t>OBJECTIVES</a:t>
            </a:r>
            <a:r>
              <a:rPr spc="-80" dirty="0"/>
              <a:t> </a:t>
            </a:r>
            <a:r>
              <a:rPr spc="125" dirty="0"/>
              <a:t>OF</a:t>
            </a:r>
            <a:r>
              <a:rPr spc="-95" dirty="0"/>
              <a:t> </a:t>
            </a:r>
            <a:r>
              <a:rPr spc="90" dirty="0"/>
              <a:t>SOFTWARE</a:t>
            </a:r>
            <a:r>
              <a:rPr spc="-75" dirty="0"/>
              <a:t> </a:t>
            </a:r>
            <a:r>
              <a:rPr spc="40" dirty="0"/>
              <a:t>ENGINEERING-RELIABILITY</a:t>
            </a:r>
          </a:p>
        </p:txBody>
      </p:sp>
      <p:sp>
        <p:nvSpPr>
          <p:cNvPr id="3" name="object 3"/>
          <p:cNvSpPr txBox="1"/>
          <p:nvPr/>
        </p:nvSpPr>
        <p:spPr>
          <a:xfrm>
            <a:off x="659993" y="3718305"/>
            <a:ext cx="10186670" cy="575945"/>
          </a:xfrm>
          <a:prstGeom prst="rect">
            <a:avLst/>
          </a:prstGeom>
        </p:spPr>
        <p:txBody>
          <a:bodyPr vert="horz" wrap="square" lIns="0" tIns="10795" rIns="0" bIns="0" rtlCol="0">
            <a:spAutoFit/>
          </a:bodyPr>
          <a:lstStyle/>
          <a:p>
            <a:pPr marL="318770" marR="5080" indent="-306705">
              <a:lnSpc>
                <a:spcPct val="100600"/>
              </a:lnSpc>
              <a:spcBef>
                <a:spcPts val="85"/>
              </a:spcBef>
              <a:buClr>
                <a:srgbClr val="8BB649"/>
              </a:buClr>
              <a:buSzPct val="91666"/>
              <a:buFont typeface="Cambria"/>
              <a:buChar char="◾"/>
              <a:tabLst>
                <a:tab pos="318770" algn="l"/>
                <a:tab pos="319405" algn="l"/>
              </a:tabLst>
            </a:pPr>
            <a:r>
              <a:rPr sz="1800" dirty="0">
                <a:solidFill>
                  <a:srgbClr val="273139"/>
                </a:solidFill>
                <a:latin typeface="Calibri"/>
                <a:cs typeface="Calibri"/>
              </a:rPr>
              <a:t>It is an</a:t>
            </a:r>
            <a:r>
              <a:rPr sz="1800" spc="5" dirty="0">
                <a:solidFill>
                  <a:srgbClr val="273139"/>
                </a:solidFill>
                <a:latin typeface="Calibri"/>
                <a:cs typeface="Calibri"/>
              </a:rPr>
              <a:t> </a:t>
            </a:r>
            <a:r>
              <a:rPr sz="1800" spc="-15" dirty="0">
                <a:solidFill>
                  <a:srgbClr val="273139"/>
                </a:solidFill>
                <a:latin typeface="Calibri"/>
                <a:cs typeface="Calibri"/>
              </a:rPr>
              <a:t>attribute</a:t>
            </a:r>
            <a:r>
              <a:rPr sz="1800" spc="15" dirty="0">
                <a:solidFill>
                  <a:srgbClr val="273139"/>
                </a:solidFill>
                <a:latin typeface="Calibri"/>
                <a:cs typeface="Calibri"/>
              </a:rPr>
              <a:t> </a:t>
            </a:r>
            <a:r>
              <a:rPr sz="1800" spc="-5" dirty="0">
                <a:solidFill>
                  <a:srgbClr val="273139"/>
                </a:solidFill>
                <a:latin typeface="Calibri"/>
                <a:cs typeface="Calibri"/>
              </a:rPr>
              <a:t>of</a:t>
            </a:r>
            <a:r>
              <a:rPr sz="1800" spc="15" dirty="0">
                <a:solidFill>
                  <a:srgbClr val="273139"/>
                </a:solidFill>
                <a:latin typeface="Calibri"/>
                <a:cs typeface="Calibri"/>
              </a:rPr>
              <a:t> </a:t>
            </a:r>
            <a:r>
              <a:rPr sz="1800" spc="-10" dirty="0">
                <a:solidFill>
                  <a:srgbClr val="273139"/>
                </a:solidFill>
                <a:latin typeface="Calibri"/>
                <a:cs typeface="Calibri"/>
              </a:rPr>
              <a:t>software</a:t>
            </a:r>
            <a:r>
              <a:rPr sz="1800" dirty="0">
                <a:solidFill>
                  <a:srgbClr val="273139"/>
                </a:solidFill>
                <a:latin typeface="Calibri"/>
                <a:cs typeface="Calibri"/>
              </a:rPr>
              <a:t> </a:t>
            </a:r>
            <a:r>
              <a:rPr sz="1800" spc="-20" dirty="0">
                <a:solidFill>
                  <a:srgbClr val="273139"/>
                </a:solidFill>
                <a:latin typeface="Calibri"/>
                <a:cs typeface="Calibri"/>
              </a:rPr>
              <a:t>quality.</a:t>
            </a:r>
            <a:r>
              <a:rPr sz="1800" spc="15" dirty="0">
                <a:solidFill>
                  <a:srgbClr val="273139"/>
                </a:solidFill>
                <a:latin typeface="Calibri"/>
                <a:cs typeface="Calibri"/>
              </a:rPr>
              <a:t> </a:t>
            </a:r>
            <a:r>
              <a:rPr sz="1800" spc="-5" dirty="0">
                <a:solidFill>
                  <a:srgbClr val="273139"/>
                </a:solidFill>
                <a:latin typeface="Calibri"/>
                <a:cs typeface="Calibri"/>
              </a:rPr>
              <a:t>The</a:t>
            </a:r>
            <a:r>
              <a:rPr sz="1800" dirty="0">
                <a:solidFill>
                  <a:srgbClr val="273139"/>
                </a:solidFill>
                <a:latin typeface="Calibri"/>
                <a:cs typeface="Calibri"/>
              </a:rPr>
              <a:t> </a:t>
            </a:r>
            <a:r>
              <a:rPr sz="1800" spc="-10" dirty="0">
                <a:solidFill>
                  <a:srgbClr val="273139"/>
                </a:solidFill>
                <a:latin typeface="Calibri"/>
                <a:cs typeface="Calibri"/>
              </a:rPr>
              <a:t>extent</a:t>
            </a:r>
            <a:r>
              <a:rPr sz="1800" spc="5" dirty="0">
                <a:solidFill>
                  <a:srgbClr val="273139"/>
                </a:solidFill>
                <a:latin typeface="Calibri"/>
                <a:cs typeface="Calibri"/>
              </a:rPr>
              <a:t> </a:t>
            </a:r>
            <a:r>
              <a:rPr sz="1800" spc="-10" dirty="0">
                <a:solidFill>
                  <a:srgbClr val="273139"/>
                </a:solidFill>
                <a:latin typeface="Calibri"/>
                <a:cs typeface="Calibri"/>
              </a:rPr>
              <a:t>to</a:t>
            </a:r>
            <a:r>
              <a:rPr sz="1800" spc="5" dirty="0">
                <a:solidFill>
                  <a:srgbClr val="273139"/>
                </a:solidFill>
                <a:latin typeface="Calibri"/>
                <a:cs typeface="Calibri"/>
              </a:rPr>
              <a:t> </a:t>
            </a:r>
            <a:r>
              <a:rPr sz="1800" spc="-5" dirty="0">
                <a:solidFill>
                  <a:srgbClr val="273139"/>
                </a:solidFill>
                <a:latin typeface="Calibri"/>
                <a:cs typeface="Calibri"/>
              </a:rPr>
              <a:t>which</a:t>
            </a:r>
            <a:r>
              <a:rPr sz="1800" spc="15" dirty="0">
                <a:solidFill>
                  <a:srgbClr val="273139"/>
                </a:solidFill>
                <a:latin typeface="Calibri"/>
                <a:cs typeface="Calibri"/>
              </a:rPr>
              <a:t> </a:t>
            </a:r>
            <a:r>
              <a:rPr sz="1800" dirty="0">
                <a:solidFill>
                  <a:srgbClr val="273139"/>
                </a:solidFill>
                <a:latin typeface="Calibri"/>
                <a:cs typeface="Calibri"/>
              </a:rPr>
              <a:t>a</a:t>
            </a:r>
            <a:r>
              <a:rPr sz="1800" spc="10" dirty="0">
                <a:solidFill>
                  <a:srgbClr val="273139"/>
                </a:solidFill>
                <a:latin typeface="Calibri"/>
                <a:cs typeface="Calibri"/>
              </a:rPr>
              <a:t> </a:t>
            </a:r>
            <a:r>
              <a:rPr sz="1800" spc="-15" dirty="0">
                <a:solidFill>
                  <a:srgbClr val="273139"/>
                </a:solidFill>
                <a:latin typeface="Calibri"/>
                <a:cs typeface="Calibri"/>
              </a:rPr>
              <a:t>program</a:t>
            </a:r>
            <a:r>
              <a:rPr sz="1800" spc="-5" dirty="0">
                <a:solidFill>
                  <a:srgbClr val="273139"/>
                </a:solidFill>
                <a:latin typeface="Calibri"/>
                <a:cs typeface="Calibri"/>
              </a:rPr>
              <a:t> can</a:t>
            </a:r>
            <a:r>
              <a:rPr sz="1800" spc="5" dirty="0">
                <a:solidFill>
                  <a:srgbClr val="273139"/>
                </a:solidFill>
                <a:latin typeface="Calibri"/>
                <a:cs typeface="Calibri"/>
              </a:rPr>
              <a:t> </a:t>
            </a:r>
            <a:r>
              <a:rPr sz="1800" spc="-5" dirty="0">
                <a:solidFill>
                  <a:srgbClr val="273139"/>
                </a:solidFill>
                <a:latin typeface="Calibri"/>
                <a:cs typeface="Calibri"/>
              </a:rPr>
              <a:t>be</a:t>
            </a:r>
            <a:r>
              <a:rPr sz="1800" spc="15" dirty="0">
                <a:solidFill>
                  <a:srgbClr val="273139"/>
                </a:solidFill>
                <a:latin typeface="Calibri"/>
                <a:cs typeface="Calibri"/>
              </a:rPr>
              <a:t> </a:t>
            </a:r>
            <a:r>
              <a:rPr sz="1800" spc="-10" dirty="0">
                <a:solidFill>
                  <a:srgbClr val="273139"/>
                </a:solidFill>
                <a:latin typeface="Calibri"/>
                <a:cs typeface="Calibri"/>
              </a:rPr>
              <a:t>expected</a:t>
            </a:r>
            <a:r>
              <a:rPr sz="1800" spc="20" dirty="0">
                <a:solidFill>
                  <a:srgbClr val="273139"/>
                </a:solidFill>
                <a:latin typeface="Calibri"/>
                <a:cs typeface="Calibri"/>
              </a:rPr>
              <a:t> </a:t>
            </a:r>
            <a:r>
              <a:rPr sz="1800" spc="-10" dirty="0">
                <a:solidFill>
                  <a:srgbClr val="273139"/>
                </a:solidFill>
                <a:latin typeface="Calibri"/>
                <a:cs typeface="Calibri"/>
              </a:rPr>
              <a:t>to</a:t>
            </a:r>
            <a:r>
              <a:rPr sz="1800" spc="-5" dirty="0">
                <a:solidFill>
                  <a:srgbClr val="273139"/>
                </a:solidFill>
                <a:latin typeface="Calibri"/>
                <a:cs typeface="Calibri"/>
              </a:rPr>
              <a:t> </a:t>
            </a:r>
            <a:r>
              <a:rPr sz="1800" spc="-10" dirty="0">
                <a:solidFill>
                  <a:srgbClr val="273139"/>
                </a:solidFill>
                <a:latin typeface="Calibri"/>
                <a:cs typeface="Calibri"/>
              </a:rPr>
              <a:t>perform</a:t>
            </a:r>
            <a:r>
              <a:rPr sz="1800" dirty="0">
                <a:solidFill>
                  <a:srgbClr val="273139"/>
                </a:solidFill>
                <a:latin typeface="Calibri"/>
                <a:cs typeface="Calibri"/>
              </a:rPr>
              <a:t> </a:t>
            </a:r>
            <a:r>
              <a:rPr sz="1800" spc="-5" dirty="0">
                <a:solidFill>
                  <a:srgbClr val="273139"/>
                </a:solidFill>
                <a:latin typeface="Calibri"/>
                <a:cs typeface="Calibri"/>
              </a:rPr>
              <a:t>its</a:t>
            </a:r>
            <a:r>
              <a:rPr sz="1800" dirty="0">
                <a:solidFill>
                  <a:srgbClr val="273139"/>
                </a:solidFill>
                <a:latin typeface="Calibri"/>
                <a:cs typeface="Calibri"/>
              </a:rPr>
              <a:t> </a:t>
            </a:r>
            <a:r>
              <a:rPr sz="1800" spc="-5" dirty="0">
                <a:solidFill>
                  <a:srgbClr val="273139"/>
                </a:solidFill>
                <a:latin typeface="Calibri"/>
                <a:cs typeface="Calibri"/>
              </a:rPr>
              <a:t>desired </a:t>
            </a:r>
            <a:r>
              <a:rPr sz="1800" spc="-390" dirty="0">
                <a:solidFill>
                  <a:srgbClr val="273139"/>
                </a:solidFill>
                <a:latin typeface="Calibri"/>
                <a:cs typeface="Calibri"/>
              </a:rPr>
              <a:t> </a:t>
            </a:r>
            <a:r>
              <a:rPr sz="1800" spc="-5" dirty="0">
                <a:solidFill>
                  <a:srgbClr val="273139"/>
                </a:solidFill>
                <a:latin typeface="Calibri"/>
                <a:cs typeface="Calibri"/>
              </a:rPr>
              <a:t>function,</a:t>
            </a:r>
            <a:r>
              <a:rPr sz="1800" spc="10" dirty="0">
                <a:solidFill>
                  <a:srgbClr val="273139"/>
                </a:solidFill>
                <a:latin typeface="Calibri"/>
                <a:cs typeface="Calibri"/>
              </a:rPr>
              <a:t> </a:t>
            </a:r>
            <a:r>
              <a:rPr sz="1800" spc="-10" dirty="0">
                <a:solidFill>
                  <a:srgbClr val="273139"/>
                </a:solidFill>
                <a:latin typeface="Calibri"/>
                <a:cs typeface="Calibri"/>
              </a:rPr>
              <a:t>over</a:t>
            </a:r>
            <a:r>
              <a:rPr sz="1800" dirty="0">
                <a:solidFill>
                  <a:srgbClr val="273139"/>
                </a:solidFill>
                <a:latin typeface="Calibri"/>
                <a:cs typeface="Calibri"/>
              </a:rPr>
              <a:t> an</a:t>
            </a:r>
            <a:r>
              <a:rPr sz="1800" spc="10" dirty="0">
                <a:solidFill>
                  <a:srgbClr val="273139"/>
                </a:solidFill>
                <a:latin typeface="Calibri"/>
                <a:cs typeface="Calibri"/>
              </a:rPr>
              <a:t> </a:t>
            </a:r>
            <a:r>
              <a:rPr sz="1800" spc="-10" dirty="0">
                <a:solidFill>
                  <a:srgbClr val="273139"/>
                </a:solidFill>
                <a:latin typeface="Calibri"/>
                <a:cs typeface="Calibri"/>
              </a:rPr>
              <a:t>arbitrary</a:t>
            </a:r>
            <a:r>
              <a:rPr sz="1800" dirty="0">
                <a:solidFill>
                  <a:srgbClr val="273139"/>
                </a:solidFill>
                <a:latin typeface="Calibri"/>
                <a:cs typeface="Calibri"/>
              </a:rPr>
              <a:t> </a:t>
            </a:r>
            <a:r>
              <a:rPr sz="1800" spc="-5" dirty="0">
                <a:solidFill>
                  <a:srgbClr val="273139"/>
                </a:solidFill>
                <a:latin typeface="Calibri"/>
                <a:cs typeface="Calibri"/>
              </a:rPr>
              <a:t>time</a:t>
            </a:r>
            <a:r>
              <a:rPr sz="1800" spc="15" dirty="0">
                <a:solidFill>
                  <a:srgbClr val="273139"/>
                </a:solidFill>
                <a:latin typeface="Calibri"/>
                <a:cs typeface="Calibri"/>
              </a:rPr>
              <a:t> </a:t>
            </a:r>
            <a:r>
              <a:rPr sz="1800" spc="-5" dirty="0">
                <a:solidFill>
                  <a:srgbClr val="273139"/>
                </a:solidFill>
                <a:latin typeface="Calibri"/>
                <a:cs typeface="Calibri"/>
              </a:rPr>
              <a:t>period.</a:t>
            </a:r>
            <a:endParaRPr sz="18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20" dirty="0"/>
              <a:t>OBJECTIVES</a:t>
            </a:r>
            <a:r>
              <a:rPr spc="-70" dirty="0"/>
              <a:t> </a:t>
            </a:r>
            <a:r>
              <a:rPr spc="125" dirty="0"/>
              <a:t>OF</a:t>
            </a:r>
            <a:r>
              <a:rPr spc="-80" dirty="0"/>
              <a:t> </a:t>
            </a:r>
            <a:r>
              <a:rPr spc="90" dirty="0"/>
              <a:t>SOFTWARE</a:t>
            </a:r>
            <a:r>
              <a:rPr spc="-65" dirty="0"/>
              <a:t> </a:t>
            </a:r>
            <a:r>
              <a:rPr spc="40" dirty="0"/>
              <a:t>ENGINEERING-PORTABILITY</a:t>
            </a:r>
          </a:p>
        </p:txBody>
      </p:sp>
      <p:sp>
        <p:nvSpPr>
          <p:cNvPr id="3" name="object 3"/>
          <p:cNvSpPr txBox="1"/>
          <p:nvPr/>
        </p:nvSpPr>
        <p:spPr>
          <a:xfrm>
            <a:off x="659993" y="3856990"/>
            <a:ext cx="9538335" cy="843821"/>
          </a:xfrm>
          <a:prstGeom prst="rect">
            <a:avLst/>
          </a:prstGeom>
        </p:spPr>
        <p:txBody>
          <a:bodyPr vert="horz" wrap="square" lIns="0" tIns="12700" rIns="0" bIns="0" rtlCol="0">
            <a:spAutoFit/>
          </a:bodyPr>
          <a:lstStyle/>
          <a:p>
            <a:pPr marL="318770" indent="-306705">
              <a:lnSpc>
                <a:spcPct val="100000"/>
              </a:lnSpc>
              <a:spcBef>
                <a:spcPts val="100"/>
              </a:spcBef>
              <a:buClr>
                <a:srgbClr val="8BB649"/>
              </a:buClr>
              <a:buSzPct val="91666"/>
              <a:buFont typeface="Cambria"/>
              <a:buChar char="◾"/>
              <a:tabLst>
                <a:tab pos="318770" algn="l"/>
                <a:tab pos="319405" algn="l"/>
              </a:tabLst>
            </a:pPr>
            <a:r>
              <a:rPr lang="en-US" b="0" i="0" dirty="0">
                <a:solidFill>
                  <a:srgbClr val="374151"/>
                </a:solidFill>
                <a:effectLst/>
                <a:latin typeface="Söhne"/>
              </a:rPr>
              <a:t>Portability in the context of software refers to the ability of a program or application to run on different platforms or operating systems without modification. </a:t>
            </a:r>
            <a:r>
              <a:rPr lang="en-US" b="0" i="0" dirty="0">
                <a:solidFill>
                  <a:srgbClr val="273139"/>
                </a:solidFill>
                <a:effectLst/>
                <a:latin typeface="Calibri"/>
                <a:cs typeface="Calibri"/>
              </a:rPr>
              <a:t> Example Mozilla Firefox Web Browser</a:t>
            </a:r>
            <a:endParaRPr sz="18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dirty="0">
              <a:latin typeface="Times New Roman"/>
              <a:cs typeface="Times New Roman"/>
            </a:endParaRPr>
          </a:p>
          <a:p>
            <a:pPr marL="231775">
              <a:lnSpc>
                <a:spcPct val="100000"/>
              </a:lnSpc>
            </a:pPr>
            <a:r>
              <a:rPr spc="-20" dirty="0"/>
              <a:t>OBJECTIVES</a:t>
            </a:r>
            <a:r>
              <a:rPr spc="-65" dirty="0"/>
              <a:t> </a:t>
            </a:r>
            <a:r>
              <a:rPr spc="125" dirty="0"/>
              <a:t>OF</a:t>
            </a:r>
            <a:r>
              <a:rPr spc="-80" dirty="0"/>
              <a:t> </a:t>
            </a:r>
            <a:r>
              <a:rPr spc="90" dirty="0"/>
              <a:t>SOFTWARE</a:t>
            </a:r>
            <a:r>
              <a:rPr spc="-60" dirty="0"/>
              <a:t> </a:t>
            </a:r>
            <a:r>
              <a:rPr spc="55" dirty="0"/>
              <a:t>ENGINEERING-ADAPTABILITY</a:t>
            </a:r>
          </a:p>
        </p:txBody>
      </p:sp>
      <p:sp>
        <p:nvSpPr>
          <p:cNvPr id="3" name="object 3"/>
          <p:cNvSpPr txBox="1"/>
          <p:nvPr/>
        </p:nvSpPr>
        <p:spPr>
          <a:xfrm>
            <a:off x="659993" y="3718305"/>
            <a:ext cx="10128885" cy="1985865"/>
          </a:xfrm>
          <a:prstGeom prst="rect">
            <a:avLst/>
          </a:prstGeom>
        </p:spPr>
        <p:txBody>
          <a:bodyPr vert="horz" wrap="square" lIns="0" tIns="10795" rIns="0" bIns="0" rtlCol="0">
            <a:spAutoFit/>
          </a:bodyPr>
          <a:lstStyle/>
          <a:p>
            <a:pPr marL="318770" marR="5080" indent="-306705">
              <a:lnSpc>
                <a:spcPct val="100600"/>
              </a:lnSpc>
              <a:spcBef>
                <a:spcPts val="85"/>
              </a:spcBef>
              <a:buClr>
                <a:srgbClr val="8BB649"/>
              </a:buClr>
              <a:buSzPct val="91666"/>
              <a:buFont typeface="Cambria"/>
              <a:buChar char="◾"/>
              <a:tabLst>
                <a:tab pos="318770" algn="l"/>
                <a:tab pos="319405" algn="l"/>
              </a:tabLst>
            </a:pPr>
            <a:r>
              <a:rPr lang="en-US" b="0" i="0" dirty="0">
                <a:solidFill>
                  <a:srgbClr val="374151"/>
                </a:solidFill>
                <a:effectLst/>
                <a:latin typeface="Söhne"/>
              </a:rPr>
              <a:t>Software adaptability refers to the capability of a software system to adjust and respond effectively to changing conditions, requirements, or environments without the need for extensive modification or reengineering. It is the software's ability to accommodate different situations, configurations, or user preferences seamlessly. </a:t>
            </a:r>
          </a:p>
          <a:p>
            <a:pPr marL="318770" marR="5080" indent="-306705">
              <a:lnSpc>
                <a:spcPct val="100600"/>
              </a:lnSpc>
              <a:spcBef>
                <a:spcPts val="85"/>
              </a:spcBef>
              <a:buClr>
                <a:srgbClr val="8BB649"/>
              </a:buClr>
              <a:buSzPct val="91666"/>
              <a:buFont typeface="Cambria"/>
              <a:buChar char="◾"/>
              <a:tabLst>
                <a:tab pos="318770" algn="l"/>
                <a:tab pos="319405" algn="l"/>
              </a:tabLst>
            </a:pPr>
            <a:r>
              <a:rPr lang="en-US" sz="1800" dirty="0">
                <a:solidFill>
                  <a:srgbClr val="374151"/>
                </a:solidFill>
                <a:latin typeface="Söhne"/>
                <a:cs typeface="Calibri"/>
              </a:rPr>
              <a:t>Example: Grammarly Software with Microsoft word.</a:t>
            </a:r>
            <a:endParaRPr lang="en-US" dirty="0">
              <a:solidFill>
                <a:srgbClr val="374151"/>
              </a:solidFill>
              <a:latin typeface="Söhne"/>
            </a:endParaRPr>
          </a:p>
          <a:p>
            <a:pPr marL="318770" marR="5080" indent="-306705">
              <a:lnSpc>
                <a:spcPct val="100600"/>
              </a:lnSpc>
              <a:spcBef>
                <a:spcPts val="85"/>
              </a:spcBef>
              <a:buClr>
                <a:srgbClr val="8BB649"/>
              </a:buClr>
              <a:buSzPct val="91666"/>
              <a:buFont typeface="Cambria"/>
              <a:buChar char="◾"/>
              <a:tabLst>
                <a:tab pos="318770" algn="l"/>
                <a:tab pos="319405" algn="l"/>
              </a:tabLst>
            </a:pPr>
            <a:r>
              <a:rPr lang="en-US" b="1" i="0" dirty="0">
                <a:effectLst/>
                <a:latin typeface="Söhne"/>
              </a:rPr>
              <a:t>Language Adaptation:</a:t>
            </a:r>
            <a:r>
              <a:rPr lang="en-US" b="0" i="0" dirty="0">
                <a:solidFill>
                  <a:srgbClr val="374151"/>
                </a:solidFill>
                <a:effectLst/>
                <a:latin typeface="Söhne"/>
              </a:rPr>
              <a:t> In language learning software, it can adapt to the user's native language and proficiency level, tailoring exercises and lessons accordingly.</a:t>
            </a:r>
            <a:endParaRPr sz="18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20" dirty="0"/>
              <a:t>OBJECTIVES</a:t>
            </a:r>
            <a:r>
              <a:rPr spc="-85" dirty="0"/>
              <a:t> </a:t>
            </a:r>
            <a:r>
              <a:rPr spc="125" dirty="0"/>
              <a:t>OF</a:t>
            </a:r>
            <a:r>
              <a:rPr spc="-95" dirty="0"/>
              <a:t> </a:t>
            </a:r>
            <a:r>
              <a:rPr spc="90" dirty="0"/>
              <a:t>SOFTWARE</a:t>
            </a:r>
            <a:r>
              <a:rPr spc="-85" dirty="0"/>
              <a:t> </a:t>
            </a:r>
            <a:r>
              <a:rPr spc="55" dirty="0"/>
              <a:t>ENGINEERING-INTEROPERABILITY</a:t>
            </a:r>
          </a:p>
        </p:txBody>
      </p:sp>
      <p:sp>
        <p:nvSpPr>
          <p:cNvPr id="3" name="object 3"/>
          <p:cNvSpPr txBox="1"/>
          <p:nvPr/>
        </p:nvSpPr>
        <p:spPr>
          <a:xfrm>
            <a:off x="659993" y="3658311"/>
            <a:ext cx="8385175" cy="300355"/>
          </a:xfrm>
          <a:prstGeom prst="rect">
            <a:avLst/>
          </a:prstGeom>
        </p:spPr>
        <p:txBody>
          <a:bodyPr vert="horz" wrap="square" lIns="0" tIns="12700" rIns="0" bIns="0" rtlCol="0">
            <a:spAutoFit/>
          </a:bodyPr>
          <a:lstStyle/>
          <a:p>
            <a:pPr marL="318770" indent="-306705">
              <a:lnSpc>
                <a:spcPct val="100000"/>
              </a:lnSpc>
              <a:spcBef>
                <a:spcPts val="100"/>
              </a:spcBef>
              <a:buClr>
                <a:srgbClr val="8BB649"/>
              </a:buClr>
              <a:buSzPct val="91666"/>
              <a:buFont typeface="Cambria"/>
              <a:buChar char="◾"/>
              <a:tabLst>
                <a:tab pos="318770" algn="l"/>
                <a:tab pos="319405" algn="l"/>
              </a:tabLst>
            </a:pPr>
            <a:r>
              <a:rPr sz="1800" spc="-55" dirty="0">
                <a:solidFill>
                  <a:srgbClr val="3C3C3C"/>
                </a:solidFill>
                <a:latin typeface="Trebuchet MS"/>
                <a:cs typeface="Trebuchet MS"/>
              </a:rPr>
              <a:t>The</a:t>
            </a:r>
            <a:r>
              <a:rPr sz="1800" spc="-45" dirty="0">
                <a:solidFill>
                  <a:srgbClr val="3C3C3C"/>
                </a:solidFill>
                <a:latin typeface="Trebuchet MS"/>
                <a:cs typeface="Trebuchet MS"/>
              </a:rPr>
              <a:t> </a:t>
            </a:r>
            <a:r>
              <a:rPr sz="1800" spc="-125" dirty="0">
                <a:solidFill>
                  <a:srgbClr val="3C3C3C"/>
                </a:solidFill>
                <a:latin typeface="Trebuchet MS"/>
                <a:cs typeface="Trebuchet MS"/>
              </a:rPr>
              <a:t>ability</a:t>
            </a:r>
            <a:r>
              <a:rPr sz="1800" spc="-35" dirty="0">
                <a:solidFill>
                  <a:srgbClr val="3C3C3C"/>
                </a:solidFill>
                <a:latin typeface="Trebuchet MS"/>
                <a:cs typeface="Trebuchet MS"/>
              </a:rPr>
              <a:t> </a:t>
            </a:r>
            <a:r>
              <a:rPr sz="1800" spc="-95" dirty="0">
                <a:solidFill>
                  <a:srgbClr val="3C3C3C"/>
                </a:solidFill>
                <a:latin typeface="Trebuchet MS"/>
                <a:cs typeface="Trebuchet MS"/>
              </a:rPr>
              <a:t>of</a:t>
            </a:r>
            <a:r>
              <a:rPr sz="1800" spc="-55" dirty="0">
                <a:solidFill>
                  <a:srgbClr val="3C3C3C"/>
                </a:solidFill>
                <a:latin typeface="Trebuchet MS"/>
                <a:cs typeface="Trebuchet MS"/>
              </a:rPr>
              <a:t> </a:t>
            </a:r>
            <a:r>
              <a:rPr sz="1800" spc="-75" dirty="0">
                <a:solidFill>
                  <a:srgbClr val="3C3C3C"/>
                </a:solidFill>
                <a:latin typeface="Trebuchet MS"/>
                <a:cs typeface="Trebuchet MS"/>
              </a:rPr>
              <a:t>computer</a:t>
            </a:r>
            <a:r>
              <a:rPr sz="1800" spc="-55" dirty="0">
                <a:solidFill>
                  <a:srgbClr val="3C3C3C"/>
                </a:solidFill>
                <a:latin typeface="Trebuchet MS"/>
                <a:cs typeface="Trebuchet MS"/>
              </a:rPr>
              <a:t> </a:t>
            </a:r>
            <a:r>
              <a:rPr sz="1800" spc="-80" dirty="0">
                <a:solidFill>
                  <a:srgbClr val="3C3C3C"/>
                </a:solidFill>
                <a:latin typeface="Trebuchet MS"/>
                <a:cs typeface="Trebuchet MS"/>
              </a:rPr>
              <a:t>systems</a:t>
            </a:r>
            <a:r>
              <a:rPr sz="1800" spc="-70" dirty="0">
                <a:solidFill>
                  <a:srgbClr val="3C3C3C"/>
                </a:solidFill>
                <a:latin typeface="Trebuchet MS"/>
                <a:cs typeface="Trebuchet MS"/>
              </a:rPr>
              <a:t> </a:t>
            </a:r>
            <a:r>
              <a:rPr sz="1800" spc="20" dirty="0">
                <a:solidFill>
                  <a:srgbClr val="3C3C3C"/>
                </a:solidFill>
                <a:latin typeface="Trebuchet MS"/>
                <a:cs typeface="Trebuchet MS"/>
              </a:rPr>
              <a:t>or</a:t>
            </a:r>
            <a:r>
              <a:rPr sz="1800" spc="-50" dirty="0">
                <a:solidFill>
                  <a:srgbClr val="3C3C3C"/>
                </a:solidFill>
                <a:latin typeface="Trebuchet MS"/>
                <a:cs typeface="Trebuchet MS"/>
              </a:rPr>
              <a:t> </a:t>
            </a:r>
            <a:r>
              <a:rPr sz="1800" spc="-90" dirty="0">
                <a:solidFill>
                  <a:srgbClr val="3C3C3C"/>
                </a:solidFill>
                <a:latin typeface="Trebuchet MS"/>
                <a:cs typeface="Trebuchet MS"/>
              </a:rPr>
              <a:t>software</a:t>
            </a:r>
            <a:r>
              <a:rPr sz="1800" spc="-55" dirty="0">
                <a:solidFill>
                  <a:srgbClr val="3C3C3C"/>
                </a:solidFill>
                <a:latin typeface="Trebuchet MS"/>
                <a:cs typeface="Trebuchet MS"/>
              </a:rPr>
              <a:t> </a:t>
            </a:r>
            <a:r>
              <a:rPr sz="1800" spc="-45" dirty="0">
                <a:solidFill>
                  <a:srgbClr val="3C3C3C"/>
                </a:solidFill>
                <a:latin typeface="Trebuchet MS"/>
                <a:cs typeface="Trebuchet MS"/>
              </a:rPr>
              <a:t>to</a:t>
            </a:r>
            <a:r>
              <a:rPr sz="1800" spc="-50" dirty="0">
                <a:solidFill>
                  <a:srgbClr val="3C3C3C"/>
                </a:solidFill>
                <a:latin typeface="Trebuchet MS"/>
                <a:cs typeface="Trebuchet MS"/>
              </a:rPr>
              <a:t> </a:t>
            </a:r>
            <a:r>
              <a:rPr sz="1800" spc="-105" dirty="0">
                <a:solidFill>
                  <a:srgbClr val="3C3C3C"/>
                </a:solidFill>
                <a:latin typeface="Trebuchet MS"/>
                <a:cs typeface="Trebuchet MS"/>
              </a:rPr>
              <a:t>exchange</a:t>
            </a:r>
            <a:r>
              <a:rPr sz="1800" spc="-60" dirty="0">
                <a:solidFill>
                  <a:srgbClr val="3C3C3C"/>
                </a:solidFill>
                <a:latin typeface="Trebuchet MS"/>
                <a:cs typeface="Trebuchet MS"/>
              </a:rPr>
              <a:t> </a:t>
            </a:r>
            <a:r>
              <a:rPr sz="1800" spc="-114" dirty="0">
                <a:solidFill>
                  <a:srgbClr val="3C3C3C"/>
                </a:solidFill>
                <a:latin typeface="Trebuchet MS"/>
                <a:cs typeface="Trebuchet MS"/>
              </a:rPr>
              <a:t>and</a:t>
            </a:r>
            <a:r>
              <a:rPr sz="1800" spc="-60" dirty="0">
                <a:solidFill>
                  <a:srgbClr val="3C3C3C"/>
                </a:solidFill>
                <a:latin typeface="Trebuchet MS"/>
                <a:cs typeface="Trebuchet MS"/>
              </a:rPr>
              <a:t> </a:t>
            </a:r>
            <a:r>
              <a:rPr sz="1800" spc="-125" dirty="0">
                <a:solidFill>
                  <a:srgbClr val="3C3C3C"/>
                </a:solidFill>
                <a:latin typeface="Trebuchet MS"/>
                <a:cs typeface="Trebuchet MS"/>
              </a:rPr>
              <a:t>make</a:t>
            </a:r>
            <a:r>
              <a:rPr sz="1800" spc="-60" dirty="0">
                <a:solidFill>
                  <a:srgbClr val="3C3C3C"/>
                </a:solidFill>
                <a:latin typeface="Trebuchet MS"/>
                <a:cs typeface="Trebuchet MS"/>
              </a:rPr>
              <a:t> </a:t>
            </a:r>
            <a:r>
              <a:rPr sz="1800" spc="-80" dirty="0">
                <a:solidFill>
                  <a:srgbClr val="3C3C3C"/>
                </a:solidFill>
                <a:latin typeface="Trebuchet MS"/>
                <a:cs typeface="Trebuchet MS"/>
              </a:rPr>
              <a:t>use</a:t>
            </a:r>
            <a:r>
              <a:rPr sz="1800" spc="-45" dirty="0">
                <a:solidFill>
                  <a:srgbClr val="3C3C3C"/>
                </a:solidFill>
                <a:latin typeface="Trebuchet MS"/>
                <a:cs typeface="Trebuchet MS"/>
              </a:rPr>
              <a:t> </a:t>
            </a:r>
            <a:r>
              <a:rPr sz="1800" spc="-95" dirty="0">
                <a:solidFill>
                  <a:srgbClr val="3C3C3C"/>
                </a:solidFill>
                <a:latin typeface="Trebuchet MS"/>
                <a:cs typeface="Trebuchet MS"/>
              </a:rPr>
              <a:t>of</a:t>
            </a:r>
            <a:r>
              <a:rPr sz="1800" spc="-40" dirty="0">
                <a:solidFill>
                  <a:srgbClr val="3C3C3C"/>
                </a:solidFill>
                <a:latin typeface="Trebuchet MS"/>
                <a:cs typeface="Trebuchet MS"/>
              </a:rPr>
              <a:t> </a:t>
            </a:r>
            <a:r>
              <a:rPr sz="1800" spc="-105" dirty="0">
                <a:solidFill>
                  <a:srgbClr val="3C3C3C"/>
                </a:solidFill>
                <a:latin typeface="Trebuchet MS"/>
                <a:cs typeface="Trebuchet MS"/>
              </a:rPr>
              <a:t>information.</a:t>
            </a:r>
            <a:endParaRPr sz="1800">
              <a:latin typeface="Trebuchet MS"/>
              <a:cs typeface="Trebuchet MS"/>
            </a:endParaRPr>
          </a:p>
        </p:txBody>
      </p:sp>
      <p:sp>
        <p:nvSpPr>
          <p:cNvPr id="4" name="object 4"/>
          <p:cNvSpPr txBox="1"/>
          <p:nvPr/>
        </p:nvSpPr>
        <p:spPr>
          <a:xfrm>
            <a:off x="659993" y="4082541"/>
            <a:ext cx="142240" cy="278130"/>
          </a:xfrm>
          <a:prstGeom prst="rect">
            <a:avLst/>
          </a:prstGeom>
        </p:spPr>
        <p:txBody>
          <a:bodyPr vert="horz" wrap="square" lIns="0" tIns="13335" rIns="0" bIns="0" rtlCol="0">
            <a:spAutoFit/>
          </a:bodyPr>
          <a:lstStyle/>
          <a:p>
            <a:pPr marL="12700">
              <a:lnSpc>
                <a:spcPct val="100000"/>
              </a:lnSpc>
              <a:spcBef>
                <a:spcPts val="105"/>
              </a:spcBef>
            </a:pPr>
            <a:r>
              <a:rPr sz="1650" spc="-615" dirty="0">
                <a:solidFill>
                  <a:srgbClr val="8BB649"/>
                </a:solidFill>
                <a:latin typeface="Cambria"/>
                <a:cs typeface="Cambria"/>
              </a:rPr>
              <a:t>◾</a:t>
            </a:r>
            <a:endParaRPr sz="1650">
              <a:latin typeface="Cambria"/>
              <a:cs typeface="Cambria"/>
            </a:endParaRPr>
          </a:p>
        </p:txBody>
      </p:sp>
      <p:sp>
        <p:nvSpPr>
          <p:cNvPr id="5" name="object 5"/>
          <p:cNvSpPr txBox="1"/>
          <p:nvPr/>
        </p:nvSpPr>
        <p:spPr>
          <a:xfrm>
            <a:off x="978954" y="4094353"/>
            <a:ext cx="6227445" cy="265430"/>
          </a:xfrm>
          <a:prstGeom prst="rect">
            <a:avLst/>
          </a:prstGeom>
          <a:solidFill>
            <a:srgbClr val="FFFF00"/>
          </a:solidFill>
        </p:spPr>
        <p:txBody>
          <a:bodyPr vert="horz" wrap="square" lIns="0" tIns="0" rIns="0" bIns="0" rtlCol="0">
            <a:spAutoFit/>
          </a:bodyPr>
          <a:lstStyle/>
          <a:p>
            <a:pPr>
              <a:lnSpc>
                <a:spcPts val="2025"/>
              </a:lnSpc>
            </a:pPr>
            <a:r>
              <a:rPr sz="1800" spc="-90" dirty="0">
                <a:solidFill>
                  <a:srgbClr val="3C3C3C"/>
                </a:solidFill>
                <a:latin typeface="Trebuchet MS"/>
                <a:cs typeface="Trebuchet MS"/>
              </a:rPr>
              <a:t>"interoperability</a:t>
            </a:r>
            <a:r>
              <a:rPr sz="1800" spc="-20" dirty="0">
                <a:solidFill>
                  <a:srgbClr val="3C3C3C"/>
                </a:solidFill>
                <a:latin typeface="Trebuchet MS"/>
                <a:cs typeface="Trebuchet MS"/>
              </a:rPr>
              <a:t> </a:t>
            </a:r>
            <a:r>
              <a:rPr sz="1800" spc="-110" dirty="0">
                <a:solidFill>
                  <a:srgbClr val="3C3C3C"/>
                </a:solidFill>
                <a:latin typeface="Trebuchet MS"/>
                <a:cs typeface="Trebuchet MS"/>
              </a:rPr>
              <a:t>between</a:t>
            </a:r>
            <a:r>
              <a:rPr sz="1800" spc="-25" dirty="0">
                <a:solidFill>
                  <a:srgbClr val="3C3C3C"/>
                </a:solidFill>
                <a:latin typeface="Trebuchet MS"/>
                <a:cs typeface="Trebuchet MS"/>
              </a:rPr>
              <a:t> </a:t>
            </a:r>
            <a:r>
              <a:rPr sz="1800" spc="-100" dirty="0">
                <a:solidFill>
                  <a:srgbClr val="3C3C3C"/>
                </a:solidFill>
                <a:latin typeface="Trebuchet MS"/>
                <a:cs typeface="Trebuchet MS"/>
              </a:rPr>
              <a:t>devices</a:t>
            </a:r>
            <a:r>
              <a:rPr sz="1800" spc="-45" dirty="0">
                <a:solidFill>
                  <a:srgbClr val="3C3C3C"/>
                </a:solidFill>
                <a:latin typeface="Trebuchet MS"/>
                <a:cs typeface="Trebuchet MS"/>
              </a:rPr>
              <a:t> </a:t>
            </a:r>
            <a:r>
              <a:rPr sz="1800" spc="-125" dirty="0">
                <a:solidFill>
                  <a:srgbClr val="3C3C3C"/>
                </a:solidFill>
                <a:latin typeface="Trebuchet MS"/>
                <a:cs typeface="Trebuchet MS"/>
              </a:rPr>
              <a:t>made</a:t>
            </a:r>
            <a:r>
              <a:rPr sz="1800" spc="-40" dirty="0">
                <a:solidFill>
                  <a:srgbClr val="3C3C3C"/>
                </a:solidFill>
                <a:latin typeface="Trebuchet MS"/>
                <a:cs typeface="Trebuchet MS"/>
              </a:rPr>
              <a:t> </a:t>
            </a:r>
            <a:r>
              <a:rPr sz="1800" spc="-110" dirty="0">
                <a:solidFill>
                  <a:srgbClr val="3C3C3C"/>
                </a:solidFill>
                <a:latin typeface="Trebuchet MS"/>
                <a:cs typeface="Trebuchet MS"/>
              </a:rPr>
              <a:t>by</a:t>
            </a:r>
            <a:r>
              <a:rPr sz="1800" spc="-30" dirty="0">
                <a:solidFill>
                  <a:srgbClr val="3C3C3C"/>
                </a:solidFill>
                <a:latin typeface="Trebuchet MS"/>
                <a:cs typeface="Trebuchet MS"/>
              </a:rPr>
              <a:t> </a:t>
            </a:r>
            <a:r>
              <a:rPr sz="1800" spc="-125" dirty="0">
                <a:solidFill>
                  <a:srgbClr val="3C3C3C"/>
                </a:solidFill>
                <a:latin typeface="Trebuchet MS"/>
                <a:cs typeface="Trebuchet MS"/>
              </a:rPr>
              <a:t>different</a:t>
            </a:r>
            <a:r>
              <a:rPr sz="1800" spc="-45" dirty="0">
                <a:solidFill>
                  <a:srgbClr val="3C3C3C"/>
                </a:solidFill>
                <a:latin typeface="Trebuchet MS"/>
                <a:cs typeface="Trebuchet MS"/>
              </a:rPr>
              <a:t> </a:t>
            </a:r>
            <a:r>
              <a:rPr sz="1800" spc="-95" dirty="0">
                <a:solidFill>
                  <a:srgbClr val="3C3C3C"/>
                </a:solidFill>
                <a:latin typeface="Trebuchet MS"/>
                <a:cs typeface="Trebuchet MS"/>
              </a:rPr>
              <a:t>manufacturers"</a:t>
            </a:r>
            <a:endParaRPr sz="1800" dirty="0">
              <a:latin typeface="Trebuchet MS"/>
              <a:cs typeface="Trebuchet MS"/>
            </a:endParaRPr>
          </a:p>
        </p:txBody>
      </p:sp>
      <p:sp>
        <p:nvSpPr>
          <p:cNvPr id="6" name="TextBox 5">
            <a:extLst>
              <a:ext uri="{FF2B5EF4-FFF2-40B4-BE49-F238E27FC236}">
                <a16:creationId xmlns="" xmlns:a16="http://schemas.microsoft.com/office/drawing/2014/main" id="{0E360040-2563-498B-0C29-6D68770C6780}"/>
              </a:ext>
            </a:extLst>
          </p:cNvPr>
          <p:cNvSpPr txBox="1"/>
          <p:nvPr/>
        </p:nvSpPr>
        <p:spPr>
          <a:xfrm>
            <a:off x="731113" y="4495800"/>
            <a:ext cx="6475286" cy="369332"/>
          </a:xfrm>
          <a:prstGeom prst="rect">
            <a:avLst/>
          </a:prstGeom>
          <a:noFill/>
        </p:spPr>
        <p:txBody>
          <a:bodyPr wrap="square" rtlCol="0">
            <a:spAutoFit/>
          </a:bodyPr>
          <a:lstStyle/>
          <a:p>
            <a:r>
              <a:rPr lang="en-US" dirty="0"/>
              <a:t>Example: The Email System, Smart Home Ecosystem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140" dirty="0"/>
              <a:t>P</a:t>
            </a:r>
            <a:r>
              <a:rPr spc="-110" dirty="0"/>
              <a:t>R</a:t>
            </a:r>
            <a:r>
              <a:rPr spc="200" dirty="0"/>
              <a:t>OGRA</a:t>
            </a:r>
            <a:r>
              <a:rPr spc="229" dirty="0"/>
              <a:t>M</a:t>
            </a:r>
            <a:r>
              <a:rPr spc="-490" dirty="0"/>
              <a:t> </a:t>
            </a:r>
            <a:r>
              <a:rPr spc="-15" dirty="0"/>
              <a:t>VS</a:t>
            </a:r>
            <a:r>
              <a:rPr spc="-70" dirty="0"/>
              <a:t> </a:t>
            </a:r>
            <a:r>
              <a:rPr spc="60" dirty="0"/>
              <a:t>SOFT</a:t>
            </a:r>
            <a:r>
              <a:rPr spc="300" dirty="0"/>
              <a:t>W</a:t>
            </a:r>
            <a:r>
              <a:rPr spc="55" dirty="0"/>
              <a:t>ARE</a:t>
            </a:r>
            <a:r>
              <a:rPr spc="-70" dirty="0"/>
              <a:t> </a:t>
            </a:r>
            <a:r>
              <a:rPr spc="-140" dirty="0"/>
              <a:t>P</a:t>
            </a:r>
            <a:r>
              <a:rPr spc="-114" dirty="0"/>
              <a:t>R</a:t>
            </a:r>
            <a:r>
              <a:rPr spc="260" dirty="0"/>
              <a:t>ODUCT</a:t>
            </a:r>
          </a:p>
        </p:txBody>
      </p:sp>
      <p:sp>
        <p:nvSpPr>
          <p:cNvPr id="3" name="object 3"/>
          <p:cNvSpPr txBox="1"/>
          <p:nvPr/>
        </p:nvSpPr>
        <p:spPr>
          <a:xfrm>
            <a:off x="659993" y="2901188"/>
            <a:ext cx="10825480" cy="2782813"/>
          </a:xfrm>
          <a:prstGeom prst="rect">
            <a:avLst/>
          </a:prstGeom>
        </p:spPr>
        <p:txBody>
          <a:bodyPr vert="horz" wrap="square" lIns="0" tIns="12700" rIns="0" bIns="0" rtlCol="0">
            <a:spAutoFit/>
          </a:bodyPr>
          <a:lstStyle/>
          <a:p>
            <a:pPr algn="l">
              <a:buFont typeface="+mj-lt"/>
              <a:buAutoNum type="arabicPeriod"/>
            </a:pPr>
            <a:r>
              <a:rPr lang="en-US" b="1" i="0" dirty="0">
                <a:solidFill>
                  <a:srgbClr val="374151"/>
                </a:solidFill>
                <a:effectLst/>
                <a:latin typeface="Söhne"/>
              </a:rPr>
              <a:t>Program:</a:t>
            </a:r>
            <a:endParaRPr lang="en-US" b="0" i="0" dirty="0">
              <a:solidFill>
                <a:srgbClr val="374151"/>
              </a:solidFill>
              <a:effectLst/>
              <a:latin typeface="Söhne"/>
            </a:endParaRPr>
          </a:p>
          <a:p>
            <a:pPr marL="742950" lvl="1" indent="-285750" algn="l">
              <a:buFont typeface="+mj-lt"/>
              <a:buAutoNum type="arabicPeriod"/>
            </a:pPr>
            <a:r>
              <a:rPr lang="en-US" b="1" i="0" dirty="0">
                <a:solidFill>
                  <a:srgbClr val="374151"/>
                </a:solidFill>
                <a:effectLst/>
                <a:latin typeface="Söhne"/>
              </a:rPr>
              <a:t>Program:</a:t>
            </a:r>
            <a:r>
              <a:rPr lang="en-US" b="0" i="0" dirty="0">
                <a:solidFill>
                  <a:srgbClr val="374151"/>
                </a:solidFill>
                <a:effectLst/>
                <a:latin typeface="Söhne"/>
              </a:rPr>
              <a:t> A program is a set of instructions or code written to perform a specific task or function on a computer. It is a collection of commands that tells the computer what to do, often used to execute a single task or process. Programs can be simple scripts or complex applications.</a:t>
            </a:r>
          </a:p>
          <a:p>
            <a:pPr algn="l">
              <a:buFont typeface="+mj-lt"/>
              <a:buAutoNum type="arabicPeriod"/>
            </a:pPr>
            <a:r>
              <a:rPr lang="en-US" b="1" i="0" dirty="0">
                <a:solidFill>
                  <a:srgbClr val="374151"/>
                </a:solidFill>
                <a:effectLst/>
                <a:latin typeface="Söhne"/>
              </a:rPr>
              <a:t>Software Product:</a:t>
            </a:r>
            <a:endParaRPr lang="en-US" b="0" i="0" dirty="0">
              <a:solidFill>
                <a:srgbClr val="374151"/>
              </a:solidFill>
              <a:effectLst/>
              <a:latin typeface="Söhne"/>
            </a:endParaRPr>
          </a:p>
          <a:p>
            <a:pPr marL="742950" lvl="1" indent="-285750" algn="l">
              <a:buFont typeface="+mj-lt"/>
              <a:buAutoNum type="arabicPeriod"/>
            </a:pPr>
            <a:r>
              <a:rPr lang="en-US" b="1" i="0" dirty="0">
                <a:solidFill>
                  <a:srgbClr val="374151"/>
                </a:solidFill>
                <a:effectLst/>
                <a:latin typeface="Söhne"/>
              </a:rPr>
              <a:t>Software Product:</a:t>
            </a:r>
            <a:r>
              <a:rPr lang="en-US" b="0" i="0" dirty="0">
                <a:solidFill>
                  <a:srgbClr val="374151"/>
                </a:solidFill>
                <a:effectLst/>
                <a:latin typeface="Söhne"/>
              </a:rPr>
              <a:t> A software product is a complete and packaged computer program or application that is designed, developed, and distributed for use by end-users or organizations. It serves specific functions or tasks, undergoes a development lifecycle, and often comes with documentation, user interfaces, and licensing agreements. Software products are intended for widespread use and may include operating systems, games, program suites and more.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90" dirty="0"/>
              <a:t>SOFTWARE</a:t>
            </a:r>
            <a:r>
              <a:rPr spc="-350" dirty="0"/>
              <a:t> </a:t>
            </a:r>
            <a:r>
              <a:rPr spc="80" dirty="0"/>
              <a:t>APPLICATION</a:t>
            </a:r>
            <a:r>
              <a:rPr spc="-70" dirty="0"/>
              <a:t> </a:t>
            </a:r>
            <a:r>
              <a:rPr spc="95" dirty="0"/>
              <a:t>DOMAINS-SYSTEM</a:t>
            </a:r>
            <a:r>
              <a:rPr spc="-50" dirty="0"/>
              <a:t> </a:t>
            </a:r>
            <a:r>
              <a:rPr spc="90" dirty="0"/>
              <a:t>SOFTWARE</a:t>
            </a:r>
          </a:p>
        </p:txBody>
      </p:sp>
      <p:sp>
        <p:nvSpPr>
          <p:cNvPr id="3" name="object 3"/>
          <p:cNvSpPr txBox="1"/>
          <p:nvPr/>
        </p:nvSpPr>
        <p:spPr>
          <a:xfrm>
            <a:off x="659993" y="3252977"/>
            <a:ext cx="10806430" cy="1385570"/>
          </a:xfrm>
          <a:prstGeom prst="rect">
            <a:avLst/>
          </a:prstGeom>
        </p:spPr>
        <p:txBody>
          <a:bodyPr vert="horz" wrap="square" lIns="0" tIns="144145" rIns="0" bIns="0" rtlCol="0">
            <a:spAutoFit/>
          </a:bodyPr>
          <a:lstStyle/>
          <a:p>
            <a:pPr marL="318770" indent="-306705">
              <a:lnSpc>
                <a:spcPct val="100000"/>
              </a:lnSpc>
              <a:spcBef>
                <a:spcPts val="1135"/>
              </a:spcBef>
              <a:buClr>
                <a:srgbClr val="8BB649"/>
              </a:buClr>
              <a:buSzPct val="91666"/>
              <a:buFont typeface="Cambria"/>
              <a:buChar char="◾"/>
              <a:tabLst>
                <a:tab pos="318770" algn="l"/>
                <a:tab pos="319405" algn="l"/>
              </a:tabLst>
            </a:pPr>
            <a:r>
              <a:rPr sz="1800" spc="-90" dirty="0">
                <a:solidFill>
                  <a:srgbClr val="3C3C3C"/>
                </a:solidFill>
                <a:latin typeface="Trebuchet MS"/>
                <a:cs typeface="Trebuchet MS"/>
              </a:rPr>
              <a:t>System</a:t>
            </a:r>
            <a:r>
              <a:rPr sz="1800" spc="-60" dirty="0">
                <a:solidFill>
                  <a:srgbClr val="3C3C3C"/>
                </a:solidFill>
                <a:latin typeface="Trebuchet MS"/>
                <a:cs typeface="Trebuchet MS"/>
              </a:rPr>
              <a:t> </a:t>
            </a:r>
            <a:r>
              <a:rPr sz="1800" spc="-90" dirty="0">
                <a:solidFill>
                  <a:srgbClr val="3C3C3C"/>
                </a:solidFill>
                <a:latin typeface="Trebuchet MS"/>
                <a:cs typeface="Trebuchet MS"/>
              </a:rPr>
              <a:t>software</a:t>
            </a:r>
            <a:r>
              <a:rPr sz="1800" spc="-55" dirty="0">
                <a:solidFill>
                  <a:srgbClr val="3C3C3C"/>
                </a:solidFill>
                <a:latin typeface="Trebuchet MS"/>
                <a:cs typeface="Trebuchet MS"/>
              </a:rPr>
              <a:t> </a:t>
            </a:r>
            <a:r>
              <a:rPr sz="1800" spc="-80" dirty="0">
                <a:solidFill>
                  <a:srgbClr val="3C3C3C"/>
                </a:solidFill>
                <a:latin typeface="Trebuchet MS"/>
                <a:cs typeface="Trebuchet MS"/>
              </a:rPr>
              <a:t>is</a:t>
            </a:r>
            <a:r>
              <a:rPr sz="1800" spc="-40" dirty="0">
                <a:solidFill>
                  <a:srgbClr val="3C3C3C"/>
                </a:solidFill>
                <a:latin typeface="Trebuchet MS"/>
                <a:cs typeface="Trebuchet MS"/>
              </a:rPr>
              <a:t> </a:t>
            </a:r>
            <a:r>
              <a:rPr sz="1800" spc="-90" dirty="0">
                <a:solidFill>
                  <a:srgbClr val="3C3C3C"/>
                </a:solidFill>
                <a:latin typeface="Trebuchet MS"/>
                <a:cs typeface="Trebuchet MS"/>
              </a:rPr>
              <a:t>software</a:t>
            </a:r>
            <a:r>
              <a:rPr sz="1800" spc="-55" dirty="0">
                <a:solidFill>
                  <a:srgbClr val="3C3C3C"/>
                </a:solidFill>
                <a:latin typeface="Trebuchet MS"/>
                <a:cs typeface="Trebuchet MS"/>
              </a:rPr>
              <a:t> </a:t>
            </a:r>
            <a:r>
              <a:rPr sz="1800" spc="-100" dirty="0">
                <a:solidFill>
                  <a:srgbClr val="3C3C3C"/>
                </a:solidFill>
                <a:latin typeface="Trebuchet MS"/>
                <a:cs typeface="Trebuchet MS"/>
              </a:rPr>
              <a:t>designed</a:t>
            </a:r>
            <a:r>
              <a:rPr sz="1800" spc="-50" dirty="0">
                <a:solidFill>
                  <a:srgbClr val="3C3C3C"/>
                </a:solidFill>
                <a:latin typeface="Trebuchet MS"/>
                <a:cs typeface="Trebuchet MS"/>
              </a:rPr>
              <a:t> </a:t>
            </a:r>
            <a:r>
              <a:rPr sz="1800" spc="-45" dirty="0">
                <a:solidFill>
                  <a:srgbClr val="3C3C3C"/>
                </a:solidFill>
                <a:latin typeface="Trebuchet MS"/>
                <a:cs typeface="Trebuchet MS"/>
              </a:rPr>
              <a:t>to </a:t>
            </a:r>
            <a:r>
              <a:rPr sz="1800" spc="-80" dirty="0">
                <a:solidFill>
                  <a:srgbClr val="3C3C3C"/>
                </a:solidFill>
                <a:latin typeface="Trebuchet MS"/>
                <a:cs typeface="Trebuchet MS"/>
              </a:rPr>
              <a:t>provide</a:t>
            </a:r>
            <a:r>
              <a:rPr sz="1800" spc="-45" dirty="0">
                <a:solidFill>
                  <a:srgbClr val="3C3C3C"/>
                </a:solidFill>
                <a:latin typeface="Trebuchet MS"/>
                <a:cs typeface="Trebuchet MS"/>
              </a:rPr>
              <a:t> </a:t>
            </a:r>
            <a:r>
              <a:rPr sz="1800" spc="-180" dirty="0">
                <a:solidFill>
                  <a:srgbClr val="3C3C3C"/>
                </a:solidFill>
                <a:latin typeface="Trebuchet MS"/>
                <a:cs typeface="Trebuchet MS"/>
              </a:rPr>
              <a:t>a</a:t>
            </a:r>
            <a:r>
              <a:rPr sz="1800" spc="-45" dirty="0">
                <a:solidFill>
                  <a:srgbClr val="3C3C3C"/>
                </a:solidFill>
                <a:latin typeface="Trebuchet MS"/>
                <a:cs typeface="Trebuchet MS"/>
              </a:rPr>
              <a:t> </a:t>
            </a:r>
            <a:r>
              <a:rPr sz="1800" spc="-105" dirty="0">
                <a:solidFill>
                  <a:srgbClr val="3C3C3C"/>
                </a:solidFill>
                <a:latin typeface="Trebuchet MS"/>
                <a:cs typeface="Trebuchet MS"/>
              </a:rPr>
              <a:t>platform</a:t>
            </a:r>
            <a:r>
              <a:rPr sz="1800" spc="-55" dirty="0">
                <a:solidFill>
                  <a:srgbClr val="3C3C3C"/>
                </a:solidFill>
                <a:latin typeface="Trebuchet MS"/>
                <a:cs typeface="Trebuchet MS"/>
              </a:rPr>
              <a:t> </a:t>
            </a:r>
            <a:r>
              <a:rPr sz="1800" spc="-65" dirty="0">
                <a:solidFill>
                  <a:srgbClr val="3C3C3C"/>
                </a:solidFill>
                <a:latin typeface="Trebuchet MS"/>
                <a:cs typeface="Trebuchet MS"/>
              </a:rPr>
              <a:t>for</a:t>
            </a:r>
            <a:r>
              <a:rPr sz="1800" spc="-60" dirty="0">
                <a:solidFill>
                  <a:srgbClr val="3C3C3C"/>
                </a:solidFill>
                <a:latin typeface="Trebuchet MS"/>
                <a:cs typeface="Trebuchet MS"/>
              </a:rPr>
              <a:t> other</a:t>
            </a:r>
            <a:r>
              <a:rPr sz="1800" spc="-50" dirty="0">
                <a:solidFill>
                  <a:srgbClr val="3C3C3C"/>
                </a:solidFill>
                <a:latin typeface="Trebuchet MS"/>
                <a:cs typeface="Trebuchet MS"/>
              </a:rPr>
              <a:t> </a:t>
            </a:r>
            <a:r>
              <a:rPr sz="1800" spc="-105" dirty="0">
                <a:solidFill>
                  <a:srgbClr val="3C3C3C"/>
                </a:solidFill>
                <a:latin typeface="Trebuchet MS"/>
                <a:cs typeface="Trebuchet MS"/>
              </a:rPr>
              <a:t>software.</a:t>
            </a:r>
            <a:endParaRPr sz="1800">
              <a:latin typeface="Trebuchet MS"/>
              <a:cs typeface="Trebuchet MS"/>
            </a:endParaRPr>
          </a:p>
          <a:p>
            <a:pPr marL="318770" marR="5080" indent="-306705">
              <a:lnSpc>
                <a:spcPct val="100000"/>
              </a:lnSpc>
              <a:spcBef>
                <a:spcPts val="1030"/>
              </a:spcBef>
              <a:buClr>
                <a:srgbClr val="8BB649"/>
              </a:buClr>
              <a:buSzPct val="91666"/>
              <a:buFont typeface="Cambria"/>
              <a:buChar char="◾"/>
              <a:tabLst>
                <a:tab pos="318770" algn="l"/>
                <a:tab pos="319405" algn="l"/>
              </a:tabLst>
            </a:pPr>
            <a:r>
              <a:rPr sz="1800" spc="-95" dirty="0">
                <a:solidFill>
                  <a:srgbClr val="3C3C3C"/>
                </a:solidFill>
                <a:latin typeface="Trebuchet MS"/>
                <a:cs typeface="Trebuchet MS"/>
              </a:rPr>
              <a:t>Examples</a:t>
            </a:r>
            <a:r>
              <a:rPr sz="1800" spc="-55" dirty="0">
                <a:solidFill>
                  <a:srgbClr val="3C3C3C"/>
                </a:solidFill>
                <a:latin typeface="Trebuchet MS"/>
                <a:cs typeface="Trebuchet MS"/>
              </a:rPr>
              <a:t> </a:t>
            </a:r>
            <a:r>
              <a:rPr sz="1800" spc="-95" dirty="0">
                <a:solidFill>
                  <a:srgbClr val="3C3C3C"/>
                </a:solidFill>
                <a:latin typeface="Trebuchet MS"/>
                <a:cs typeface="Trebuchet MS"/>
              </a:rPr>
              <a:t>of</a:t>
            </a:r>
            <a:r>
              <a:rPr sz="1800" spc="-35" dirty="0">
                <a:solidFill>
                  <a:srgbClr val="3C3C3C"/>
                </a:solidFill>
                <a:latin typeface="Trebuchet MS"/>
                <a:cs typeface="Trebuchet MS"/>
              </a:rPr>
              <a:t> </a:t>
            </a:r>
            <a:r>
              <a:rPr sz="1800" spc="-85" dirty="0">
                <a:solidFill>
                  <a:srgbClr val="3C3C3C"/>
                </a:solidFill>
                <a:latin typeface="Trebuchet MS"/>
                <a:cs typeface="Trebuchet MS"/>
              </a:rPr>
              <a:t>system</a:t>
            </a:r>
            <a:r>
              <a:rPr sz="1800" spc="-65" dirty="0">
                <a:solidFill>
                  <a:srgbClr val="3C3C3C"/>
                </a:solidFill>
                <a:latin typeface="Trebuchet MS"/>
                <a:cs typeface="Trebuchet MS"/>
              </a:rPr>
              <a:t> </a:t>
            </a:r>
            <a:r>
              <a:rPr sz="1800" spc="-90" dirty="0">
                <a:solidFill>
                  <a:srgbClr val="3C3C3C"/>
                </a:solidFill>
                <a:latin typeface="Trebuchet MS"/>
                <a:cs typeface="Trebuchet MS"/>
              </a:rPr>
              <a:t>software</a:t>
            </a:r>
            <a:r>
              <a:rPr sz="1800" spc="-50" dirty="0">
                <a:solidFill>
                  <a:srgbClr val="3C3C3C"/>
                </a:solidFill>
                <a:latin typeface="Trebuchet MS"/>
                <a:cs typeface="Trebuchet MS"/>
              </a:rPr>
              <a:t> </a:t>
            </a:r>
            <a:r>
              <a:rPr sz="1800" spc="-110" dirty="0">
                <a:solidFill>
                  <a:srgbClr val="3C3C3C"/>
                </a:solidFill>
                <a:latin typeface="Trebuchet MS"/>
                <a:cs typeface="Trebuchet MS"/>
              </a:rPr>
              <a:t>include</a:t>
            </a:r>
            <a:r>
              <a:rPr sz="1800" spc="-40" dirty="0">
                <a:solidFill>
                  <a:srgbClr val="3C3C3C"/>
                </a:solidFill>
                <a:latin typeface="Trebuchet MS"/>
                <a:cs typeface="Trebuchet MS"/>
              </a:rPr>
              <a:t> </a:t>
            </a:r>
            <a:r>
              <a:rPr sz="1800" spc="-95" dirty="0">
                <a:solidFill>
                  <a:srgbClr val="3C3C3C"/>
                </a:solidFill>
                <a:latin typeface="Trebuchet MS"/>
                <a:cs typeface="Trebuchet MS"/>
              </a:rPr>
              <a:t>operating</a:t>
            </a:r>
            <a:r>
              <a:rPr sz="1800" spc="-45" dirty="0">
                <a:solidFill>
                  <a:srgbClr val="3C3C3C"/>
                </a:solidFill>
                <a:latin typeface="Trebuchet MS"/>
                <a:cs typeface="Trebuchet MS"/>
              </a:rPr>
              <a:t> </a:t>
            </a:r>
            <a:r>
              <a:rPr sz="1800" spc="-80" dirty="0">
                <a:solidFill>
                  <a:srgbClr val="3C3C3C"/>
                </a:solidFill>
                <a:latin typeface="Trebuchet MS"/>
                <a:cs typeface="Trebuchet MS"/>
              </a:rPr>
              <a:t>systems</a:t>
            </a:r>
            <a:r>
              <a:rPr sz="1800" spc="-75" dirty="0">
                <a:solidFill>
                  <a:srgbClr val="3C3C3C"/>
                </a:solidFill>
                <a:latin typeface="Trebuchet MS"/>
                <a:cs typeface="Trebuchet MS"/>
              </a:rPr>
              <a:t> </a:t>
            </a:r>
            <a:r>
              <a:rPr sz="1800" spc="10" dirty="0">
                <a:solidFill>
                  <a:srgbClr val="3C3C3C"/>
                </a:solidFill>
                <a:latin typeface="Trebuchet MS"/>
                <a:cs typeface="Trebuchet MS"/>
              </a:rPr>
              <a:t>(OS)</a:t>
            </a:r>
            <a:r>
              <a:rPr sz="1800" dirty="0">
                <a:solidFill>
                  <a:srgbClr val="3C3C3C"/>
                </a:solidFill>
                <a:latin typeface="Trebuchet MS"/>
                <a:cs typeface="Trebuchet MS"/>
              </a:rPr>
              <a:t> </a:t>
            </a:r>
            <a:r>
              <a:rPr sz="1800" spc="-120" dirty="0">
                <a:solidFill>
                  <a:srgbClr val="3C3C3C"/>
                </a:solidFill>
                <a:latin typeface="Trebuchet MS"/>
                <a:cs typeface="Trebuchet MS"/>
              </a:rPr>
              <a:t>like</a:t>
            </a:r>
            <a:r>
              <a:rPr sz="1800" spc="-40" dirty="0">
                <a:solidFill>
                  <a:srgbClr val="3C3C3C"/>
                </a:solidFill>
                <a:latin typeface="Trebuchet MS"/>
                <a:cs typeface="Trebuchet MS"/>
              </a:rPr>
              <a:t> </a:t>
            </a:r>
            <a:r>
              <a:rPr sz="1800" spc="-75" dirty="0">
                <a:solidFill>
                  <a:srgbClr val="3C3C3C"/>
                </a:solidFill>
                <a:latin typeface="Trebuchet MS"/>
                <a:cs typeface="Trebuchet MS"/>
              </a:rPr>
              <a:t>macOS,</a:t>
            </a:r>
            <a:r>
              <a:rPr sz="1800" spc="-215" dirty="0">
                <a:solidFill>
                  <a:srgbClr val="3C3C3C"/>
                </a:solidFill>
                <a:latin typeface="Trebuchet MS"/>
                <a:cs typeface="Trebuchet MS"/>
              </a:rPr>
              <a:t> </a:t>
            </a:r>
            <a:r>
              <a:rPr sz="1800" spc="-100" dirty="0">
                <a:solidFill>
                  <a:srgbClr val="3C3C3C"/>
                </a:solidFill>
                <a:latin typeface="Trebuchet MS"/>
                <a:cs typeface="Trebuchet MS"/>
              </a:rPr>
              <a:t>Linux,</a:t>
            </a:r>
            <a:r>
              <a:rPr sz="1800" spc="-409" dirty="0">
                <a:solidFill>
                  <a:srgbClr val="3C3C3C"/>
                </a:solidFill>
                <a:latin typeface="Trebuchet MS"/>
                <a:cs typeface="Trebuchet MS"/>
              </a:rPr>
              <a:t> </a:t>
            </a:r>
            <a:r>
              <a:rPr sz="1800" spc="-40" dirty="0">
                <a:solidFill>
                  <a:srgbClr val="3C3C3C"/>
                </a:solidFill>
                <a:latin typeface="Trebuchet MS"/>
                <a:cs typeface="Trebuchet MS"/>
              </a:rPr>
              <a:t>Android</a:t>
            </a:r>
            <a:r>
              <a:rPr sz="1800" spc="-35" dirty="0">
                <a:solidFill>
                  <a:srgbClr val="3C3C3C"/>
                </a:solidFill>
                <a:latin typeface="Trebuchet MS"/>
                <a:cs typeface="Trebuchet MS"/>
              </a:rPr>
              <a:t> </a:t>
            </a:r>
            <a:r>
              <a:rPr sz="1800" spc="-120" dirty="0">
                <a:solidFill>
                  <a:srgbClr val="3C3C3C"/>
                </a:solidFill>
                <a:latin typeface="Trebuchet MS"/>
                <a:cs typeface="Trebuchet MS"/>
              </a:rPr>
              <a:t>and</a:t>
            </a:r>
            <a:r>
              <a:rPr sz="1800" spc="-35" dirty="0">
                <a:solidFill>
                  <a:srgbClr val="3C3C3C"/>
                </a:solidFill>
                <a:latin typeface="Trebuchet MS"/>
                <a:cs typeface="Trebuchet MS"/>
              </a:rPr>
              <a:t> </a:t>
            </a:r>
            <a:r>
              <a:rPr sz="1800" spc="-50" dirty="0">
                <a:solidFill>
                  <a:srgbClr val="3C3C3C"/>
                </a:solidFill>
                <a:latin typeface="Trebuchet MS"/>
                <a:cs typeface="Trebuchet MS"/>
              </a:rPr>
              <a:t>Microsoft</a:t>
            </a:r>
            <a:r>
              <a:rPr sz="1800" spc="-300" dirty="0">
                <a:solidFill>
                  <a:srgbClr val="3C3C3C"/>
                </a:solidFill>
                <a:latin typeface="Trebuchet MS"/>
                <a:cs typeface="Trebuchet MS"/>
              </a:rPr>
              <a:t> </a:t>
            </a:r>
            <a:r>
              <a:rPr sz="1800" spc="-40" dirty="0">
                <a:solidFill>
                  <a:srgbClr val="3C3C3C"/>
                </a:solidFill>
                <a:latin typeface="Trebuchet MS"/>
                <a:cs typeface="Trebuchet MS"/>
              </a:rPr>
              <a:t>Windows, </a:t>
            </a:r>
            <a:r>
              <a:rPr sz="1800" spc="-525" dirty="0">
                <a:solidFill>
                  <a:srgbClr val="3C3C3C"/>
                </a:solidFill>
                <a:latin typeface="Trebuchet MS"/>
                <a:cs typeface="Trebuchet MS"/>
              </a:rPr>
              <a:t> </a:t>
            </a:r>
            <a:r>
              <a:rPr sz="1800" spc="-100" dirty="0">
                <a:solidFill>
                  <a:srgbClr val="3C3C3C"/>
                </a:solidFill>
                <a:latin typeface="Trebuchet MS"/>
                <a:cs typeface="Trebuchet MS"/>
              </a:rPr>
              <a:t>computational science </a:t>
            </a:r>
            <a:r>
              <a:rPr sz="1800" spc="-105" dirty="0">
                <a:solidFill>
                  <a:srgbClr val="3C3C3C"/>
                </a:solidFill>
                <a:latin typeface="Trebuchet MS"/>
                <a:cs typeface="Trebuchet MS"/>
              </a:rPr>
              <a:t>software, </a:t>
            </a:r>
            <a:r>
              <a:rPr sz="1800" spc="-135" dirty="0">
                <a:solidFill>
                  <a:srgbClr val="3C3C3C"/>
                </a:solidFill>
                <a:latin typeface="Trebuchet MS"/>
                <a:cs typeface="Trebuchet MS"/>
              </a:rPr>
              <a:t>game </a:t>
            </a:r>
            <a:r>
              <a:rPr sz="1800" spc="-120" dirty="0">
                <a:solidFill>
                  <a:srgbClr val="3C3C3C"/>
                </a:solidFill>
                <a:latin typeface="Trebuchet MS"/>
                <a:cs typeface="Trebuchet MS"/>
              </a:rPr>
              <a:t>engines, </a:t>
            </a:r>
            <a:r>
              <a:rPr sz="1800" spc="-95" dirty="0">
                <a:solidFill>
                  <a:srgbClr val="3C3C3C"/>
                </a:solidFill>
                <a:latin typeface="Trebuchet MS"/>
                <a:cs typeface="Trebuchet MS"/>
              </a:rPr>
              <a:t>search </a:t>
            </a:r>
            <a:r>
              <a:rPr sz="1800" spc="-125" dirty="0">
                <a:solidFill>
                  <a:srgbClr val="3C3C3C"/>
                </a:solidFill>
                <a:latin typeface="Trebuchet MS"/>
                <a:cs typeface="Trebuchet MS"/>
              </a:rPr>
              <a:t>engines, </a:t>
            </a:r>
            <a:r>
              <a:rPr sz="1800" spc="-100" dirty="0">
                <a:solidFill>
                  <a:srgbClr val="3C3C3C"/>
                </a:solidFill>
                <a:latin typeface="Trebuchet MS"/>
                <a:cs typeface="Trebuchet MS"/>
              </a:rPr>
              <a:t>industrial </a:t>
            </a:r>
            <a:r>
              <a:rPr sz="1800" spc="-110" dirty="0">
                <a:solidFill>
                  <a:srgbClr val="3C3C3C"/>
                </a:solidFill>
                <a:latin typeface="Trebuchet MS"/>
                <a:cs typeface="Trebuchet MS"/>
              </a:rPr>
              <a:t>automation, </a:t>
            </a:r>
            <a:r>
              <a:rPr sz="1800" spc="-120" dirty="0">
                <a:solidFill>
                  <a:srgbClr val="3C3C3C"/>
                </a:solidFill>
                <a:latin typeface="Trebuchet MS"/>
                <a:cs typeface="Trebuchet MS"/>
              </a:rPr>
              <a:t>and </a:t>
            </a:r>
            <a:r>
              <a:rPr sz="1800" spc="-90" dirty="0">
                <a:solidFill>
                  <a:srgbClr val="3C3C3C"/>
                </a:solidFill>
                <a:latin typeface="Trebuchet MS"/>
                <a:cs typeface="Trebuchet MS"/>
              </a:rPr>
              <a:t>software </a:t>
            </a:r>
            <a:r>
              <a:rPr sz="1800" spc="-110" dirty="0">
                <a:solidFill>
                  <a:srgbClr val="3C3C3C"/>
                </a:solidFill>
                <a:latin typeface="Trebuchet MS"/>
                <a:cs typeface="Trebuchet MS"/>
              </a:rPr>
              <a:t>as </a:t>
            </a:r>
            <a:r>
              <a:rPr sz="1800" spc="-180" dirty="0">
                <a:solidFill>
                  <a:srgbClr val="3C3C3C"/>
                </a:solidFill>
                <a:latin typeface="Trebuchet MS"/>
                <a:cs typeface="Trebuchet MS"/>
              </a:rPr>
              <a:t>a</a:t>
            </a:r>
            <a:r>
              <a:rPr sz="1800" spc="-175" dirty="0">
                <a:solidFill>
                  <a:srgbClr val="3C3C3C"/>
                </a:solidFill>
                <a:latin typeface="Trebuchet MS"/>
                <a:cs typeface="Trebuchet MS"/>
              </a:rPr>
              <a:t> </a:t>
            </a:r>
            <a:r>
              <a:rPr sz="1800" spc="-80" dirty="0">
                <a:solidFill>
                  <a:srgbClr val="3C3C3C"/>
                </a:solidFill>
                <a:latin typeface="Trebuchet MS"/>
                <a:cs typeface="Trebuchet MS"/>
              </a:rPr>
              <a:t>service </a:t>
            </a:r>
            <a:r>
              <a:rPr sz="1800" spc="-75" dirty="0">
                <a:solidFill>
                  <a:srgbClr val="3C3C3C"/>
                </a:solidFill>
                <a:latin typeface="Trebuchet MS"/>
                <a:cs typeface="Trebuchet MS"/>
              </a:rPr>
              <a:t> </a:t>
            </a:r>
            <a:r>
              <a:rPr sz="1800" spc="-120" dirty="0">
                <a:solidFill>
                  <a:srgbClr val="3C3C3C"/>
                </a:solidFill>
                <a:latin typeface="Trebuchet MS"/>
                <a:cs typeface="Trebuchet MS"/>
              </a:rPr>
              <a:t>applications.</a:t>
            </a:r>
            <a:endParaRPr sz="1800">
              <a:latin typeface="Trebuchet MS"/>
              <a:cs typeface="Trebuchet MS"/>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60" dirty="0"/>
              <a:t>SOFT</a:t>
            </a:r>
            <a:r>
              <a:rPr spc="305" dirty="0"/>
              <a:t>W</a:t>
            </a:r>
            <a:r>
              <a:rPr spc="55" dirty="0"/>
              <a:t>ARE</a:t>
            </a:r>
            <a:r>
              <a:rPr spc="-350" dirty="0"/>
              <a:t> </a:t>
            </a:r>
            <a:r>
              <a:rPr spc="15" dirty="0"/>
              <a:t>APPLI</a:t>
            </a:r>
            <a:r>
              <a:rPr spc="80" dirty="0"/>
              <a:t>C</a:t>
            </a:r>
            <a:r>
              <a:rPr spc="-70" dirty="0"/>
              <a:t>A</a:t>
            </a:r>
            <a:r>
              <a:rPr spc="195" dirty="0"/>
              <a:t>TION</a:t>
            </a:r>
            <a:r>
              <a:rPr spc="-70" dirty="0"/>
              <a:t> </a:t>
            </a:r>
            <a:r>
              <a:rPr spc="380" dirty="0"/>
              <a:t>D</a:t>
            </a:r>
            <a:r>
              <a:rPr spc="175" dirty="0"/>
              <a:t>OMAIN</a:t>
            </a:r>
            <a:r>
              <a:rPr spc="160" dirty="0"/>
              <a:t>S</a:t>
            </a:r>
            <a:r>
              <a:rPr spc="-130" dirty="0"/>
              <a:t>-</a:t>
            </a:r>
            <a:r>
              <a:rPr spc="15" dirty="0"/>
              <a:t>APPLI</a:t>
            </a:r>
            <a:r>
              <a:rPr spc="80" dirty="0"/>
              <a:t>C</a:t>
            </a:r>
            <a:r>
              <a:rPr spc="-70" dirty="0"/>
              <a:t>A</a:t>
            </a:r>
            <a:r>
              <a:rPr spc="195" dirty="0"/>
              <a:t>TION</a:t>
            </a:r>
            <a:r>
              <a:rPr spc="-40" dirty="0"/>
              <a:t> </a:t>
            </a:r>
            <a:r>
              <a:rPr spc="60" dirty="0"/>
              <a:t>SOFT</a:t>
            </a:r>
            <a:r>
              <a:rPr spc="305" dirty="0"/>
              <a:t>W</a:t>
            </a:r>
            <a:r>
              <a:rPr spc="55" dirty="0"/>
              <a:t>ARE</a:t>
            </a:r>
          </a:p>
        </p:txBody>
      </p:sp>
      <p:sp>
        <p:nvSpPr>
          <p:cNvPr id="3" name="object 3"/>
          <p:cNvSpPr txBox="1"/>
          <p:nvPr/>
        </p:nvSpPr>
        <p:spPr>
          <a:xfrm>
            <a:off x="659993" y="3724402"/>
            <a:ext cx="10671175" cy="574040"/>
          </a:xfrm>
          <a:prstGeom prst="rect">
            <a:avLst/>
          </a:prstGeom>
        </p:spPr>
        <p:txBody>
          <a:bodyPr vert="horz" wrap="square" lIns="0" tIns="12700" rIns="0" bIns="0" rtlCol="0">
            <a:spAutoFit/>
          </a:bodyPr>
          <a:lstStyle/>
          <a:p>
            <a:pPr marL="318770" marR="5080" indent="-306705">
              <a:lnSpc>
                <a:spcPct val="100000"/>
              </a:lnSpc>
              <a:spcBef>
                <a:spcPts val="100"/>
              </a:spcBef>
              <a:buClr>
                <a:srgbClr val="8BB649"/>
              </a:buClr>
              <a:buSzPct val="91666"/>
              <a:buFont typeface="Cambria"/>
              <a:buChar char="◾"/>
              <a:tabLst>
                <a:tab pos="318770" algn="l"/>
                <a:tab pos="319405" algn="l"/>
              </a:tabLst>
            </a:pPr>
            <a:r>
              <a:rPr sz="1800" spc="-85" dirty="0">
                <a:solidFill>
                  <a:srgbClr val="3C3C3C"/>
                </a:solidFill>
                <a:latin typeface="Trebuchet MS"/>
                <a:cs typeface="Trebuchet MS"/>
              </a:rPr>
              <a:t>Application</a:t>
            </a:r>
            <a:r>
              <a:rPr sz="1800" spc="-35" dirty="0">
                <a:solidFill>
                  <a:srgbClr val="3C3C3C"/>
                </a:solidFill>
                <a:latin typeface="Trebuchet MS"/>
                <a:cs typeface="Trebuchet MS"/>
              </a:rPr>
              <a:t> </a:t>
            </a:r>
            <a:r>
              <a:rPr sz="1800" spc="-90" dirty="0">
                <a:solidFill>
                  <a:srgbClr val="3C3C3C"/>
                </a:solidFill>
                <a:latin typeface="Trebuchet MS"/>
                <a:cs typeface="Trebuchet MS"/>
              </a:rPr>
              <a:t>software</a:t>
            </a:r>
            <a:r>
              <a:rPr sz="1800" spc="-45" dirty="0">
                <a:solidFill>
                  <a:srgbClr val="3C3C3C"/>
                </a:solidFill>
                <a:latin typeface="Trebuchet MS"/>
                <a:cs typeface="Trebuchet MS"/>
              </a:rPr>
              <a:t> </a:t>
            </a:r>
            <a:r>
              <a:rPr sz="1800" spc="-80" dirty="0">
                <a:solidFill>
                  <a:srgbClr val="3C3C3C"/>
                </a:solidFill>
                <a:latin typeface="Trebuchet MS"/>
                <a:cs typeface="Trebuchet MS"/>
              </a:rPr>
              <a:t>is</a:t>
            </a:r>
            <a:r>
              <a:rPr sz="1800" spc="-35" dirty="0">
                <a:solidFill>
                  <a:srgbClr val="3C3C3C"/>
                </a:solidFill>
                <a:latin typeface="Trebuchet MS"/>
                <a:cs typeface="Trebuchet MS"/>
              </a:rPr>
              <a:t> </a:t>
            </a:r>
            <a:r>
              <a:rPr sz="1800" spc="-90" dirty="0">
                <a:solidFill>
                  <a:srgbClr val="3C3C3C"/>
                </a:solidFill>
                <a:latin typeface="Trebuchet MS"/>
                <a:cs typeface="Trebuchet MS"/>
              </a:rPr>
              <a:t>software</a:t>
            </a:r>
            <a:r>
              <a:rPr sz="1800" spc="-45" dirty="0">
                <a:solidFill>
                  <a:srgbClr val="3C3C3C"/>
                </a:solidFill>
                <a:latin typeface="Trebuchet MS"/>
                <a:cs typeface="Trebuchet MS"/>
              </a:rPr>
              <a:t> </a:t>
            </a:r>
            <a:r>
              <a:rPr sz="1800" spc="-125" dirty="0">
                <a:solidFill>
                  <a:srgbClr val="3C3C3C"/>
                </a:solidFill>
                <a:latin typeface="Trebuchet MS"/>
                <a:cs typeface="Trebuchet MS"/>
              </a:rPr>
              <a:t>that</a:t>
            </a:r>
            <a:r>
              <a:rPr sz="1800" spc="-35" dirty="0">
                <a:solidFill>
                  <a:srgbClr val="3C3C3C"/>
                </a:solidFill>
                <a:latin typeface="Trebuchet MS"/>
                <a:cs typeface="Trebuchet MS"/>
              </a:rPr>
              <a:t> </a:t>
            </a:r>
            <a:r>
              <a:rPr sz="1800" spc="-90" dirty="0">
                <a:solidFill>
                  <a:srgbClr val="3C3C3C"/>
                </a:solidFill>
                <a:latin typeface="Trebuchet MS"/>
                <a:cs typeface="Trebuchet MS"/>
              </a:rPr>
              <a:t>allows</a:t>
            </a:r>
            <a:r>
              <a:rPr sz="1800" spc="-35" dirty="0">
                <a:solidFill>
                  <a:srgbClr val="3C3C3C"/>
                </a:solidFill>
                <a:latin typeface="Trebuchet MS"/>
                <a:cs typeface="Trebuchet MS"/>
              </a:rPr>
              <a:t> </a:t>
            </a:r>
            <a:r>
              <a:rPr sz="1800" spc="-55" dirty="0">
                <a:solidFill>
                  <a:srgbClr val="3C3C3C"/>
                </a:solidFill>
                <a:latin typeface="Trebuchet MS"/>
                <a:cs typeface="Trebuchet MS"/>
              </a:rPr>
              <a:t>users</a:t>
            </a:r>
            <a:r>
              <a:rPr sz="1800" spc="-50" dirty="0">
                <a:solidFill>
                  <a:srgbClr val="3C3C3C"/>
                </a:solidFill>
                <a:latin typeface="Trebuchet MS"/>
                <a:cs typeface="Trebuchet MS"/>
              </a:rPr>
              <a:t> </a:t>
            </a:r>
            <a:r>
              <a:rPr sz="1800" spc="-45" dirty="0">
                <a:solidFill>
                  <a:srgbClr val="3C3C3C"/>
                </a:solidFill>
                <a:latin typeface="Trebuchet MS"/>
                <a:cs typeface="Trebuchet MS"/>
              </a:rPr>
              <a:t>to</a:t>
            </a:r>
            <a:r>
              <a:rPr sz="1800" spc="-35" dirty="0">
                <a:solidFill>
                  <a:srgbClr val="3C3C3C"/>
                </a:solidFill>
                <a:latin typeface="Trebuchet MS"/>
                <a:cs typeface="Trebuchet MS"/>
              </a:rPr>
              <a:t> do</a:t>
            </a:r>
            <a:r>
              <a:rPr sz="1800" spc="-40" dirty="0">
                <a:solidFill>
                  <a:srgbClr val="3C3C3C"/>
                </a:solidFill>
                <a:latin typeface="Trebuchet MS"/>
                <a:cs typeface="Trebuchet MS"/>
              </a:rPr>
              <a:t> </a:t>
            </a:r>
            <a:r>
              <a:rPr sz="1800" spc="-85" dirty="0">
                <a:solidFill>
                  <a:srgbClr val="3C3C3C"/>
                </a:solidFill>
                <a:latin typeface="Trebuchet MS"/>
                <a:cs typeface="Trebuchet MS"/>
              </a:rPr>
              <a:t>user-oriented</a:t>
            </a:r>
            <a:r>
              <a:rPr sz="1800" spc="-30" dirty="0">
                <a:solidFill>
                  <a:srgbClr val="3C3C3C"/>
                </a:solidFill>
                <a:latin typeface="Trebuchet MS"/>
                <a:cs typeface="Trebuchet MS"/>
              </a:rPr>
              <a:t> </a:t>
            </a:r>
            <a:r>
              <a:rPr sz="1800" spc="-85" dirty="0">
                <a:solidFill>
                  <a:srgbClr val="3C3C3C"/>
                </a:solidFill>
                <a:latin typeface="Trebuchet MS"/>
                <a:cs typeface="Trebuchet MS"/>
              </a:rPr>
              <a:t>tasks</a:t>
            </a:r>
            <a:r>
              <a:rPr sz="1800" spc="-45" dirty="0">
                <a:solidFill>
                  <a:srgbClr val="3C3C3C"/>
                </a:solidFill>
                <a:latin typeface="Trebuchet MS"/>
                <a:cs typeface="Trebuchet MS"/>
              </a:rPr>
              <a:t> </a:t>
            </a:r>
            <a:r>
              <a:rPr sz="1800" spc="-80" dirty="0">
                <a:solidFill>
                  <a:srgbClr val="3C3C3C"/>
                </a:solidFill>
                <a:latin typeface="Trebuchet MS"/>
                <a:cs typeface="Trebuchet MS"/>
              </a:rPr>
              <a:t>such</a:t>
            </a:r>
            <a:r>
              <a:rPr sz="1800" spc="-55" dirty="0">
                <a:solidFill>
                  <a:srgbClr val="3C3C3C"/>
                </a:solidFill>
                <a:latin typeface="Trebuchet MS"/>
                <a:cs typeface="Trebuchet MS"/>
              </a:rPr>
              <a:t> </a:t>
            </a:r>
            <a:r>
              <a:rPr sz="1800" spc="-110" dirty="0">
                <a:solidFill>
                  <a:srgbClr val="3C3C3C"/>
                </a:solidFill>
                <a:latin typeface="Trebuchet MS"/>
                <a:cs typeface="Trebuchet MS"/>
              </a:rPr>
              <a:t>as</a:t>
            </a:r>
            <a:r>
              <a:rPr sz="1800" spc="-35" dirty="0">
                <a:solidFill>
                  <a:srgbClr val="3C3C3C"/>
                </a:solidFill>
                <a:latin typeface="Trebuchet MS"/>
                <a:cs typeface="Trebuchet MS"/>
              </a:rPr>
              <a:t> </a:t>
            </a:r>
            <a:r>
              <a:rPr sz="1800" spc="-114" dirty="0">
                <a:solidFill>
                  <a:srgbClr val="3C3C3C"/>
                </a:solidFill>
                <a:latin typeface="Trebuchet MS"/>
                <a:cs typeface="Trebuchet MS"/>
              </a:rPr>
              <a:t>create</a:t>
            </a:r>
            <a:r>
              <a:rPr sz="1800" spc="-35" dirty="0">
                <a:solidFill>
                  <a:srgbClr val="3C3C3C"/>
                </a:solidFill>
                <a:latin typeface="Trebuchet MS"/>
                <a:cs typeface="Trebuchet MS"/>
              </a:rPr>
              <a:t> </a:t>
            </a:r>
            <a:r>
              <a:rPr sz="1800" spc="-90" dirty="0">
                <a:solidFill>
                  <a:srgbClr val="3C3C3C"/>
                </a:solidFill>
                <a:latin typeface="Trebuchet MS"/>
                <a:cs typeface="Trebuchet MS"/>
              </a:rPr>
              <a:t>text</a:t>
            </a:r>
            <a:r>
              <a:rPr sz="1800" spc="-40" dirty="0">
                <a:solidFill>
                  <a:srgbClr val="3C3C3C"/>
                </a:solidFill>
                <a:latin typeface="Trebuchet MS"/>
                <a:cs typeface="Trebuchet MS"/>
              </a:rPr>
              <a:t> </a:t>
            </a:r>
            <a:r>
              <a:rPr sz="1800" spc="-100" dirty="0">
                <a:solidFill>
                  <a:srgbClr val="3C3C3C"/>
                </a:solidFill>
                <a:latin typeface="Trebuchet MS"/>
                <a:cs typeface="Trebuchet MS"/>
              </a:rPr>
              <a:t>documents,</a:t>
            </a:r>
            <a:r>
              <a:rPr sz="1800" spc="-229" dirty="0">
                <a:solidFill>
                  <a:srgbClr val="3C3C3C"/>
                </a:solidFill>
                <a:latin typeface="Trebuchet MS"/>
                <a:cs typeface="Trebuchet MS"/>
              </a:rPr>
              <a:t> </a:t>
            </a:r>
            <a:r>
              <a:rPr sz="1800" spc="-150" dirty="0">
                <a:solidFill>
                  <a:srgbClr val="3C3C3C"/>
                </a:solidFill>
                <a:latin typeface="Trebuchet MS"/>
                <a:cs typeface="Trebuchet MS"/>
              </a:rPr>
              <a:t>play </a:t>
            </a:r>
            <a:r>
              <a:rPr sz="1800" spc="-530" dirty="0">
                <a:solidFill>
                  <a:srgbClr val="3C3C3C"/>
                </a:solidFill>
                <a:latin typeface="Trebuchet MS"/>
                <a:cs typeface="Trebuchet MS"/>
              </a:rPr>
              <a:t> </a:t>
            </a:r>
            <a:r>
              <a:rPr sz="1800" spc="20" dirty="0">
                <a:solidFill>
                  <a:srgbClr val="3C3C3C"/>
                </a:solidFill>
                <a:latin typeface="Trebuchet MS"/>
                <a:cs typeface="Trebuchet MS"/>
              </a:rPr>
              <a:t>or</a:t>
            </a:r>
            <a:r>
              <a:rPr sz="1800" spc="-50" dirty="0">
                <a:solidFill>
                  <a:srgbClr val="3C3C3C"/>
                </a:solidFill>
                <a:latin typeface="Trebuchet MS"/>
                <a:cs typeface="Trebuchet MS"/>
              </a:rPr>
              <a:t> </a:t>
            </a:r>
            <a:r>
              <a:rPr sz="1800" spc="-100" dirty="0">
                <a:solidFill>
                  <a:srgbClr val="3C3C3C"/>
                </a:solidFill>
                <a:latin typeface="Trebuchet MS"/>
                <a:cs typeface="Trebuchet MS"/>
              </a:rPr>
              <a:t>develop</a:t>
            </a:r>
            <a:r>
              <a:rPr sz="1800" spc="-45" dirty="0">
                <a:solidFill>
                  <a:srgbClr val="3C3C3C"/>
                </a:solidFill>
                <a:latin typeface="Trebuchet MS"/>
                <a:cs typeface="Trebuchet MS"/>
              </a:rPr>
              <a:t> </a:t>
            </a:r>
            <a:r>
              <a:rPr sz="1800" spc="-140" dirty="0">
                <a:solidFill>
                  <a:srgbClr val="3C3C3C"/>
                </a:solidFill>
                <a:latin typeface="Trebuchet MS"/>
                <a:cs typeface="Trebuchet MS"/>
              </a:rPr>
              <a:t>games,</a:t>
            </a:r>
            <a:r>
              <a:rPr sz="1800" spc="-240" dirty="0">
                <a:solidFill>
                  <a:srgbClr val="3C3C3C"/>
                </a:solidFill>
                <a:latin typeface="Trebuchet MS"/>
                <a:cs typeface="Trebuchet MS"/>
              </a:rPr>
              <a:t> </a:t>
            </a:r>
            <a:r>
              <a:rPr sz="1800" spc="-114" dirty="0">
                <a:solidFill>
                  <a:srgbClr val="3C3C3C"/>
                </a:solidFill>
                <a:latin typeface="Trebuchet MS"/>
                <a:cs typeface="Trebuchet MS"/>
              </a:rPr>
              <a:t>create</a:t>
            </a:r>
            <a:r>
              <a:rPr sz="1800" spc="-35" dirty="0">
                <a:solidFill>
                  <a:srgbClr val="3C3C3C"/>
                </a:solidFill>
                <a:latin typeface="Trebuchet MS"/>
                <a:cs typeface="Trebuchet MS"/>
              </a:rPr>
              <a:t> </a:t>
            </a:r>
            <a:r>
              <a:rPr sz="1800" spc="-100" dirty="0">
                <a:solidFill>
                  <a:srgbClr val="3C3C3C"/>
                </a:solidFill>
                <a:latin typeface="Trebuchet MS"/>
                <a:cs typeface="Trebuchet MS"/>
              </a:rPr>
              <a:t>presentations,</a:t>
            </a:r>
            <a:r>
              <a:rPr sz="1800" spc="-240" dirty="0">
                <a:solidFill>
                  <a:srgbClr val="3C3C3C"/>
                </a:solidFill>
                <a:latin typeface="Trebuchet MS"/>
                <a:cs typeface="Trebuchet MS"/>
              </a:rPr>
              <a:t> </a:t>
            </a:r>
            <a:r>
              <a:rPr sz="1800" spc="-100" dirty="0">
                <a:solidFill>
                  <a:srgbClr val="3C3C3C"/>
                </a:solidFill>
                <a:latin typeface="Trebuchet MS"/>
                <a:cs typeface="Trebuchet MS"/>
              </a:rPr>
              <a:t>accounting</a:t>
            </a:r>
            <a:r>
              <a:rPr sz="1800" spc="-60" dirty="0">
                <a:solidFill>
                  <a:srgbClr val="3C3C3C"/>
                </a:solidFill>
                <a:latin typeface="Trebuchet MS"/>
                <a:cs typeface="Trebuchet MS"/>
              </a:rPr>
              <a:t> </a:t>
            </a:r>
            <a:r>
              <a:rPr sz="1800" spc="-100" dirty="0">
                <a:solidFill>
                  <a:srgbClr val="3C3C3C"/>
                </a:solidFill>
                <a:latin typeface="Trebuchet MS"/>
                <a:cs typeface="Trebuchet MS"/>
              </a:rPr>
              <a:t>softwares,</a:t>
            </a:r>
            <a:r>
              <a:rPr sz="1800" spc="-240" dirty="0">
                <a:solidFill>
                  <a:srgbClr val="3C3C3C"/>
                </a:solidFill>
                <a:latin typeface="Trebuchet MS"/>
                <a:cs typeface="Trebuchet MS"/>
              </a:rPr>
              <a:t> </a:t>
            </a:r>
            <a:r>
              <a:rPr sz="1800" spc="-105" dirty="0">
                <a:solidFill>
                  <a:srgbClr val="3C3C3C"/>
                </a:solidFill>
                <a:latin typeface="Trebuchet MS"/>
                <a:cs typeface="Trebuchet MS"/>
              </a:rPr>
              <a:t>listen</a:t>
            </a:r>
            <a:r>
              <a:rPr sz="1800" spc="-40" dirty="0">
                <a:solidFill>
                  <a:srgbClr val="3C3C3C"/>
                </a:solidFill>
                <a:latin typeface="Trebuchet MS"/>
                <a:cs typeface="Trebuchet MS"/>
              </a:rPr>
              <a:t> </a:t>
            </a:r>
            <a:r>
              <a:rPr sz="1800" spc="-45" dirty="0">
                <a:solidFill>
                  <a:srgbClr val="3C3C3C"/>
                </a:solidFill>
                <a:latin typeface="Trebuchet MS"/>
                <a:cs typeface="Trebuchet MS"/>
              </a:rPr>
              <a:t>to</a:t>
            </a:r>
            <a:r>
              <a:rPr sz="1800" spc="-40" dirty="0">
                <a:solidFill>
                  <a:srgbClr val="3C3C3C"/>
                </a:solidFill>
                <a:latin typeface="Trebuchet MS"/>
                <a:cs typeface="Trebuchet MS"/>
              </a:rPr>
              <a:t> </a:t>
            </a:r>
            <a:r>
              <a:rPr sz="1800" spc="-114" dirty="0">
                <a:solidFill>
                  <a:srgbClr val="3C3C3C"/>
                </a:solidFill>
                <a:latin typeface="Trebuchet MS"/>
                <a:cs typeface="Trebuchet MS"/>
              </a:rPr>
              <a:t>music,</a:t>
            </a:r>
            <a:r>
              <a:rPr sz="1800" spc="-225" dirty="0">
                <a:solidFill>
                  <a:srgbClr val="3C3C3C"/>
                </a:solidFill>
                <a:latin typeface="Trebuchet MS"/>
                <a:cs typeface="Trebuchet MS"/>
              </a:rPr>
              <a:t> </a:t>
            </a:r>
            <a:r>
              <a:rPr sz="1800" spc="-95" dirty="0">
                <a:solidFill>
                  <a:srgbClr val="3C3C3C"/>
                </a:solidFill>
                <a:latin typeface="Trebuchet MS"/>
                <a:cs typeface="Trebuchet MS"/>
              </a:rPr>
              <a:t>draw</a:t>
            </a:r>
            <a:r>
              <a:rPr sz="1800" spc="-45" dirty="0">
                <a:solidFill>
                  <a:srgbClr val="3C3C3C"/>
                </a:solidFill>
                <a:latin typeface="Trebuchet MS"/>
                <a:cs typeface="Trebuchet MS"/>
              </a:rPr>
              <a:t> </a:t>
            </a:r>
            <a:r>
              <a:rPr sz="1800" spc="-90" dirty="0">
                <a:solidFill>
                  <a:srgbClr val="3C3C3C"/>
                </a:solidFill>
                <a:latin typeface="Trebuchet MS"/>
                <a:cs typeface="Trebuchet MS"/>
              </a:rPr>
              <a:t>pictures</a:t>
            </a:r>
            <a:r>
              <a:rPr sz="1800" spc="-35" dirty="0">
                <a:solidFill>
                  <a:srgbClr val="3C3C3C"/>
                </a:solidFill>
                <a:latin typeface="Trebuchet MS"/>
                <a:cs typeface="Trebuchet MS"/>
              </a:rPr>
              <a:t> </a:t>
            </a:r>
            <a:r>
              <a:rPr sz="1800" spc="20" dirty="0">
                <a:solidFill>
                  <a:srgbClr val="3C3C3C"/>
                </a:solidFill>
                <a:latin typeface="Trebuchet MS"/>
                <a:cs typeface="Trebuchet MS"/>
              </a:rPr>
              <a:t>or</a:t>
            </a:r>
            <a:r>
              <a:rPr sz="1800" spc="-40" dirty="0">
                <a:solidFill>
                  <a:srgbClr val="3C3C3C"/>
                </a:solidFill>
                <a:latin typeface="Trebuchet MS"/>
                <a:cs typeface="Trebuchet MS"/>
              </a:rPr>
              <a:t> </a:t>
            </a:r>
            <a:r>
              <a:rPr sz="1800" spc="-60" dirty="0">
                <a:solidFill>
                  <a:srgbClr val="3C3C3C"/>
                </a:solidFill>
                <a:latin typeface="Trebuchet MS"/>
                <a:cs typeface="Trebuchet MS"/>
              </a:rPr>
              <a:t>browse</a:t>
            </a:r>
            <a:r>
              <a:rPr sz="1800" spc="-55" dirty="0">
                <a:solidFill>
                  <a:srgbClr val="3C3C3C"/>
                </a:solidFill>
                <a:latin typeface="Trebuchet MS"/>
                <a:cs typeface="Trebuchet MS"/>
              </a:rPr>
              <a:t> </a:t>
            </a:r>
            <a:r>
              <a:rPr sz="1800" spc="-110" dirty="0">
                <a:solidFill>
                  <a:srgbClr val="3C3C3C"/>
                </a:solidFill>
                <a:latin typeface="Trebuchet MS"/>
                <a:cs typeface="Trebuchet MS"/>
              </a:rPr>
              <a:t>the</a:t>
            </a:r>
            <a:r>
              <a:rPr sz="1800" spc="-30" dirty="0">
                <a:solidFill>
                  <a:srgbClr val="3C3C3C"/>
                </a:solidFill>
                <a:latin typeface="Trebuchet MS"/>
                <a:cs typeface="Trebuchet MS"/>
              </a:rPr>
              <a:t> </a:t>
            </a:r>
            <a:r>
              <a:rPr sz="1800" spc="-150" dirty="0">
                <a:solidFill>
                  <a:srgbClr val="3C3C3C"/>
                </a:solidFill>
                <a:latin typeface="Trebuchet MS"/>
                <a:cs typeface="Trebuchet MS"/>
              </a:rPr>
              <a:t>web.</a:t>
            </a:r>
            <a:endParaRPr sz="1800">
              <a:latin typeface="Trebuchet MS"/>
              <a:cs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88595" rIns="0" bIns="0" rtlCol="0">
            <a:spAutoFit/>
          </a:bodyPr>
          <a:lstStyle/>
          <a:p>
            <a:pPr marL="231775" marR="1036955">
              <a:lnSpc>
                <a:spcPct val="100000"/>
              </a:lnSpc>
              <a:spcBef>
                <a:spcPts val="1485"/>
              </a:spcBef>
            </a:pPr>
            <a:r>
              <a:rPr spc="60" dirty="0"/>
              <a:t>SOFT</a:t>
            </a:r>
            <a:r>
              <a:rPr spc="305" dirty="0"/>
              <a:t>W</a:t>
            </a:r>
            <a:r>
              <a:rPr spc="55" dirty="0"/>
              <a:t>ARE</a:t>
            </a:r>
            <a:r>
              <a:rPr spc="-350" dirty="0"/>
              <a:t> </a:t>
            </a:r>
            <a:r>
              <a:rPr spc="15" dirty="0"/>
              <a:t>APPLI</a:t>
            </a:r>
            <a:r>
              <a:rPr spc="80" dirty="0"/>
              <a:t>C</a:t>
            </a:r>
            <a:r>
              <a:rPr spc="-70" dirty="0"/>
              <a:t>A</a:t>
            </a:r>
            <a:r>
              <a:rPr spc="195" dirty="0"/>
              <a:t>TION</a:t>
            </a:r>
            <a:r>
              <a:rPr spc="-70" dirty="0"/>
              <a:t> </a:t>
            </a:r>
            <a:r>
              <a:rPr spc="380" dirty="0"/>
              <a:t>D</a:t>
            </a:r>
            <a:r>
              <a:rPr spc="175" dirty="0"/>
              <a:t>OMAIN</a:t>
            </a:r>
            <a:r>
              <a:rPr spc="160" dirty="0"/>
              <a:t>S</a:t>
            </a:r>
            <a:r>
              <a:rPr spc="-130" dirty="0"/>
              <a:t>-</a:t>
            </a:r>
            <a:r>
              <a:rPr spc="80" dirty="0"/>
              <a:t>ENGINE</a:t>
            </a:r>
            <a:r>
              <a:rPr spc="85" dirty="0"/>
              <a:t>E</a:t>
            </a:r>
            <a:r>
              <a:rPr spc="-30" dirty="0"/>
              <a:t>RING</a:t>
            </a:r>
            <a:r>
              <a:rPr spc="-45" dirty="0"/>
              <a:t>/</a:t>
            </a:r>
            <a:r>
              <a:rPr spc="80" dirty="0"/>
              <a:t>SCIEN</a:t>
            </a:r>
            <a:r>
              <a:rPr spc="100" dirty="0"/>
              <a:t>T</a:t>
            </a:r>
            <a:r>
              <a:rPr spc="-5" dirty="0"/>
              <a:t>IFIC  </a:t>
            </a:r>
            <a:r>
              <a:rPr spc="90" dirty="0"/>
              <a:t>SOFTWARE</a:t>
            </a:r>
          </a:p>
        </p:txBody>
      </p:sp>
      <p:sp>
        <p:nvSpPr>
          <p:cNvPr id="3" name="object 3"/>
          <p:cNvSpPr txBox="1"/>
          <p:nvPr/>
        </p:nvSpPr>
        <p:spPr>
          <a:xfrm>
            <a:off x="659993" y="3526879"/>
            <a:ext cx="10626725" cy="837565"/>
          </a:xfrm>
          <a:prstGeom prst="rect">
            <a:avLst/>
          </a:prstGeom>
        </p:spPr>
        <p:txBody>
          <a:bodyPr vert="horz" wrap="square" lIns="0" tIns="144145" rIns="0" bIns="0" rtlCol="0">
            <a:spAutoFit/>
          </a:bodyPr>
          <a:lstStyle/>
          <a:p>
            <a:pPr marL="382905" indent="-370840">
              <a:lnSpc>
                <a:spcPct val="100000"/>
              </a:lnSpc>
              <a:spcBef>
                <a:spcPts val="1135"/>
              </a:spcBef>
              <a:buClr>
                <a:srgbClr val="8BB649"/>
              </a:buClr>
              <a:buSzPct val="91666"/>
              <a:buFont typeface="Cambria"/>
              <a:buChar char="◾"/>
              <a:tabLst>
                <a:tab pos="382905" algn="l"/>
                <a:tab pos="383540" algn="l"/>
              </a:tabLst>
            </a:pPr>
            <a:r>
              <a:rPr sz="1800" spc="-80" dirty="0">
                <a:solidFill>
                  <a:srgbClr val="3C3C3C"/>
                </a:solidFill>
                <a:latin typeface="Trebuchet MS"/>
                <a:cs typeface="Trebuchet MS"/>
              </a:rPr>
              <a:t>Such</a:t>
            </a:r>
            <a:r>
              <a:rPr sz="1800" spc="-40" dirty="0">
                <a:solidFill>
                  <a:srgbClr val="3C3C3C"/>
                </a:solidFill>
                <a:latin typeface="Trebuchet MS"/>
                <a:cs typeface="Trebuchet MS"/>
              </a:rPr>
              <a:t> </a:t>
            </a:r>
            <a:r>
              <a:rPr sz="1800" spc="-90" dirty="0">
                <a:solidFill>
                  <a:srgbClr val="3C3C3C"/>
                </a:solidFill>
                <a:latin typeface="Trebuchet MS"/>
                <a:cs typeface="Trebuchet MS"/>
              </a:rPr>
              <a:t>software</a:t>
            </a:r>
            <a:r>
              <a:rPr sz="1800" spc="-60" dirty="0">
                <a:solidFill>
                  <a:srgbClr val="3C3C3C"/>
                </a:solidFill>
                <a:latin typeface="Trebuchet MS"/>
                <a:cs typeface="Trebuchet MS"/>
              </a:rPr>
              <a:t> </a:t>
            </a:r>
            <a:r>
              <a:rPr sz="1800" spc="-80" dirty="0">
                <a:solidFill>
                  <a:srgbClr val="3C3C3C"/>
                </a:solidFill>
                <a:latin typeface="Trebuchet MS"/>
                <a:cs typeface="Trebuchet MS"/>
              </a:rPr>
              <a:t>is</a:t>
            </a:r>
            <a:r>
              <a:rPr sz="1800" spc="-35" dirty="0">
                <a:solidFill>
                  <a:srgbClr val="3C3C3C"/>
                </a:solidFill>
                <a:latin typeface="Trebuchet MS"/>
                <a:cs typeface="Trebuchet MS"/>
              </a:rPr>
              <a:t> </a:t>
            </a:r>
            <a:r>
              <a:rPr sz="1800" spc="-90" dirty="0">
                <a:solidFill>
                  <a:srgbClr val="3C3C3C"/>
                </a:solidFill>
                <a:latin typeface="Trebuchet MS"/>
                <a:cs typeface="Trebuchet MS"/>
              </a:rPr>
              <a:t>written</a:t>
            </a:r>
            <a:r>
              <a:rPr sz="1800" spc="-35" dirty="0">
                <a:solidFill>
                  <a:srgbClr val="3C3C3C"/>
                </a:solidFill>
                <a:latin typeface="Trebuchet MS"/>
                <a:cs typeface="Trebuchet MS"/>
              </a:rPr>
              <a:t> </a:t>
            </a:r>
            <a:r>
              <a:rPr sz="1800" spc="-60" dirty="0">
                <a:solidFill>
                  <a:srgbClr val="3C3C3C"/>
                </a:solidFill>
                <a:latin typeface="Trebuchet MS"/>
                <a:cs typeface="Trebuchet MS"/>
              </a:rPr>
              <a:t>for</a:t>
            </a:r>
            <a:r>
              <a:rPr sz="1800" spc="-50" dirty="0">
                <a:solidFill>
                  <a:srgbClr val="3C3C3C"/>
                </a:solidFill>
                <a:latin typeface="Trebuchet MS"/>
                <a:cs typeface="Trebuchet MS"/>
              </a:rPr>
              <a:t> </a:t>
            </a:r>
            <a:r>
              <a:rPr sz="1800" spc="-114" dirty="0">
                <a:solidFill>
                  <a:srgbClr val="3C3C3C"/>
                </a:solidFill>
                <a:latin typeface="Trebuchet MS"/>
                <a:cs typeface="Trebuchet MS"/>
              </a:rPr>
              <a:t>specific</a:t>
            </a:r>
            <a:r>
              <a:rPr sz="1800" spc="-60" dirty="0">
                <a:solidFill>
                  <a:srgbClr val="3C3C3C"/>
                </a:solidFill>
                <a:latin typeface="Trebuchet MS"/>
                <a:cs typeface="Trebuchet MS"/>
              </a:rPr>
              <a:t> </a:t>
            </a:r>
            <a:r>
              <a:rPr sz="1800" spc="-105" dirty="0">
                <a:solidFill>
                  <a:srgbClr val="3C3C3C"/>
                </a:solidFill>
                <a:latin typeface="Trebuchet MS"/>
                <a:cs typeface="Trebuchet MS"/>
              </a:rPr>
              <a:t>applications</a:t>
            </a:r>
            <a:r>
              <a:rPr sz="1800" spc="-50" dirty="0">
                <a:solidFill>
                  <a:srgbClr val="3C3C3C"/>
                </a:solidFill>
                <a:latin typeface="Trebuchet MS"/>
                <a:cs typeface="Trebuchet MS"/>
              </a:rPr>
              <a:t> </a:t>
            </a:r>
            <a:r>
              <a:rPr sz="1800" spc="-95" dirty="0">
                <a:solidFill>
                  <a:srgbClr val="3C3C3C"/>
                </a:solidFill>
                <a:latin typeface="Trebuchet MS"/>
                <a:cs typeface="Trebuchet MS"/>
              </a:rPr>
              <a:t>using</a:t>
            </a:r>
            <a:r>
              <a:rPr sz="1800" spc="-55" dirty="0">
                <a:solidFill>
                  <a:srgbClr val="3C3C3C"/>
                </a:solidFill>
                <a:latin typeface="Trebuchet MS"/>
                <a:cs typeface="Trebuchet MS"/>
              </a:rPr>
              <a:t> </a:t>
            </a:r>
            <a:r>
              <a:rPr sz="1800" spc="-110" dirty="0">
                <a:solidFill>
                  <a:srgbClr val="3C3C3C"/>
                </a:solidFill>
                <a:latin typeface="Trebuchet MS"/>
                <a:cs typeface="Trebuchet MS"/>
              </a:rPr>
              <a:t>principles,</a:t>
            </a:r>
            <a:r>
              <a:rPr sz="1800" spc="-200" dirty="0">
                <a:solidFill>
                  <a:srgbClr val="3C3C3C"/>
                </a:solidFill>
                <a:latin typeface="Trebuchet MS"/>
                <a:cs typeface="Trebuchet MS"/>
              </a:rPr>
              <a:t> </a:t>
            </a:r>
            <a:r>
              <a:rPr sz="1800" spc="-114" dirty="0">
                <a:solidFill>
                  <a:srgbClr val="3C3C3C"/>
                </a:solidFill>
                <a:latin typeface="Trebuchet MS"/>
                <a:cs typeface="Trebuchet MS"/>
              </a:rPr>
              <a:t>techniques,</a:t>
            </a:r>
            <a:r>
              <a:rPr sz="1800" spc="-225" dirty="0">
                <a:solidFill>
                  <a:srgbClr val="3C3C3C"/>
                </a:solidFill>
                <a:latin typeface="Trebuchet MS"/>
                <a:cs typeface="Trebuchet MS"/>
              </a:rPr>
              <a:t> </a:t>
            </a:r>
            <a:r>
              <a:rPr sz="1800" spc="-114" dirty="0">
                <a:solidFill>
                  <a:srgbClr val="3C3C3C"/>
                </a:solidFill>
                <a:latin typeface="Trebuchet MS"/>
                <a:cs typeface="Trebuchet MS"/>
              </a:rPr>
              <a:t>and</a:t>
            </a:r>
            <a:r>
              <a:rPr sz="1800" spc="-55" dirty="0">
                <a:solidFill>
                  <a:srgbClr val="3C3C3C"/>
                </a:solidFill>
                <a:latin typeface="Trebuchet MS"/>
                <a:cs typeface="Trebuchet MS"/>
              </a:rPr>
              <a:t> </a:t>
            </a:r>
            <a:r>
              <a:rPr sz="1800" spc="-105" dirty="0">
                <a:solidFill>
                  <a:srgbClr val="3C3C3C"/>
                </a:solidFill>
                <a:latin typeface="Trebuchet MS"/>
                <a:cs typeface="Trebuchet MS"/>
              </a:rPr>
              <a:t>formulae</a:t>
            </a:r>
            <a:r>
              <a:rPr sz="1800" spc="-70" dirty="0">
                <a:solidFill>
                  <a:srgbClr val="3C3C3C"/>
                </a:solidFill>
                <a:latin typeface="Trebuchet MS"/>
                <a:cs typeface="Trebuchet MS"/>
              </a:rPr>
              <a:t> </a:t>
            </a:r>
            <a:r>
              <a:rPr sz="1800" spc="-114" dirty="0">
                <a:solidFill>
                  <a:srgbClr val="3C3C3C"/>
                </a:solidFill>
                <a:latin typeface="Trebuchet MS"/>
                <a:cs typeface="Trebuchet MS"/>
              </a:rPr>
              <a:t>specific</a:t>
            </a:r>
            <a:r>
              <a:rPr sz="1800" spc="-55" dirty="0">
                <a:solidFill>
                  <a:srgbClr val="3C3C3C"/>
                </a:solidFill>
                <a:latin typeface="Trebuchet MS"/>
                <a:cs typeface="Trebuchet MS"/>
              </a:rPr>
              <a:t> </a:t>
            </a:r>
            <a:r>
              <a:rPr sz="1800" spc="-45" dirty="0">
                <a:solidFill>
                  <a:srgbClr val="3C3C3C"/>
                </a:solidFill>
                <a:latin typeface="Trebuchet MS"/>
                <a:cs typeface="Trebuchet MS"/>
              </a:rPr>
              <a:t>to </a:t>
            </a:r>
            <a:r>
              <a:rPr sz="1800" spc="-125" dirty="0">
                <a:solidFill>
                  <a:srgbClr val="3C3C3C"/>
                </a:solidFill>
                <a:latin typeface="Trebuchet MS"/>
                <a:cs typeface="Trebuchet MS"/>
              </a:rPr>
              <a:t>that</a:t>
            </a:r>
            <a:r>
              <a:rPr sz="1800" spc="-35" dirty="0">
                <a:solidFill>
                  <a:srgbClr val="3C3C3C"/>
                </a:solidFill>
                <a:latin typeface="Trebuchet MS"/>
                <a:cs typeface="Trebuchet MS"/>
              </a:rPr>
              <a:t> </a:t>
            </a:r>
            <a:r>
              <a:rPr sz="1800" spc="-160" dirty="0">
                <a:solidFill>
                  <a:srgbClr val="3C3C3C"/>
                </a:solidFill>
                <a:latin typeface="Trebuchet MS"/>
                <a:cs typeface="Trebuchet MS"/>
              </a:rPr>
              <a:t>field.</a:t>
            </a:r>
            <a:endParaRPr sz="1800">
              <a:latin typeface="Trebuchet MS"/>
              <a:cs typeface="Trebuchet MS"/>
            </a:endParaRPr>
          </a:p>
          <a:p>
            <a:pPr marL="318770" indent="-306705">
              <a:lnSpc>
                <a:spcPct val="100000"/>
              </a:lnSpc>
              <a:spcBef>
                <a:spcPts val="1035"/>
              </a:spcBef>
              <a:buClr>
                <a:srgbClr val="8BB649"/>
              </a:buClr>
              <a:buSzPct val="91666"/>
              <a:buFont typeface="Cambria"/>
              <a:buChar char="◾"/>
              <a:tabLst>
                <a:tab pos="318770" algn="l"/>
                <a:tab pos="319405" algn="l"/>
              </a:tabLst>
            </a:pPr>
            <a:r>
              <a:rPr sz="1800" spc="-95" dirty="0">
                <a:solidFill>
                  <a:srgbClr val="3C3C3C"/>
                </a:solidFill>
                <a:latin typeface="Trebuchet MS"/>
                <a:cs typeface="Trebuchet MS"/>
              </a:rPr>
              <a:t>Examples</a:t>
            </a:r>
            <a:r>
              <a:rPr sz="1800" spc="-60" dirty="0">
                <a:solidFill>
                  <a:srgbClr val="3C3C3C"/>
                </a:solidFill>
                <a:latin typeface="Trebuchet MS"/>
                <a:cs typeface="Trebuchet MS"/>
              </a:rPr>
              <a:t> </a:t>
            </a:r>
            <a:r>
              <a:rPr sz="1800" spc="-110" dirty="0">
                <a:solidFill>
                  <a:srgbClr val="3C3C3C"/>
                </a:solidFill>
                <a:latin typeface="Trebuchet MS"/>
                <a:cs typeface="Trebuchet MS"/>
              </a:rPr>
              <a:t>are</a:t>
            </a:r>
            <a:r>
              <a:rPr sz="1800" spc="-35" dirty="0">
                <a:solidFill>
                  <a:srgbClr val="3C3C3C"/>
                </a:solidFill>
                <a:latin typeface="Trebuchet MS"/>
                <a:cs typeface="Trebuchet MS"/>
              </a:rPr>
              <a:t> </a:t>
            </a:r>
            <a:r>
              <a:rPr sz="1800" spc="-90" dirty="0">
                <a:solidFill>
                  <a:srgbClr val="3C3C3C"/>
                </a:solidFill>
                <a:latin typeface="Trebuchet MS"/>
                <a:cs typeface="Trebuchet MS"/>
              </a:rPr>
              <a:t>software</a:t>
            </a:r>
            <a:r>
              <a:rPr sz="1800" spc="-55" dirty="0">
                <a:solidFill>
                  <a:srgbClr val="3C3C3C"/>
                </a:solidFill>
                <a:latin typeface="Trebuchet MS"/>
                <a:cs typeface="Trebuchet MS"/>
              </a:rPr>
              <a:t> </a:t>
            </a:r>
            <a:r>
              <a:rPr sz="1800" spc="-120" dirty="0">
                <a:solidFill>
                  <a:srgbClr val="3C3C3C"/>
                </a:solidFill>
                <a:latin typeface="Trebuchet MS"/>
                <a:cs typeface="Trebuchet MS"/>
              </a:rPr>
              <a:t>like</a:t>
            </a:r>
            <a:r>
              <a:rPr sz="1800" spc="-50" dirty="0">
                <a:solidFill>
                  <a:srgbClr val="3C3C3C"/>
                </a:solidFill>
                <a:latin typeface="Trebuchet MS"/>
                <a:cs typeface="Trebuchet MS"/>
              </a:rPr>
              <a:t> </a:t>
            </a:r>
            <a:r>
              <a:rPr sz="1800" spc="-10" dirty="0">
                <a:solidFill>
                  <a:srgbClr val="3C3C3C"/>
                </a:solidFill>
                <a:latin typeface="Trebuchet MS"/>
                <a:cs typeface="Trebuchet MS"/>
              </a:rPr>
              <a:t>MATLAB,</a:t>
            </a:r>
            <a:r>
              <a:rPr sz="1800" spc="-395" dirty="0">
                <a:solidFill>
                  <a:srgbClr val="3C3C3C"/>
                </a:solidFill>
                <a:latin typeface="Trebuchet MS"/>
                <a:cs typeface="Trebuchet MS"/>
              </a:rPr>
              <a:t> </a:t>
            </a:r>
            <a:r>
              <a:rPr sz="1800" spc="75" dirty="0">
                <a:solidFill>
                  <a:srgbClr val="3C3C3C"/>
                </a:solidFill>
                <a:latin typeface="Trebuchet MS"/>
                <a:cs typeface="Trebuchet MS"/>
              </a:rPr>
              <a:t>AUTOCAD,</a:t>
            </a:r>
            <a:r>
              <a:rPr sz="1800" spc="-225" dirty="0">
                <a:solidFill>
                  <a:srgbClr val="3C3C3C"/>
                </a:solidFill>
                <a:latin typeface="Trebuchet MS"/>
                <a:cs typeface="Trebuchet MS"/>
              </a:rPr>
              <a:t> </a:t>
            </a:r>
            <a:r>
              <a:rPr sz="1800" spc="-60" dirty="0">
                <a:solidFill>
                  <a:srgbClr val="3C3C3C"/>
                </a:solidFill>
                <a:latin typeface="Trebuchet MS"/>
                <a:cs typeface="Trebuchet MS"/>
              </a:rPr>
              <a:t>PSPICE,</a:t>
            </a:r>
            <a:r>
              <a:rPr sz="1800" spc="-220" dirty="0">
                <a:solidFill>
                  <a:srgbClr val="3C3C3C"/>
                </a:solidFill>
                <a:latin typeface="Trebuchet MS"/>
                <a:cs typeface="Trebuchet MS"/>
              </a:rPr>
              <a:t> </a:t>
            </a:r>
            <a:r>
              <a:rPr sz="1800" spc="85" dirty="0">
                <a:solidFill>
                  <a:srgbClr val="3C3C3C"/>
                </a:solidFill>
                <a:latin typeface="Trebuchet MS"/>
                <a:cs typeface="Trebuchet MS"/>
              </a:rPr>
              <a:t>ORCAD,</a:t>
            </a:r>
            <a:r>
              <a:rPr sz="1800" spc="-200" dirty="0">
                <a:solidFill>
                  <a:srgbClr val="3C3C3C"/>
                </a:solidFill>
                <a:latin typeface="Trebuchet MS"/>
                <a:cs typeface="Trebuchet MS"/>
              </a:rPr>
              <a:t> </a:t>
            </a:r>
            <a:r>
              <a:rPr sz="1800" spc="-114" dirty="0">
                <a:solidFill>
                  <a:srgbClr val="3C3C3C"/>
                </a:solidFill>
                <a:latin typeface="Trebuchet MS"/>
                <a:cs typeface="Trebuchet MS"/>
              </a:rPr>
              <a:t>etc</a:t>
            </a:r>
            <a:endParaRPr sz="1800">
              <a:latin typeface="Trebuchet MS"/>
              <a:cs typeface="Trebuchet MS"/>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88595" rIns="0" bIns="0" rtlCol="0">
            <a:spAutoFit/>
          </a:bodyPr>
          <a:lstStyle/>
          <a:p>
            <a:pPr marL="231775" marR="1370965">
              <a:lnSpc>
                <a:spcPct val="100000"/>
              </a:lnSpc>
              <a:spcBef>
                <a:spcPts val="1485"/>
              </a:spcBef>
            </a:pPr>
            <a:r>
              <a:rPr spc="60" dirty="0"/>
              <a:t>SOFT</a:t>
            </a:r>
            <a:r>
              <a:rPr spc="305" dirty="0"/>
              <a:t>W</a:t>
            </a:r>
            <a:r>
              <a:rPr spc="55" dirty="0"/>
              <a:t>ARE</a:t>
            </a:r>
            <a:r>
              <a:rPr spc="-350" dirty="0"/>
              <a:t> </a:t>
            </a:r>
            <a:r>
              <a:rPr spc="15" dirty="0"/>
              <a:t>APPLI</a:t>
            </a:r>
            <a:r>
              <a:rPr spc="80" dirty="0"/>
              <a:t>C</a:t>
            </a:r>
            <a:r>
              <a:rPr spc="-70" dirty="0"/>
              <a:t>A</a:t>
            </a:r>
            <a:r>
              <a:rPr spc="195" dirty="0"/>
              <a:t>TION</a:t>
            </a:r>
            <a:r>
              <a:rPr spc="-70" dirty="0"/>
              <a:t> </a:t>
            </a:r>
            <a:r>
              <a:rPr spc="380" dirty="0"/>
              <a:t>D</a:t>
            </a:r>
            <a:r>
              <a:rPr spc="175" dirty="0"/>
              <a:t>OMAIN</a:t>
            </a:r>
            <a:r>
              <a:rPr spc="160" dirty="0"/>
              <a:t>S</a:t>
            </a:r>
            <a:r>
              <a:rPr spc="-125" dirty="0"/>
              <a:t>-</a:t>
            </a:r>
            <a:r>
              <a:rPr spc="-55" dirty="0"/>
              <a:t> </a:t>
            </a:r>
            <a:r>
              <a:rPr spc="-5" dirty="0"/>
              <a:t>EMB</a:t>
            </a:r>
            <a:r>
              <a:rPr dirty="0"/>
              <a:t>E</a:t>
            </a:r>
            <a:r>
              <a:rPr spc="225" dirty="0"/>
              <a:t>DD</a:t>
            </a:r>
            <a:r>
              <a:rPr spc="204" dirty="0"/>
              <a:t>E</a:t>
            </a:r>
            <a:r>
              <a:rPr spc="375" dirty="0"/>
              <a:t>D</a:t>
            </a:r>
            <a:r>
              <a:rPr spc="-70" dirty="0"/>
              <a:t> </a:t>
            </a:r>
            <a:r>
              <a:rPr spc="60" dirty="0"/>
              <a:t>SOFT</a:t>
            </a:r>
            <a:r>
              <a:rPr spc="295" dirty="0"/>
              <a:t>W</a:t>
            </a:r>
            <a:r>
              <a:rPr spc="45" dirty="0"/>
              <a:t>ARE  </a:t>
            </a:r>
            <a:r>
              <a:rPr spc="70" dirty="0"/>
              <a:t>APPLICATIONS</a:t>
            </a:r>
          </a:p>
        </p:txBody>
      </p:sp>
      <p:sp>
        <p:nvSpPr>
          <p:cNvPr id="3" name="object 3"/>
          <p:cNvSpPr txBox="1"/>
          <p:nvPr/>
        </p:nvSpPr>
        <p:spPr>
          <a:xfrm>
            <a:off x="659993" y="3586683"/>
            <a:ext cx="10266680" cy="848994"/>
          </a:xfrm>
          <a:prstGeom prst="rect">
            <a:avLst/>
          </a:prstGeom>
        </p:spPr>
        <p:txBody>
          <a:bodyPr vert="horz" wrap="square" lIns="0" tIns="12700" rIns="0" bIns="0" rtlCol="0">
            <a:spAutoFit/>
          </a:bodyPr>
          <a:lstStyle/>
          <a:p>
            <a:pPr marL="318770" marR="5080" indent="-306705">
              <a:lnSpc>
                <a:spcPct val="100000"/>
              </a:lnSpc>
              <a:spcBef>
                <a:spcPts val="100"/>
              </a:spcBef>
              <a:buClr>
                <a:srgbClr val="8BB649"/>
              </a:buClr>
              <a:buSzPct val="91666"/>
              <a:buFont typeface="Cambria"/>
              <a:buChar char="◾"/>
              <a:tabLst>
                <a:tab pos="318770" algn="l"/>
                <a:tab pos="319405" algn="l"/>
              </a:tabLst>
            </a:pPr>
            <a:r>
              <a:rPr sz="1800" spc="-100" dirty="0">
                <a:solidFill>
                  <a:srgbClr val="3C3C3C"/>
                </a:solidFill>
                <a:latin typeface="Trebuchet MS"/>
                <a:cs typeface="Trebuchet MS"/>
              </a:rPr>
              <a:t>Embedded</a:t>
            </a:r>
            <a:r>
              <a:rPr sz="1800" spc="-60" dirty="0">
                <a:solidFill>
                  <a:srgbClr val="3C3C3C"/>
                </a:solidFill>
                <a:latin typeface="Trebuchet MS"/>
                <a:cs typeface="Trebuchet MS"/>
              </a:rPr>
              <a:t> </a:t>
            </a:r>
            <a:r>
              <a:rPr sz="1800" spc="-90" dirty="0">
                <a:solidFill>
                  <a:srgbClr val="3C3C3C"/>
                </a:solidFill>
                <a:latin typeface="Trebuchet MS"/>
                <a:cs typeface="Trebuchet MS"/>
              </a:rPr>
              <a:t>software</a:t>
            </a:r>
            <a:r>
              <a:rPr sz="1800" spc="-65" dirty="0">
                <a:solidFill>
                  <a:srgbClr val="3C3C3C"/>
                </a:solidFill>
                <a:latin typeface="Trebuchet MS"/>
                <a:cs typeface="Trebuchet MS"/>
              </a:rPr>
              <a:t> </a:t>
            </a:r>
            <a:r>
              <a:rPr sz="1800" spc="-105" dirty="0">
                <a:solidFill>
                  <a:srgbClr val="3C3C3C"/>
                </a:solidFill>
                <a:latin typeface="Trebuchet MS"/>
                <a:cs typeface="Trebuchet MS"/>
              </a:rPr>
              <a:t>applications</a:t>
            </a:r>
            <a:r>
              <a:rPr sz="1800" spc="-70" dirty="0">
                <a:solidFill>
                  <a:srgbClr val="3C3C3C"/>
                </a:solidFill>
                <a:latin typeface="Trebuchet MS"/>
                <a:cs typeface="Trebuchet MS"/>
              </a:rPr>
              <a:t> </a:t>
            </a:r>
            <a:r>
              <a:rPr sz="1800" spc="-110" dirty="0">
                <a:solidFill>
                  <a:srgbClr val="3C3C3C"/>
                </a:solidFill>
                <a:latin typeface="Trebuchet MS"/>
                <a:cs typeface="Trebuchet MS"/>
              </a:rPr>
              <a:t>are</a:t>
            </a:r>
            <a:r>
              <a:rPr sz="1800" spc="-45" dirty="0">
                <a:solidFill>
                  <a:srgbClr val="3C3C3C"/>
                </a:solidFill>
                <a:latin typeface="Trebuchet MS"/>
                <a:cs typeface="Trebuchet MS"/>
              </a:rPr>
              <a:t> </a:t>
            </a:r>
            <a:r>
              <a:rPr sz="1800" spc="-110" dirty="0">
                <a:solidFill>
                  <a:srgbClr val="3C3C3C"/>
                </a:solidFill>
                <a:latin typeface="Trebuchet MS"/>
                <a:cs typeface="Trebuchet MS"/>
              </a:rPr>
              <a:t>specialized</a:t>
            </a:r>
            <a:r>
              <a:rPr sz="1800" spc="-70" dirty="0">
                <a:solidFill>
                  <a:srgbClr val="3C3C3C"/>
                </a:solidFill>
                <a:latin typeface="Trebuchet MS"/>
                <a:cs typeface="Trebuchet MS"/>
              </a:rPr>
              <a:t> </a:t>
            </a:r>
            <a:r>
              <a:rPr sz="1800" spc="-90" dirty="0">
                <a:solidFill>
                  <a:srgbClr val="3C3C3C"/>
                </a:solidFill>
                <a:latin typeface="Trebuchet MS"/>
                <a:cs typeface="Trebuchet MS"/>
              </a:rPr>
              <a:t>programming</a:t>
            </a:r>
            <a:r>
              <a:rPr sz="1800" spc="-65" dirty="0">
                <a:solidFill>
                  <a:srgbClr val="3C3C3C"/>
                </a:solidFill>
                <a:latin typeface="Trebuchet MS"/>
                <a:cs typeface="Trebuchet MS"/>
              </a:rPr>
              <a:t> </a:t>
            </a:r>
            <a:r>
              <a:rPr sz="1800" spc="-100" dirty="0">
                <a:solidFill>
                  <a:srgbClr val="3C3C3C"/>
                </a:solidFill>
                <a:latin typeface="Trebuchet MS"/>
                <a:cs typeface="Trebuchet MS"/>
              </a:rPr>
              <a:t>within</a:t>
            </a:r>
            <a:r>
              <a:rPr sz="1800" spc="-25" dirty="0">
                <a:solidFill>
                  <a:srgbClr val="3C3C3C"/>
                </a:solidFill>
                <a:latin typeface="Trebuchet MS"/>
                <a:cs typeface="Trebuchet MS"/>
              </a:rPr>
              <a:t> </a:t>
            </a:r>
            <a:r>
              <a:rPr sz="1800" spc="-20" dirty="0">
                <a:solidFill>
                  <a:srgbClr val="3C3C3C"/>
                </a:solidFill>
                <a:latin typeface="Trebuchet MS"/>
                <a:cs typeface="Trebuchet MS"/>
              </a:rPr>
              <a:t>non-PC</a:t>
            </a:r>
            <a:r>
              <a:rPr sz="1800" spc="-45" dirty="0">
                <a:solidFill>
                  <a:srgbClr val="3C3C3C"/>
                </a:solidFill>
                <a:latin typeface="Trebuchet MS"/>
                <a:cs typeface="Trebuchet MS"/>
              </a:rPr>
              <a:t> </a:t>
            </a:r>
            <a:r>
              <a:rPr sz="1800" spc="-100" dirty="0">
                <a:solidFill>
                  <a:srgbClr val="3C3C3C"/>
                </a:solidFill>
                <a:latin typeface="Trebuchet MS"/>
                <a:cs typeface="Trebuchet MS"/>
              </a:rPr>
              <a:t>devices</a:t>
            </a:r>
            <a:r>
              <a:rPr sz="1800" spc="-55" dirty="0">
                <a:solidFill>
                  <a:srgbClr val="3C3C3C"/>
                </a:solidFill>
                <a:latin typeface="Trebuchet MS"/>
                <a:cs typeface="Trebuchet MS"/>
              </a:rPr>
              <a:t> </a:t>
            </a:r>
            <a:r>
              <a:rPr sz="1800" spc="240" dirty="0">
                <a:solidFill>
                  <a:srgbClr val="3C3C3C"/>
                </a:solidFill>
                <a:latin typeface="Trebuchet MS"/>
                <a:cs typeface="Trebuchet MS"/>
              </a:rPr>
              <a:t>–</a:t>
            </a:r>
            <a:r>
              <a:rPr sz="1800" spc="-40" dirty="0">
                <a:solidFill>
                  <a:srgbClr val="3C3C3C"/>
                </a:solidFill>
                <a:latin typeface="Trebuchet MS"/>
                <a:cs typeface="Trebuchet MS"/>
              </a:rPr>
              <a:t> </a:t>
            </a:r>
            <a:r>
              <a:rPr sz="1800" spc="-90" dirty="0">
                <a:solidFill>
                  <a:srgbClr val="3C3C3C"/>
                </a:solidFill>
                <a:latin typeface="Trebuchet MS"/>
                <a:cs typeface="Trebuchet MS"/>
              </a:rPr>
              <a:t>either</a:t>
            </a:r>
            <a:r>
              <a:rPr sz="1800" spc="-40" dirty="0">
                <a:solidFill>
                  <a:srgbClr val="3C3C3C"/>
                </a:solidFill>
                <a:latin typeface="Trebuchet MS"/>
                <a:cs typeface="Trebuchet MS"/>
              </a:rPr>
              <a:t> </a:t>
            </a:r>
            <a:r>
              <a:rPr sz="1800" spc="-110" dirty="0">
                <a:solidFill>
                  <a:srgbClr val="3C3C3C"/>
                </a:solidFill>
                <a:latin typeface="Trebuchet MS"/>
                <a:cs typeface="Trebuchet MS"/>
              </a:rPr>
              <a:t>as</a:t>
            </a:r>
            <a:r>
              <a:rPr sz="1800" spc="-65" dirty="0">
                <a:solidFill>
                  <a:srgbClr val="3C3C3C"/>
                </a:solidFill>
                <a:latin typeface="Trebuchet MS"/>
                <a:cs typeface="Trebuchet MS"/>
              </a:rPr>
              <a:t> </a:t>
            </a:r>
            <a:r>
              <a:rPr sz="1800" spc="-90" dirty="0">
                <a:solidFill>
                  <a:srgbClr val="3C3C3C"/>
                </a:solidFill>
                <a:latin typeface="Trebuchet MS"/>
                <a:cs typeface="Trebuchet MS"/>
              </a:rPr>
              <a:t>part</a:t>
            </a:r>
            <a:r>
              <a:rPr sz="1800" spc="-40" dirty="0">
                <a:solidFill>
                  <a:srgbClr val="3C3C3C"/>
                </a:solidFill>
                <a:latin typeface="Trebuchet MS"/>
                <a:cs typeface="Trebuchet MS"/>
              </a:rPr>
              <a:t> </a:t>
            </a:r>
            <a:r>
              <a:rPr sz="1800" spc="-95" dirty="0">
                <a:solidFill>
                  <a:srgbClr val="3C3C3C"/>
                </a:solidFill>
                <a:latin typeface="Trebuchet MS"/>
                <a:cs typeface="Trebuchet MS"/>
              </a:rPr>
              <a:t>of</a:t>
            </a:r>
            <a:r>
              <a:rPr sz="1800" spc="-60" dirty="0">
                <a:solidFill>
                  <a:srgbClr val="3C3C3C"/>
                </a:solidFill>
                <a:latin typeface="Trebuchet MS"/>
                <a:cs typeface="Trebuchet MS"/>
              </a:rPr>
              <a:t> </a:t>
            </a:r>
            <a:r>
              <a:rPr sz="1800" spc="-180" dirty="0">
                <a:solidFill>
                  <a:srgbClr val="3C3C3C"/>
                </a:solidFill>
                <a:latin typeface="Trebuchet MS"/>
                <a:cs typeface="Trebuchet MS"/>
              </a:rPr>
              <a:t>a </a:t>
            </a:r>
            <a:r>
              <a:rPr sz="1800" spc="-175" dirty="0">
                <a:solidFill>
                  <a:srgbClr val="3C3C3C"/>
                </a:solidFill>
                <a:latin typeface="Trebuchet MS"/>
                <a:cs typeface="Trebuchet MS"/>
              </a:rPr>
              <a:t> </a:t>
            </a:r>
            <a:r>
              <a:rPr sz="1800" spc="-85" dirty="0">
                <a:solidFill>
                  <a:srgbClr val="3C3C3C"/>
                </a:solidFill>
                <a:latin typeface="Trebuchet MS"/>
                <a:cs typeface="Trebuchet MS"/>
              </a:rPr>
              <a:t>microchip</a:t>
            </a:r>
            <a:r>
              <a:rPr sz="1800" spc="-45" dirty="0">
                <a:solidFill>
                  <a:srgbClr val="3C3C3C"/>
                </a:solidFill>
                <a:latin typeface="Trebuchet MS"/>
                <a:cs typeface="Trebuchet MS"/>
              </a:rPr>
              <a:t> </a:t>
            </a:r>
            <a:r>
              <a:rPr sz="1800" spc="20" dirty="0">
                <a:solidFill>
                  <a:srgbClr val="3C3C3C"/>
                </a:solidFill>
                <a:latin typeface="Trebuchet MS"/>
                <a:cs typeface="Trebuchet MS"/>
              </a:rPr>
              <a:t>or</a:t>
            </a:r>
            <a:r>
              <a:rPr sz="1800" spc="-45" dirty="0">
                <a:solidFill>
                  <a:srgbClr val="3C3C3C"/>
                </a:solidFill>
                <a:latin typeface="Trebuchet MS"/>
                <a:cs typeface="Trebuchet MS"/>
              </a:rPr>
              <a:t> </a:t>
            </a:r>
            <a:r>
              <a:rPr sz="1800" spc="-110" dirty="0">
                <a:solidFill>
                  <a:srgbClr val="3C3C3C"/>
                </a:solidFill>
                <a:latin typeface="Trebuchet MS"/>
                <a:cs typeface="Trebuchet MS"/>
              </a:rPr>
              <a:t>as</a:t>
            </a:r>
            <a:r>
              <a:rPr sz="1800" spc="-45" dirty="0">
                <a:solidFill>
                  <a:srgbClr val="3C3C3C"/>
                </a:solidFill>
                <a:latin typeface="Trebuchet MS"/>
                <a:cs typeface="Trebuchet MS"/>
              </a:rPr>
              <a:t> </a:t>
            </a:r>
            <a:r>
              <a:rPr sz="1800" spc="-90" dirty="0">
                <a:solidFill>
                  <a:srgbClr val="3C3C3C"/>
                </a:solidFill>
                <a:latin typeface="Trebuchet MS"/>
                <a:cs typeface="Trebuchet MS"/>
              </a:rPr>
              <a:t>part</a:t>
            </a:r>
            <a:r>
              <a:rPr sz="1800" spc="-35" dirty="0">
                <a:solidFill>
                  <a:srgbClr val="3C3C3C"/>
                </a:solidFill>
                <a:latin typeface="Trebuchet MS"/>
                <a:cs typeface="Trebuchet MS"/>
              </a:rPr>
              <a:t> </a:t>
            </a:r>
            <a:r>
              <a:rPr sz="1800" spc="-95" dirty="0">
                <a:solidFill>
                  <a:srgbClr val="3C3C3C"/>
                </a:solidFill>
                <a:latin typeface="Trebuchet MS"/>
                <a:cs typeface="Trebuchet MS"/>
              </a:rPr>
              <a:t>of</a:t>
            </a:r>
            <a:r>
              <a:rPr sz="1800" spc="-55" dirty="0">
                <a:solidFill>
                  <a:srgbClr val="3C3C3C"/>
                </a:solidFill>
                <a:latin typeface="Trebuchet MS"/>
                <a:cs typeface="Trebuchet MS"/>
              </a:rPr>
              <a:t> </a:t>
            </a:r>
            <a:r>
              <a:rPr sz="1800" spc="-80" dirty="0">
                <a:solidFill>
                  <a:srgbClr val="3C3C3C"/>
                </a:solidFill>
                <a:latin typeface="Trebuchet MS"/>
                <a:cs typeface="Trebuchet MS"/>
              </a:rPr>
              <a:t>another</a:t>
            </a:r>
            <a:r>
              <a:rPr sz="1800" spc="-40" dirty="0">
                <a:solidFill>
                  <a:srgbClr val="3C3C3C"/>
                </a:solidFill>
                <a:latin typeface="Trebuchet MS"/>
                <a:cs typeface="Trebuchet MS"/>
              </a:rPr>
              <a:t> </a:t>
            </a:r>
            <a:r>
              <a:rPr sz="1800" spc="-114" dirty="0">
                <a:solidFill>
                  <a:srgbClr val="3C3C3C"/>
                </a:solidFill>
                <a:latin typeface="Trebuchet MS"/>
                <a:cs typeface="Trebuchet MS"/>
              </a:rPr>
              <a:t>application</a:t>
            </a:r>
            <a:r>
              <a:rPr sz="1800" spc="-55" dirty="0">
                <a:solidFill>
                  <a:srgbClr val="3C3C3C"/>
                </a:solidFill>
                <a:latin typeface="Trebuchet MS"/>
                <a:cs typeface="Trebuchet MS"/>
              </a:rPr>
              <a:t> </a:t>
            </a:r>
            <a:r>
              <a:rPr sz="1800" spc="-125" dirty="0">
                <a:solidFill>
                  <a:srgbClr val="3C3C3C"/>
                </a:solidFill>
                <a:latin typeface="Trebuchet MS"/>
                <a:cs typeface="Trebuchet MS"/>
              </a:rPr>
              <a:t>that</a:t>
            </a:r>
            <a:r>
              <a:rPr sz="1800" spc="-40" dirty="0">
                <a:solidFill>
                  <a:srgbClr val="3C3C3C"/>
                </a:solidFill>
                <a:latin typeface="Trebuchet MS"/>
                <a:cs typeface="Trebuchet MS"/>
              </a:rPr>
              <a:t> </a:t>
            </a:r>
            <a:r>
              <a:rPr sz="1800" spc="-80" dirty="0">
                <a:solidFill>
                  <a:srgbClr val="3C3C3C"/>
                </a:solidFill>
                <a:latin typeface="Trebuchet MS"/>
                <a:cs typeface="Trebuchet MS"/>
              </a:rPr>
              <a:t>sits</a:t>
            </a:r>
            <a:r>
              <a:rPr sz="1800" spc="-40" dirty="0">
                <a:solidFill>
                  <a:srgbClr val="3C3C3C"/>
                </a:solidFill>
                <a:latin typeface="Trebuchet MS"/>
                <a:cs typeface="Trebuchet MS"/>
              </a:rPr>
              <a:t> </a:t>
            </a:r>
            <a:r>
              <a:rPr sz="1800" spc="-30" dirty="0">
                <a:solidFill>
                  <a:srgbClr val="3C3C3C"/>
                </a:solidFill>
                <a:latin typeface="Trebuchet MS"/>
                <a:cs typeface="Trebuchet MS"/>
              </a:rPr>
              <a:t>on</a:t>
            </a:r>
            <a:r>
              <a:rPr sz="1800" spc="-45" dirty="0">
                <a:solidFill>
                  <a:srgbClr val="3C3C3C"/>
                </a:solidFill>
                <a:latin typeface="Trebuchet MS"/>
                <a:cs typeface="Trebuchet MS"/>
              </a:rPr>
              <a:t> </a:t>
            </a:r>
            <a:r>
              <a:rPr sz="1800" spc="-65" dirty="0">
                <a:solidFill>
                  <a:srgbClr val="3C3C3C"/>
                </a:solidFill>
                <a:latin typeface="Trebuchet MS"/>
                <a:cs typeface="Trebuchet MS"/>
              </a:rPr>
              <a:t>top</a:t>
            </a:r>
            <a:r>
              <a:rPr sz="1800" spc="-40" dirty="0">
                <a:solidFill>
                  <a:srgbClr val="3C3C3C"/>
                </a:solidFill>
                <a:latin typeface="Trebuchet MS"/>
                <a:cs typeface="Trebuchet MS"/>
              </a:rPr>
              <a:t> </a:t>
            </a:r>
            <a:r>
              <a:rPr sz="1800" spc="-95" dirty="0">
                <a:solidFill>
                  <a:srgbClr val="3C3C3C"/>
                </a:solidFill>
                <a:latin typeface="Trebuchet MS"/>
                <a:cs typeface="Trebuchet MS"/>
              </a:rPr>
              <a:t>of</a:t>
            </a:r>
            <a:r>
              <a:rPr sz="1800" spc="-50" dirty="0">
                <a:solidFill>
                  <a:srgbClr val="3C3C3C"/>
                </a:solidFill>
                <a:latin typeface="Trebuchet MS"/>
                <a:cs typeface="Trebuchet MS"/>
              </a:rPr>
              <a:t> </a:t>
            </a:r>
            <a:r>
              <a:rPr sz="1800" spc="-110" dirty="0">
                <a:solidFill>
                  <a:srgbClr val="3C3C3C"/>
                </a:solidFill>
                <a:latin typeface="Trebuchet MS"/>
                <a:cs typeface="Trebuchet MS"/>
              </a:rPr>
              <a:t>the</a:t>
            </a:r>
            <a:r>
              <a:rPr sz="1800" spc="-30" dirty="0">
                <a:solidFill>
                  <a:srgbClr val="3C3C3C"/>
                </a:solidFill>
                <a:latin typeface="Trebuchet MS"/>
                <a:cs typeface="Trebuchet MS"/>
              </a:rPr>
              <a:t> </a:t>
            </a:r>
            <a:r>
              <a:rPr sz="1800" spc="-105" dirty="0">
                <a:solidFill>
                  <a:srgbClr val="3C3C3C"/>
                </a:solidFill>
                <a:latin typeface="Trebuchet MS"/>
                <a:cs typeface="Trebuchet MS"/>
              </a:rPr>
              <a:t>chip</a:t>
            </a:r>
            <a:r>
              <a:rPr sz="1800" spc="-40" dirty="0">
                <a:solidFill>
                  <a:srgbClr val="3C3C3C"/>
                </a:solidFill>
                <a:latin typeface="Trebuchet MS"/>
                <a:cs typeface="Trebuchet MS"/>
              </a:rPr>
              <a:t> </a:t>
            </a:r>
            <a:r>
              <a:rPr sz="1800" spc="235" dirty="0">
                <a:solidFill>
                  <a:srgbClr val="3C3C3C"/>
                </a:solidFill>
                <a:latin typeface="Trebuchet MS"/>
                <a:cs typeface="Trebuchet MS"/>
              </a:rPr>
              <a:t>–</a:t>
            </a:r>
            <a:r>
              <a:rPr sz="1800" spc="-30" dirty="0">
                <a:solidFill>
                  <a:srgbClr val="3C3C3C"/>
                </a:solidFill>
                <a:latin typeface="Trebuchet MS"/>
                <a:cs typeface="Trebuchet MS"/>
              </a:rPr>
              <a:t> </a:t>
            </a:r>
            <a:r>
              <a:rPr sz="1800" spc="-45" dirty="0">
                <a:solidFill>
                  <a:srgbClr val="3C3C3C"/>
                </a:solidFill>
                <a:latin typeface="Trebuchet MS"/>
                <a:cs typeface="Trebuchet MS"/>
              </a:rPr>
              <a:t>to</a:t>
            </a:r>
            <a:r>
              <a:rPr sz="1800" spc="-40" dirty="0">
                <a:solidFill>
                  <a:srgbClr val="3C3C3C"/>
                </a:solidFill>
                <a:latin typeface="Trebuchet MS"/>
                <a:cs typeface="Trebuchet MS"/>
              </a:rPr>
              <a:t> </a:t>
            </a:r>
            <a:r>
              <a:rPr sz="1800" spc="-65" dirty="0">
                <a:solidFill>
                  <a:srgbClr val="3C3C3C"/>
                </a:solidFill>
                <a:latin typeface="Trebuchet MS"/>
                <a:cs typeface="Trebuchet MS"/>
              </a:rPr>
              <a:t>control</a:t>
            </a:r>
            <a:r>
              <a:rPr sz="1800" spc="-40" dirty="0">
                <a:solidFill>
                  <a:srgbClr val="3C3C3C"/>
                </a:solidFill>
                <a:latin typeface="Trebuchet MS"/>
                <a:cs typeface="Trebuchet MS"/>
              </a:rPr>
              <a:t> </a:t>
            </a:r>
            <a:r>
              <a:rPr sz="1800" spc="-120" dirty="0">
                <a:solidFill>
                  <a:srgbClr val="3C3C3C"/>
                </a:solidFill>
                <a:latin typeface="Trebuchet MS"/>
                <a:cs typeface="Trebuchet MS"/>
              </a:rPr>
              <a:t>specific</a:t>
            </a:r>
            <a:r>
              <a:rPr sz="1800" spc="-50" dirty="0">
                <a:solidFill>
                  <a:srgbClr val="3C3C3C"/>
                </a:solidFill>
                <a:latin typeface="Trebuchet MS"/>
                <a:cs typeface="Trebuchet MS"/>
              </a:rPr>
              <a:t> </a:t>
            </a:r>
            <a:r>
              <a:rPr sz="1800" spc="-90" dirty="0">
                <a:solidFill>
                  <a:srgbClr val="3C3C3C"/>
                </a:solidFill>
                <a:latin typeface="Trebuchet MS"/>
                <a:cs typeface="Trebuchet MS"/>
              </a:rPr>
              <a:t>functions</a:t>
            </a:r>
            <a:r>
              <a:rPr sz="1800" spc="-55" dirty="0">
                <a:solidFill>
                  <a:srgbClr val="3C3C3C"/>
                </a:solidFill>
                <a:latin typeface="Trebuchet MS"/>
                <a:cs typeface="Trebuchet MS"/>
              </a:rPr>
              <a:t> </a:t>
            </a:r>
            <a:r>
              <a:rPr sz="1800" spc="-95" dirty="0">
                <a:solidFill>
                  <a:srgbClr val="3C3C3C"/>
                </a:solidFill>
                <a:latin typeface="Trebuchet MS"/>
                <a:cs typeface="Trebuchet MS"/>
              </a:rPr>
              <a:t>of</a:t>
            </a:r>
            <a:r>
              <a:rPr sz="1800" spc="-45" dirty="0">
                <a:solidFill>
                  <a:srgbClr val="3C3C3C"/>
                </a:solidFill>
                <a:latin typeface="Trebuchet MS"/>
                <a:cs typeface="Trebuchet MS"/>
              </a:rPr>
              <a:t> </a:t>
            </a:r>
            <a:r>
              <a:rPr sz="1800" spc="-110" dirty="0">
                <a:solidFill>
                  <a:srgbClr val="3C3C3C"/>
                </a:solidFill>
                <a:latin typeface="Trebuchet MS"/>
                <a:cs typeface="Trebuchet MS"/>
              </a:rPr>
              <a:t>the </a:t>
            </a:r>
            <a:r>
              <a:rPr sz="1800" spc="-530" dirty="0">
                <a:solidFill>
                  <a:srgbClr val="3C3C3C"/>
                </a:solidFill>
                <a:latin typeface="Trebuchet MS"/>
                <a:cs typeface="Trebuchet MS"/>
              </a:rPr>
              <a:t> </a:t>
            </a:r>
            <a:r>
              <a:rPr sz="1800" spc="-114" dirty="0">
                <a:solidFill>
                  <a:srgbClr val="3C3C3C"/>
                </a:solidFill>
                <a:latin typeface="Trebuchet MS"/>
                <a:cs typeface="Trebuchet MS"/>
              </a:rPr>
              <a:t>device</a:t>
            </a:r>
            <a:endParaRPr sz="1800" dirty="0">
              <a:latin typeface="Trebuchet MS"/>
              <a:cs typeface="Trebuchet MS"/>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60" dirty="0"/>
              <a:t>SOFT</a:t>
            </a:r>
            <a:r>
              <a:rPr spc="305" dirty="0"/>
              <a:t>W</a:t>
            </a:r>
            <a:r>
              <a:rPr spc="55" dirty="0"/>
              <a:t>ARE</a:t>
            </a:r>
            <a:r>
              <a:rPr spc="-350" dirty="0"/>
              <a:t> </a:t>
            </a:r>
            <a:r>
              <a:rPr spc="15" dirty="0"/>
              <a:t>APPLI</a:t>
            </a:r>
            <a:r>
              <a:rPr spc="80" dirty="0"/>
              <a:t>C</a:t>
            </a:r>
            <a:r>
              <a:rPr spc="-70" dirty="0"/>
              <a:t>A</a:t>
            </a:r>
            <a:r>
              <a:rPr spc="195" dirty="0"/>
              <a:t>TION</a:t>
            </a:r>
            <a:r>
              <a:rPr spc="-70" dirty="0"/>
              <a:t> </a:t>
            </a:r>
            <a:r>
              <a:rPr spc="380" dirty="0"/>
              <a:t>D</a:t>
            </a:r>
            <a:r>
              <a:rPr spc="175" dirty="0"/>
              <a:t>OMAIN</a:t>
            </a:r>
            <a:r>
              <a:rPr spc="160" dirty="0"/>
              <a:t>S</a:t>
            </a:r>
            <a:r>
              <a:rPr spc="-130" dirty="0"/>
              <a:t>-</a:t>
            </a:r>
            <a:r>
              <a:rPr spc="260" dirty="0"/>
              <a:t>W</a:t>
            </a:r>
            <a:r>
              <a:rPr spc="165" dirty="0"/>
              <a:t>E</a:t>
            </a:r>
            <a:r>
              <a:rPr spc="-35" dirty="0"/>
              <a:t>B/MOB</a:t>
            </a:r>
            <a:r>
              <a:rPr spc="-25" dirty="0"/>
              <a:t>I</a:t>
            </a:r>
            <a:r>
              <a:rPr spc="-80" dirty="0"/>
              <a:t>LE</a:t>
            </a:r>
            <a:r>
              <a:rPr spc="-325" dirty="0"/>
              <a:t> </a:t>
            </a:r>
            <a:r>
              <a:rPr spc="15" dirty="0"/>
              <a:t>APPLI</a:t>
            </a:r>
            <a:r>
              <a:rPr spc="80" dirty="0"/>
              <a:t>C</a:t>
            </a:r>
            <a:r>
              <a:rPr spc="-70" dirty="0"/>
              <a:t>A</a:t>
            </a:r>
            <a:r>
              <a:rPr spc="145" dirty="0"/>
              <a:t>TIONS</a:t>
            </a:r>
          </a:p>
        </p:txBody>
      </p:sp>
      <p:sp>
        <p:nvSpPr>
          <p:cNvPr id="3" name="object 3"/>
          <p:cNvSpPr txBox="1"/>
          <p:nvPr/>
        </p:nvSpPr>
        <p:spPr>
          <a:xfrm>
            <a:off x="659993" y="3724402"/>
            <a:ext cx="10735945" cy="574040"/>
          </a:xfrm>
          <a:prstGeom prst="rect">
            <a:avLst/>
          </a:prstGeom>
        </p:spPr>
        <p:txBody>
          <a:bodyPr vert="horz" wrap="square" lIns="0" tIns="12700" rIns="0" bIns="0" rtlCol="0">
            <a:spAutoFit/>
          </a:bodyPr>
          <a:lstStyle/>
          <a:p>
            <a:pPr marL="318770" marR="5080" indent="-306705">
              <a:lnSpc>
                <a:spcPct val="100000"/>
              </a:lnSpc>
              <a:spcBef>
                <a:spcPts val="100"/>
              </a:spcBef>
              <a:buClr>
                <a:srgbClr val="8BB649"/>
              </a:buClr>
              <a:buSzPct val="91666"/>
              <a:buFont typeface="Cambria"/>
              <a:buChar char="◾"/>
              <a:tabLst>
                <a:tab pos="318770" algn="l"/>
                <a:tab pos="319405" algn="l"/>
              </a:tabLst>
            </a:pPr>
            <a:r>
              <a:rPr sz="1800" spc="-50" dirty="0">
                <a:solidFill>
                  <a:srgbClr val="3C3C3C"/>
                </a:solidFill>
                <a:latin typeface="Trebuchet MS"/>
                <a:cs typeface="Trebuchet MS"/>
              </a:rPr>
              <a:t>This</a:t>
            </a:r>
            <a:r>
              <a:rPr sz="1800" spc="-40" dirty="0">
                <a:solidFill>
                  <a:srgbClr val="3C3C3C"/>
                </a:solidFill>
                <a:latin typeface="Trebuchet MS"/>
                <a:cs typeface="Trebuchet MS"/>
              </a:rPr>
              <a:t> </a:t>
            </a:r>
            <a:r>
              <a:rPr sz="1800" spc="-75" dirty="0">
                <a:solidFill>
                  <a:srgbClr val="3C3C3C"/>
                </a:solidFill>
                <a:latin typeface="Trebuchet MS"/>
                <a:cs typeface="Trebuchet MS"/>
              </a:rPr>
              <a:t>network-centric</a:t>
            </a:r>
            <a:r>
              <a:rPr sz="1800" spc="-35" dirty="0">
                <a:solidFill>
                  <a:srgbClr val="3C3C3C"/>
                </a:solidFill>
                <a:latin typeface="Trebuchet MS"/>
                <a:cs typeface="Trebuchet MS"/>
              </a:rPr>
              <a:t> </a:t>
            </a:r>
            <a:r>
              <a:rPr sz="1800" spc="-90" dirty="0">
                <a:solidFill>
                  <a:srgbClr val="3C3C3C"/>
                </a:solidFill>
                <a:latin typeface="Trebuchet MS"/>
                <a:cs typeface="Trebuchet MS"/>
              </a:rPr>
              <a:t>software</a:t>
            </a:r>
            <a:r>
              <a:rPr sz="1800" spc="-50" dirty="0">
                <a:solidFill>
                  <a:srgbClr val="3C3C3C"/>
                </a:solidFill>
                <a:latin typeface="Trebuchet MS"/>
                <a:cs typeface="Trebuchet MS"/>
              </a:rPr>
              <a:t> </a:t>
            </a:r>
            <a:r>
              <a:rPr sz="1800" spc="-90" dirty="0">
                <a:solidFill>
                  <a:srgbClr val="3C3C3C"/>
                </a:solidFill>
                <a:latin typeface="Trebuchet MS"/>
                <a:cs typeface="Trebuchet MS"/>
              </a:rPr>
              <a:t>category</a:t>
            </a:r>
            <a:r>
              <a:rPr sz="1800" spc="-50" dirty="0">
                <a:solidFill>
                  <a:srgbClr val="3C3C3C"/>
                </a:solidFill>
                <a:latin typeface="Trebuchet MS"/>
                <a:cs typeface="Trebuchet MS"/>
              </a:rPr>
              <a:t> </a:t>
            </a:r>
            <a:r>
              <a:rPr sz="1800" spc="-90" dirty="0">
                <a:solidFill>
                  <a:srgbClr val="3C3C3C"/>
                </a:solidFill>
                <a:latin typeface="Trebuchet MS"/>
                <a:cs typeface="Trebuchet MS"/>
              </a:rPr>
              <a:t>spans</a:t>
            </a:r>
            <a:r>
              <a:rPr sz="1800" spc="-60" dirty="0">
                <a:solidFill>
                  <a:srgbClr val="3C3C3C"/>
                </a:solidFill>
                <a:latin typeface="Trebuchet MS"/>
                <a:cs typeface="Trebuchet MS"/>
              </a:rPr>
              <a:t> </a:t>
            </a:r>
            <a:r>
              <a:rPr sz="1800" spc="-180" dirty="0">
                <a:solidFill>
                  <a:srgbClr val="3C3C3C"/>
                </a:solidFill>
                <a:latin typeface="Trebuchet MS"/>
                <a:cs typeface="Trebuchet MS"/>
              </a:rPr>
              <a:t>a</a:t>
            </a:r>
            <a:r>
              <a:rPr sz="1800" spc="-35" dirty="0">
                <a:solidFill>
                  <a:srgbClr val="3C3C3C"/>
                </a:solidFill>
                <a:latin typeface="Trebuchet MS"/>
                <a:cs typeface="Trebuchet MS"/>
              </a:rPr>
              <a:t> </a:t>
            </a:r>
            <a:r>
              <a:rPr sz="1800" spc="-95" dirty="0">
                <a:solidFill>
                  <a:srgbClr val="3C3C3C"/>
                </a:solidFill>
                <a:latin typeface="Trebuchet MS"/>
                <a:cs typeface="Trebuchet MS"/>
              </a:rPr>
              <a:t>wide</a:t>
            </a:r>
            <a:r>
              <a:rPr sz="1800" spc="-30" dirty="0">
                <a:solidFill>
                  <a:srgbClr val="3C3C3C"/>
                </a:solidFill>
                <a:latin typeface="Trebuchet MS"/>
                <a:cs typeface="Trebuchet MS"/>
              </a:rPr>
              <a:t> </a:t>
            </a:r>
            <a:r>
              <a:rPr sz="1800" spc="-110" dirty="0">
                <a:solidFill>
                  <a:srgbClr val="3C3C3C"/>
                </a:solidFill>
                <a:latin typeface="Trebuchet MS"/>
                <a:cs typeface="Trebuchet MS"/>
              </a:rPr>
              <a:t>array</a:t>
            </a:r>
            <a:r>
              <a:rPr sz="1800" spc="-50" dirty="0">
                <a:solidFill>
                  <a:srgbClr val="3C3C3C"/>
                </a:solidFill>
                <a:latin typeface="Trebuchet MS"/>
                <a:cs typeface="Trebuchet MS"/>
              </a:rPr>
              <a:t> </a:t>
            </a:r>
            <a:r>
              <a:rPr sz="1800" spc="-95" dirty="0">
                <a:solidFill>
                  <a:srgbClr val="3C3C3C"/>
                </a:solidFill>
                <a:latin typeface="Trebuchet MS"/>
                <a:cs typeface="Trebuchet MS"/>
              </a:rPr>
              <a:t>of</a:t>
            </a:r>
            <a:r>
              <a:rPr sz="1800" spc="-35" dirty="0">
                <a:solidFill>
                  <a:srgbClr val="3C3C3C"/>
                </a:solidFill>
                <a:latin typeface="Trebuchet MS"/>
                <a:cs typeface="Trebuchet MS"/>
              </a:rPr>
              <a:t> </a:t>
            </a:r>
            <a:r>
              <a:rPr sz="1800" spc="-105" dirty="0">
                <a:solidFill>
                  <a:srgbClr val="3C3C3C"/>
                </a:solidFill>
                <a:latin typeface="Trebuchet MS"/>
                <a:cs typeface="Trebuchet MS"/>
              </a:rPr>
              <a:t>applications</a:t>
            </a:r>
            <a:r>
              <a:rPr sz="1800" spc="-60" dirty="0">
                <a:solidFill>
                  <a:srgbClr val="3C3C3C"/>
                </a:solidFill>
                <a:latin typeface="Trebuchet MS"/>
                <a:cs typeface="Trebuchet MS"/>
              </a:rPr>
              <a:t> </a:t>
            </a:r>
            <a:r>
              <a:rPr sz="1800" spc="-120" dirty="0">
                <a:solidFill>
                  <a:srgbClr val="3C3C3C"/>
                </a:solidFill>
                <a:latin typeface="Trebuchet MS"/>
                <a:cs typeface="Trebuchet MS"/>
              </a:rPr>
              <a:t>and</a:t>
            </a:r>
            <a:r>
              <a:rPr sz="1800" spc="-40" dirty="0">
                <a:solidFill>
                  <a:srgbClr val="3C3C3C"/>
                </a:solidFill>
                <a:latin typeface="Trebuchet MS"/>
                <a:cs typeface="Trebuchet MS"/>
              </a:rPr>
              <a:t> </a:t>
            </a:r>
            <a:r>
              <a:rPr sz="1800" spc="-85" dirty="0">
                <a:solidFill>
                  <a:srgbClr val="3C3C3C"/>
                </a:solidFill>
                <a:latin typeface="Trebuchet MS"/>
                <a:cs typeface="Trebuchet MS"/>
              </a:rPr>
              <a:t>encompasses</a:t>
            </a:r>
            <a:r>
              <a:rPr sz="1800" spc="-75" dirty="0">
                <a:solidFill>
                  <a:srgbClr val="3C3C3C"/>
                </a:solidFill>
                <a:latin typeface="Trebuchet MS"/>
                <a:cs typeface="Trebuchet MS"/>
              </a:rPr>
              <a:t> </a:t>
            </a:r>
            <a:r>
              <a:rPr sz="1800" spc="-70" dirty="0">
                <a:solidFill>
                  <a:srgbClr val="3C3C3C"/>
                </a:solidFill>
                <a:latin typeface="Trebuchet MS"/>
                <a:cs typeface="Trebuchet MS"/>
              </a:rPr>
              <a:t>both</a:t>
            </a:r>
            <a:r>
              <a:rPr sz="1800" spc="-40" dirty="0">
                <a:solidFill>
                  <a:srgbClr val="3C3C3C"/>
                </a:solidFill>
                <a:latin typeface="Trebuchet MS"/>
                <a:cs typeface="Trebuchet MS"/>
              </a:rPr>
              <a:t> </a:t>
            </a:r>
            <a:r>
              <a:rPr sz="1800" spc="-85" dirty="0">
                <a:solidFill>
                  <a:srgbClr val="3C3C3C"/>
                </a:solidFill>
                <a:latin typeface="Trebuchet MS"/>
                <a:cs typeface="Trebuchet MS"/>
              </a:rPr>
              <a:t>browser-based </a:t>
            </a:r>
            <a:r>
              <a:rPr sz="1800" spc="-530" dirty="0">
                <a:solidFill>
                  <a:srgbClr val="3C3C3C"/>
                </a:solidFill>
                <a:latin typeface="Trebuchet MS"/>
                <a:cs typeface="Trebuchet MS"/>
              </a:rPr>
              <a:t> </a:t>
            </a:r>
            <a:r>
              <a:rPr sz="1800" spc="-110" dirty="0">
                <a:solidFill>
                  <a:srgbClr val="3C3C3C"/>
                </a:solidFill>
                <a:latin typeface="Trebuchet MS"/>
                <a:cs typeface="Trebuchet MS"/>
              </a:rPr>
              <a:t>apps</a:t>
            </a:r>
            <a:r>
              <a:rPr sz="1800" spc="-60" dirty="0">
                <a:solidFill>
                  <a:srgbClr val="3C3C3C"/>
                </a:solidFill>
                <a:latin typeface="Trebuchet MS"/>
                <a:cs typeface="Trebuchet MS"/>
              </a:rPr>
              <a:t> </a:t>
            </a:r>
            <a:r>
              <a:rPr sz="1800" spc="-120" dirty="0">
                <a:solidFill>
                  <a:srgbClr val="3C3C3C"/>
                </a:solidFill>
                <a:latin typeface="Trebuchet MS"/>
                <a:cs typeface="Trebuchet MS"/>
              </a:rPr>
              <a:t>and</a:t>
            </a:r>
            <a:r>
              <a:rPr sz="1800" spc="-60" dirty="0">
                <a:solidFill>
                  <a:srgbClr val="3C3C3C"/>
                </a:solidFill>
                <a:latin typeface="Trebuchet MS"/>
                <a:cs typeface="Trebuchet MS"/>
              </a:rPr>
              <a:t> </a:t>
            </a:r>
            <a:r>
              <a:rPr sz="1800" spc="-90" dirty="0">
                <a:solidFill>
                  <a:srgbClr val="3C3C3C"/>
                </a:solidFill>
                <a:latin typeface="Trebuchet MS"/>
                <a:cs typeface="Trebuchet MS"/>
              </a:rPr>
              <a:t>software</a:t>
            </a:r>
            <a:r>
              <a:rPr sz="1800" spc="-60" dirty="0">
                <a:solidFill>
                  <a:srgbClr val="3C3C3C"/>
                </a:solidFill>
                <a:latin typeface="Trebuchet MS"/>
                <a:cs typeface="Trebuchet MS"/>
              </a:rPr>
              <a:t> </a:t>
            </a:r>
            <a:r>
              <a:rPr sz="1800" spc="-125" dirty="0">
                <a:solidFill>
                  <a:srgbClr val="3C3C3C"/>
                </a:solidFill>
                <a:latin typeface="Trebuchet MS"/>
                <a:cs typeface="Trebuchet MS"/>
              </a:rPr>
              <a:t>that</a:t>
            </a:r>
            <a:r>
              <a:rPr sz="1800" spc="-50" dirty="0">
                <a:solidFill>
                  <a:srgbClr val="3C3C3C"/>
                </a:solidFill>
                <a:latin typeface="Trebuchet MS"/>
                <a:cs typeface="Trebuchet MS"/>
              </a:rPr>
              <a:t> </a:t>
            </a:r>
            <a:r>
              <a:rPr sz="1800" spc="-80" dirty="0">
                <a:solidFill>
                  <a:srgbClr val="3C3C3C"/>
                </a:solidFill>
                <a:latin typeface="Trebuchet MS"/>
                <a:cs typeface="Trebuchet MS"/>
              </a:rPr>
              <a:t>resides</a:t>
            </a:r>
            <a:r>
              <a:rPr sz="1800" spc="-45" dirty="0">
                <a:solidFill>
                  <a:srgbClr val="3C3C3C"/>
                </a:solidFill>
                <a:latin typeface="Trebuchet MS"/>
                <a:cs typeface="Trebuchet MS"/>
              </a:rPr>
              <a:t> </a:t>
            </a:r>
            <a:r>
              <a:rPr sz="1800" spc="-30" dirty="0">
                <a:solidFill>
                  <a:srgbClr val="3C3C3C"/>
                </a:solidFill>
                <a:latin typeface="Trebuchet MS"/>
                <a:cs typeface="Trebuchet MS"/>
              </a:rPr>
              <a:t>on</a:t>
            </a:r>
            <a:r>
              <a:rPr sz="1800" spc="-50" dirty="0">
                <a:solidFill>
                  <a:srgbClr val="3C3C3C"/>
                </a:solidFill>
                <a:latin typeface="Trebuchet MS"/>
                <a:cs typeface="Trebuchet MS"/>
              </a:rPr>
              <a:t> </a:t>
            </a:r>
            <a:r>
              <a:rPr sz="1800" spc="-95" dirty="0">
                <a:solidFill>
                  <a:srgbClr val="3C3C3C"/>
                </a:solidFill>
                <a:latin typeface="Trebuchet MS"/>
                <a:cs typeface="Trebuchet MS"/>
              </a:rPr>
              <a:t>mobile</a:t>
            </a:r>
            <a:r>
              <a:rPr sz="1800" spc="-50" dirty="0">
                <a:solidFill>
                  <a:srgbClr val="3C3C3C"/>
                </a:solidFill>
                <a:latin typeface="Trebuchet MS"/>
                <a:cs typeface="Trebuchet MS"/>
              </a:rPr>
              <a:t> </a:t>
            </a:r>
            <a:r>
              <a:rPr sz="1800" spc="-125" dirty="0">
                <a:solidFill>
                  <a:srgbClr val="3C3C3C"/>
                </a:solidFill>
                <a:latin typeface="Trebuchet MS"/>
                <a:cs typeface="Trebuchet MS"/>
              </a:rPr>
              <a:t>devices.</a:t>
            </a:r>
            <a:endParaRPr sz="1800">
              <a:latin typeface="Trebuchet MS"/>
              <a:cs typeface="Trebuchet MS"/>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88595" rIns="0" bIns="0" rtlCol="0">
            <a:spAutoFit/>
          </a:bodyPr>
          <a:lstStyle/>
          <a:p>
            <a:pPr marL="231775" marR="1016000">
              <a:lnSpc>
                <a:spcPct val="100000"/>
              </a:lnSpc>
              <a:spcBef>
                <a:spcPts val="1485"/>
              </a:spcBef>
            </a:pPr>
            <a:r>
              <a:rPr spc="90" dirty="0"/>
              <a:t>SOFTWARE</a:t>
            </a:r>
            <a:r>
              <a:rPr spc="-350" dirty="0"/>
              <a:t> </a:t>
            </a:r>
            <a:r>
              <a:rPr spc="80" dirty="0"/>
              <a:t>APPLICATION</a:t>
            </a:r>
            <a:r>
              <a:rPr spc="-65" dirty="0"/>
              <a:t> </a:t>
            </a:r>
            <a:r>
              <a:rPr spc="80" dirty="0"/>
              <a:t>DOMAINS-ARTIFICIAL</a:t>
            </a:r>
            <a:r>
              <a:rPr spc="-35" dirty="0"/>
              <a:t> </a:t>
            </a:r>
            <a:r>
              <a:rPr spc="60" dirty="0"/>
              <a:t>INTELLIGENCE </a:t>
            </a:r>
            <a:r>
              <a:rPr spc="-830" dirty="0"/>
              <a:t> </a:t>
            </a:r>
            <a:r>
              <a:rPr spc="90" dirty="0"/>
              <a:t>SOFTWARE</a:t>
            </a:r>
          </a:p>
        </p:txBody>
      </p:sp>
      <p:sp>
        <p:nvSpPr>
          <p:cNvPr id="3" name="object 3"/>
          <p:cNvSpPr txBox="1"/>
          <p:nvPr/>
        </p:nvSpPr>
        <p:spPr>
          <a:xfrm>
            <a:off x="659993" y="2841752"/>
            <a:ext cx="10789920" cy="2339340"/>
          </a:xfrm>
          <a:prstGeom prst="rect">
            <a:avLst/>
          </a:prstGeom>
        </p:spPr>
        <p:txBody>
          <a:bodyPr vert="horz" wrap="square" lIns="0" tIns="12700" rIns="0" bIns="0" rtlCol="0">
            <a:spAutoFit/>
          </a:bodyPr>
          <a:lstStyle/>
          <a:p>
            <a:pPr marL="318770" marR="5080" indent="-306705">
              <a:lnSpc>
                <a:spcPct val="100000"/>
              </a:lnSpc>
              <a:spcBef>
                <a:spcPts val="100"/>
              </a:spcBef>
              <a:buClr>
                <a:srgbClr val="8BB649"/>
              </a:buClr>
              <a:buSzPct val="91666"/>
              <a:buFont typeface="Cambria"/>
              <a:buChar char="◾"/>
              <a:tabLst>
                <a:tab pos="318770" algn="l"/>
                <a:tab pos="319405" algn="l"/>
              </a:tabLst>
            </a:pPr>
            <a:r>
              <a:rPr sz="1800" spc="-95" dirty="0">
                <a:solidFill>
                  <a:srgbClr val="3C3C3C"/>
                </a:solidFill>
                <a:latin typeface="Trebuchet MS"/>
                <a:cs typeface="Trebuchet MS"/>
              </a:rPr>
              <a:t>Artificial</a:t>
            </a:r>
            <a:r>
              <a:rPr sz="1800" spc="-40" dirty="0">
                <a:solidFill>
                  <a:srgbClr val="3C3C3C"/>
                </a:solidFill>
                <a:latin typeface="Trebuchet MS"/>
                <a:cs typeface="Trebuchet MS"/>
              </a:rPr>
              <a:t> </a:t>
            </a:r>
            <a:r>
              <a:rPr sz="1800" spc="-114" dirty="0">
                <a:solidFill>
                  <a:srgbClr val="3C3C3C"/>
                </a:solidFill>
                <a:latin typeface="Trebuchet MS"/>
                <a:cs typeface="Trebuchet MS"/>
              </a:rPr>
              <a:t>Intelligence</a:t>
            </a:r>
            <a:r>
              <a:rPr sz="1800" spc="-45" dirty="0">
                <a:solidFill>
                  <a:srgbClr val="3C3C3C"/>
                </a:solidFill>
                <a:latin typeface="Trebuchet MS"/>
                <a:cs typeface="Trebuchet MS"/>
              </a:rPr>
              <a:t> </a:t>
            </a:r>
            <a:r>
              <a:rPr sz="1800" spc="-25" dirty="0">
                <a:solidFill>
                  <a:srgbClr val="3C3C3C"/>
                </a:solidFill>
                <a:latin typeface="Trebuchet MS"/>
                <a:cs typeface="Trebuchet MS"/>
              </a:rPr>
              <a:t>(AI)</a:t>
            </a:r>
            <a:r>
              <a:rPr sz="1800" spc="-30" dirty="0">
                <a:solidFill>
                  <a:srgbClr val="3C3C3C"/>
                </a:solidFill>
                <a:latin typeface="Trebuchet MS"/>
                <a:cs typeface="Trebuchet MS"/>
              </a:rPr>
              <a:t> </a:t>
            </a:r>
            <a:r>
              <a:rPr sz="1800" spc="-90" dirty="0">
                <a:solidFill>
                  <a:srgbClr val="3C3C3C"/>
                </a:solidFill>
                <a:latin typeface="Trebuchet MS"/>
                <a:cs typeface="Trebuchet MS"/>
              </a:rPr>
              <a:t>Software</a:t>
            </a:r>
            <a:r>
              <a:rPr sz="1800" spc="-55" dirty="0">
                <a:solidFill>
                  <a:srgbClr val="3C3C3C"/>
                </a:solidFill>
                <a:latin typeface="Trebuchet MS"/>
                <a:cs typeface="Trebuchet MS"/>
              </a:rPr>
              <a:t> </a:t>
            </a:r>
            <a:r>
              <a:rPr sz="1800" spc="-80" dirty="0">
                <a:solidFill>
                  <a:srgbClr val="3C3C3C"/>
                </a:solidFill>
                <a:latin typeface="Trebuchet MS"/>
                <a:cs typeface="Trebuchet MS"/>
              </a:rPr>
              <a:t>is</a:t>
            </a:r>
            <a:r>
              <a:rPr sz="1800" spc="-30" dirty="0">
                <a:solidFill>
                  <a:srgbClr val="3C3C3C"/>
                </a:solidFill>
                <a:latin typeface="Trebuchet MS"/>
                <a:cs typeface="Trebuchet MS"/>
              </a:rPr>
              <a:t> </a:t>
            </a:r>
            <a:r>
              <a:rPr sz="1800" spc="-180" dirty="0">
                <a:solidFill>
                  <a:srgbClr val="3C3C3C"/>
                </a:solidFill>
                <a:latin typeface="Trebuchet MS"/>
                <a:cs typeface="Trebuchet MS"/>
              </a:rPr>
              <a:t>a</a:t>
            </a:r>
            <a:r>
              <a:rPr sz="1800" spc="-45" dirty="0">
                <a:solidFill>
                  <a:srgbClr val="3C3C3C"/>
                </a:solidFill>
                <a:latin typeface="Trebuchet MS"/>
                <a:cs typeface="Trebuchet MS"/>
              </a:rPr>
              <a:t> </a:t>
            </a:r>
            <a:r>
              <a:rPr sz="1800" spc="-75" dirty="0">
                <a:solidFill>
                  <a:srgbClr val="3C3C3C"/>
                </a:solidFill>
                <a:latin typeface="Trebuchet MS"/>
                <a:cs typeface="Trebuchet MS"/>
              </a:rPr>
              <a:t>computer</a:t>
            </a:r>
            <a:r>
              <a:rPr sz="1800" spc="-65" dirty="0">
                <a:solidFill>
                  <a:srgbClr val="3C3C3C"/>
                </a:solidFill>
                <a:latin typeface="Trebuchet MS"/>
                <a:cs typeface="Trebuchet MS"/>
              </a:rPr>
              <a:t> </a:t>
            </a:r>
            <a:r>
              <a:rPr sz="1800" spc="-75" dirty="0">
                <a:solidFill>
                  <a:srgbClr val="3C3C3C"/>
                </a:solidFill>
                <a:latin typeface="Trebuchet MS"/>
                <a:cs typeface="Trebuchet MS"/>
              </a:rPr>
              <a:t>program</a:t>
            </a:r>
            <a:r>
              <a:rPr sz="1800" spc="-45" dirty="0">
                <a:solidFill>
                  <a:srgbClr val="3C3C3C"/>
                </a:solidFill>
                <a:latin typeface="Trebuchet MS"/>
                <a:cs typeface="Trebuchet MS"/>
              </a:rPr>
              <a:t> </a:t>
            </a:r>
            <a:r>
              <a:rPr sz="1800" spc="-90" dirty="0">
                <a:solidFill>
                  <a:srgbClr val="3C3C3C"/>
                </a:solidFill>
                <a:latin typeface="Trebuchet MS"/>
                <a:cs typeface="Trebuchet MS"/>
              </a:rPr>
              <a:t>which</a:t>
            </a:r>
            <a:r>
              <a:rPr sz="1800" spc="-35" dirty="0">
                <a:solidFill>
                  <a:srgbClr val="3C3C3C"/>
                </a:solidFill>
                <a:latin typeface="Trebuchet MS"/>
                <a:cs typeface="Trebuchet MS"/>
              </a:rPr>
              <a:t> </a:t>
            </a:r>
            <a:r>
              <a:rPr sz="1800" spc="-100" dirty="0">
                <a:solidFill>
                  <a:srgbClr val="3C3C3C"/>
                </a:solidFill>
                <a:latin typeface="Trebuchet MS"/>
                <a:cs typeface="Trebuchet MS"/>
              </a:rPr>
              <a:t>mimics</a:t>
            </a:r>
            <a:r>
              <a:rPr sz="1800" spc="-40" dirty="0">
                <a:solidFill>
                  <a:srgbClr val="3C3C3C"/>
                </a:solidFill>
                <a:latin typeface="Trebuchet MS"/>
                <a:cs typeface="Trebuchet MS"/>
              </a:rPr>
              <a:t> </a:t>
            </a:r>
            <a:r>
              <a:rPr sz="1800" spc="-110" dirty="0">
                <a:solidFill>
                  <a:srgbClr val="3C3C3C"/>
                </a:solidFill>
                <a:latin typeface="Trebuchet MS"/>
                <a:cs typeface="Trebuchet MS"/>
              </a:rPr>
              <a:t>human</a:t>
            </a:r>
            <a:r>
              <a:rPr sz="1800" spc="-55" dirty="0">
                <a:solidFill>
                  <a:srgbClr val="3C3C3C"/>
                </a:solidFill>
                <a:latin typeface="Trebuchet MS"/>
                <a:cs typeface="Trebuchet MS"/>
              </a:rPr>
              <a:t> </a:t>
            </a:r>
            <a:r>
              <a:rPr sz="1800" spc="-90" dirty="0">
                <a:solidFill>
                  <a:srgbClr val="3C3C3C"/>
                </a:solidFill>
                <a:latin typeface="Trebuchet MS"/>
                <a:cs typeface="Trebuchet MS"/>
              </a:rPr>
              <a:t>behavior</a:t>
            </a:r>
            <a:r>
              <a:rPr sz="1800" spc="-50" dirty="0">
                <a:solidFill>
                  <a:srgbClr val="3C3C3C"/>
                </a:solidFill>
                <a:latin typeface="Trebuchet MS"/>
                <a:cs typeface="Trebuchet MS"/>
              </a:rPr>
              <a:t> </a:t>
            </a:r>
            <a:r>
              <a:rPr sz="1800" spc="-110" dirty="0">
                <a:solidFill>
                  <a:srgbClr val="3C3C3C"/>
                </a:solidFill>
                <a:latin typeface="Trebuchet MS"/>
                <a:cs typeface="Trebuchet MS"/>
              </a:rPr>
              <a:t>by</a:t>
            </a:r>
            <a:r>
              <a:rPr sz="1800" spc="-35" dirty="0">
                <a:solidFill>
                  <a:srgbClr val="3C3C3C"/>
                </a:solidFill>
                <a:latin typeface="Trebuchet MS"/>
                <a:cs typeface="Trebuchet MS"/>
              </a:rPr>
              <a:t> </a:t>
            </a:r>
            <a:r>
              <a:rPr sz="1800" spc="-110" dirty="0">
                <a:solidFill>
                  <a:srgbClr val="3C3C3C"/>
                </a:solidFill>
                <a:latin typeface="Trebuchet MS"/>
                <a:cs typeface="Trebuchet MS"/>
              </a:rPr>
              <a:t>learning</a:t>
            </a:r>
            <a:r>
              <a:rPr sz="1800" spc="-45" dirty="0">
                <a:solidFill>
                  <a:srgbClr val="3C3C3C"/>
                </a:solidFill>
                <a:latin typeface="Trebuchet MS"/>
                <a:cs typeface="Trebuchet MS"/>
              </a:rPr>
              <a:t> </a:t>
            </a:r>
            <a:r>
              <a:rPr sz="1800" spc="-70" dirty="0">
                <a:solidFill>
                  <a:srgbClr val="3C3C3C"/>
                </a:solidFill>
                <a:latin typeface="Trebuchet MS"/>
                <a:cs typeface="Trebuchet MS"/>
              </a:rPr>
              <a:t>various</a:t>
            </a:r>
            <a:r>
              <a:rPr sz="1800" spc="-55" dirty="0">
                <a:solidFill>
                  <a:srgbClr val="3C3C3C"/>
                </a:solidFill>
                <a:latin typeface="Trebuchet MS"/>
                <a:cs typeface="Trebuchet MS"/>
              </a:rPr>
              <a:t> </a:t>
            </a:r>
            <a:r>
              <a:rPr sz="1800" spc="-140" dirty="0">
                <a:solidFill>
                  <a:srgbClr val="3C3C3C"/>
                </a:solidFill>
                <a:latin typeface="Trebuchet MS"/>
                <a:cs typeface="Trebuchet MS"/>
              </a:rPr>
              <a:t>data </a:t>
            </a:r>
            <a:r>
              <a:rPr sz="1800" spc="-525" dirty="0">
                <a:solidFill>
                  <a:srgbClr val="3C3C3C"/>
                </a:solidFill>
                <a:latin typeface="Trebuchet MS"/>
                <a:cs typeface="Trebuchet MS"/>
              </a:rPr>
              <a:t> </a:t>
            </a:r>
            <a:r>
              <a:rPr sz="1800" spc="-95" dirty="0">
                <a:solidFill>
                  <a:srgbClr val="3C3C3C"/>
                </a:solidFill>
                <a:latin typeface="Trebuchet MS"/>
                <a:cs typeface="Trebuchet MS"/>
              </a:rPr>
              <a:t>patterns</a:t>
            </a:r>
            <a:r>
              <a:rPr sz="1800" spc="-55" dirty="0">
                <a:solidFill>
                  <a:srgbClr val="3C3C3C"/>
                </a:solidFill>
                <a:latin typeface="Trebuchet MS"/>
                <a:cs typeface="Trebuchet MS"/>
              </a:rPr>
              <a:t> </a:t>
            </a:r>
            <a:r>
              <a:rPr sz="1800" spc="-120" dirty="0">
                <a:solidFill>
                  <a:srgbClr val="3C3C3C"/>
                </a:solidFill>
                <a:latin typeface="Trebuchet MS"/>
                <a:cs typeface="Trebuchet MS"/>
              </a:rPr>
              <a:t>and</a:t>
            </a:r>
            <a:r>
              <a:rPr sz="1800" spc="-60" dirty="0">
                <a:solidFill>
                  <a:srgbClr val="3C3C3C"/>
                </a:solidFill>
                <a:latin typeface="Trebuchet MS"/>
                <a:cs typeface="Trebuchet MS"/>
              </a:rPr>
              <a:t> </a:t>
            </a:r>
            <a:r>
              <a:rPr sz="1800" spc="-114" dirty="0">
                <a:solidFill>
                  <a:srgbClr val="3C3C3C"/>
                </a:solidFill>
                <a:latin typeface="Trebuchet MS"/>
                <a:cs typeface="Trebuchet MS"/>
              </a:rPr>
              <a:t>insights.</a:t>
            </a:r>
            <a:endParaRPr sz="1800" dirty="0">
              <a:latin typeface="Trebuchet MS"/>
              <a:cs typeface="Trebuchet MS"/>
            </a:endParaRPr>
          </a:p>
          <a:p>
            <a:pPr marL="318770" indent="-306705">
              <a:lnSpc>
                <a:spcPct val="100000"/>
              </a:lnSpc>
              <a:spcBef>
                <a:spcPts val="1030"/>
              </a:spcBef>
              <a:buClr>
                <a:srgbClr val="8BB649"/>
              </a:buClr>
              <a:buSzPct val="91666"/>
              <a:buFont typeface="Cambria"/>
              <a:buChar char="◾"/>
              <a:tabLst>
                <a:tab pos="318770" algn="l"/>
                <a:tab pos="319405" algn="l"/>
              </a:tabLst>
            </a:pPr>
            <a:r>
              <a:rPr sz="1800" spc="-100" dirty="0">
                <a:solidFill>
                  <a:srgbClr val="3C3C3C"/>
                </a:solidFill>
                <a:latin typeface="Trebuchet MS"/>
                <a:cs typeface="Trebuchet MS"/>
              </a:rPr>
              <a:t>Top</a:t>
            </a:r>
            <a:r>
              <a:rPr sz="1800" spc="-60" dirty="0">
                <a:solidFill>
                  <a:srgbClr val="3C3C3C"/>
                </a:solidFill>
                <a:latin typeface="Trebuchet MS"/>
                <a:cs typeface="Trebuchet MS"/>
              </a:rPr>
              <a:t> </a:t>
            </a:r>
            <a:r>
              <a:rPr sz="1800" spc="-114" dirty="0">
                <a:solidFill>
                  <a:srgbClr val="3C3C3C"/>
                </a:solidFill>
                <a:latin typeface="Trebuchet MS"/>
                <a:cs typeface="Trebuchet MS"/>
              </a:rPr>
              <a:t>features</a:t>
            </a:r>
            <a:r>
              <a:rPr sz="1800" spc="-50" dirty="0">
                <a:solidFill>
                  <a:srgbClr val="3C3C3C"/>
                </a:solidFill>
                <a:latin typeface="Trebuchet MS"/>
                <a:cs typeface="Trebuchet MS"/>
              </a:rPr>
              <a:t> </a:t>
            </a:r>
            <a:r>
              <a:rPr sz="1800" spc="-95" dirty="0">
                <a:solidFill>
                  <a:srgbClr val="3C3C3C"/>
                </a:solidFill>
                <a:latin typeface="Trebuchet MS"/>
                <a:cs typeface="Trebuchet MS"/>
              </a:rPr>
              <a:t>of</a:t>
            </a:r>
            <a:r>
              <a:rPr sz="1800" spc="-235" dirty="0">
                <a:solidFill>
                  <a:srgbClr val="3C3C3C"/>
                </a:solidFill>
                <a:latin typeface="Trebuchet MS"/>
                <a:cs typeface="Trebuchet MS"/>
              </a:rPr>
              <a:t> </a:t>
            </a:r>
            <a:r>
              <a:rPr sz="1800" spc="45" dirty="0">
                <a:solidFill>
                  <a:srgbClr val="3C3C3C"/>
                </a:solidFill>
                <a:latin typeface="Trebuchet MS"/>
                <a:cs typeface="Trebuchet MS"/>
              </a:rPr>
              <a:t>AI</a:t>
            </a:r>
            <a:r>
              <a:rPr sz="1800" spc="-40" dirty="0">
                <a:solidFill>
                  <a:srgbClr val="3C3C3C"/>
                </a:solidFill>
                <a:latin typeface="Trebuchet MS"/>
                <a:cs typeface="Trebuchet MS"/>
              </a:rPr>
              <a:t> </a:t>
            </a:r>
            <a:r>
              <a:rPr sz="1800" spc="-90" dirty="0">
                <a:solidFill>
                  <a:srgbClr val="3C3C3C"/>
                </a:solidFill>
                <a:latin typeface="Trebuchet MS"/>
                <a:cs typeface="Trebuchet MS"/>
              </a:rPr>
              <a:t>software</a:t>
            </a:r>
            <a:r>
              <a:rPr sz="1800" spc="-55" dirty="0">
                <a:solidFill>
                  <a:srgbClr val="3C3C3C"/>
                </a:solidFill>
                <a:latin typeface="Trebuchet MS"/>
                <a:cs typeface="Trebuchet MS"/>
              </a:rPr>
              <a:t> </a:t>
            </a:r>
            <a:r>
              <a:rPr sz="1800" spc="-110" dirty="0">
                <a:solidFill>
                  <a:srgbClr val="3C3C3C"/>
                </a:solidFill>
                <a:latin typeface="Trebuchet MS"/>
                <a:cs typeface="Trebuchet MS"/>
              </a:rPr>
              <a:t>include</a:t>
            </a:r>
            <a:r>
              <a:rPr sz="1800" spc="-35" dirty="0">
                <a:solidFill>
                  <a:srgbClr val="3C3C3C"/>
                </a:solidFill>
                <a:latin typeface="Trebuchet MS"/>
                <a:cs typeface="Trebuchet MS"/>
              </a:rPr>
              <a:t> </a:t>
            </a:r>
            <a:r>
              <a:rPr sz="1800" spc="-80" dirty="0">
                <a:solidFill>
                  <a:srgbClr val="3C3C3C"/>
                </a:solidFill>
                <a:latin typeface="Trebuchet MS"/>
                <a:cs typeface="Trebuchet MS"/>
              </a:rPr>
              <a:t>Machine</a:t>
            </a:r>
            <a:r>
              <a:rPr sz="1800" spc="-40" dirty="0">
                <a:solidFill>
                  <a:srgbClr val="3C3C3C"/>
                </a:solidFill>
                <a:latin typeface="Trebuchet MS"/>
                <a:cs typeface="Trebuchet MS"/>
              </a:rPr>
              <a:t> </a:t>
            </a:r>
            <a:r>
              <a:rPr sz="1800" spc="-114" dirty="0">
                <a:solidFill>
                  <a:srgbClr val="3C3C3C"/>
                </a:solidFill>
                <a:latin typeface="Trebuchet MS"/>
                <a:cs typeface="Trebuchet MS"/>
              </a:rPr>
              <a:t>Learning,</a:t>
            </a:r>
            <a:r>
              <a:rPr sz="1800" spc="-229" dirty="0">
                <a:solidFill>
                  <a:srgbClr val="3C3C3C"/>
                </a:solidFill>
                <a:latin typeface="Trebuchet MS"/>
                <a:cs typeface="Trebuchet MS"/>
              </a:rPr>
              <a:t> </a:t>
            </a:r>
            <a:r>
              <a:rPr sz="1800" spc="-95" dirty="0">
                <a:solidFill>
                  <a:srgbClr val="3C3C3C"/>
                </a:solidFill>
                <a:latin typeface="Trebuchet MS"/>
                <a:cs typeface="Trebuchet MS"/>
              </a:rPr>
              <a:t>Speech</a:t>
            </a:r>
            <a:r>
              <a:rPr sz="1800" spc="-35" dirty="0">
                <a:solidFill>
                  <a:srgbClr val="3C3C3C"/>
                </a:solidFill>
                <a:latin typeface="Trebuchet MS"/>
                <a:cs typeface="Trebuchet MS"/>
              </a:rPr>
              <a:t> </a:t>
            </a:r>
            <a:r>
              <a:rPr sz="1800" spc="-145" dirty="0">
                <a:solidFill>
                  <a:srgbClr val="3C3C3C"/>
                </a:solidFill>
                <a:latin typeface="Trebuchet MS"/>
                <a:cs typeface="Trebuchet MS"/>
              </a:rPr>
              <a:t>&amp;</a:t>
            </a:r>
            <a:r>
              <a:rPr sz="1800" spc="-315" dirty="0">
                <a:solidFill>
                  <a:srgbClr val="3C3C3C"/>
                </a:solidFill>
                <a:latin typeface="Trebuchet MS"/>
                <a:cs typeface="Trebuchet MS"/>
              </a:rPr>
              <a:t> </a:t>
            </a:r>
            <a:r>
              <a:rPr sz="1800" spc="-95" dirty="0">
                <a:solidFill>
                  <a:srgbClr val="3C3C3C"/>
                </a:solidFill>
                <a:latin typeface="Trebuchet MS"/>
                <a:cs typeface="Trebuchet MS"/>
              </a:rPr>
              <a:t>Voice</a:t>
            </a:r>
            <a:r>
              <a:rPr sz="1800" spc="-40" dirty="0">
                <a:solidFill>
                  <a:srgbClr val="3C3C3C"/>
                </a:solidFill>
                <a:latin typeface="Trebuchet MS"/>
                <a:cs typeface="Trebuchet MS"/>
              </a:rPr>
              <a:t> </a:t>
            </a:r>
            <a:r>
              <a:rPr sz="1800" spc="-85" dirty="0">
                <a:solidFill>
                  <a:srgbClr val="3C3C3C"/>
                </a:solidFill>
                <a:latin typeface="Trebuchet MS"/>
                <a:cs typeface="Trebuchet MS"/>
              </a:rPr>
              <a:t>Recognition,Virtual</a:t>
            </a:r>
            <a:r>
              <a:rPr sz="1800" spc="-215" dirty="0">
                <a:solidFill>
                  <a:srgbClr val="3C3C3C"/>
                </a:solidFill>
                <a:latin typeface="Trebuchet MS"/>
                <a:cs typeface="Trebuchet MS"/>
              </a:rPr>
              <a:t> </a:t>
            </a:r>
            <a:r>
              <a:rPr sz="1800" spc="-65" dirty="0">
                <a:solidFill>
                  <a:srgbClr val="3C3C3C"/>
                </a:solidFill>
                <a:latin typeface="Trebuchet MS"/>
                <a:cs typeface="Trebuchet MS"/>
              </a:rPr>
              <a:t>Assistant </a:t>
            </a:r>
            <a:r>
              <a:rPr sz="1800" spc="-145" dirty="0">
                <a:solidFill>
                  <a:srgbClr val="3C3C3C"/>
                </a:solidFill>
                <a:latin typeface="Trebuchet MS"/>
                <a:cs typeface="Trebuchet MS"/>
              </a:rPr>
              <a:t>etc.</a:t>
            </a:r>
            <a:endParaRPr sz="1800" dirty="0">
              <a:latin typeface="Trebuchet MS"/>
              <a:cs typeface="Trebuchet MS"/>
            </a:endParaRPr>
          </a:p>
          <a:p>
            <a:pPr marL="318770" marR="754380" indent="-306705">
              <a:lnSpc>
                <a:spcPct val="100000"/>
              </a:lnSpc>
              <a:spcBef>
                <a:spcPts val="1035"/>
              </a:spcBef>
              <a:buClr>
                <a:srgbClr val="8BB649"/>
              </a:buClr>
              <a:buSzPct val="91666"/>
              <a:buFont typeface="Cambria"/>
              <a:buChar char="◾"/>
              <a:tabLst>
                <a:tab pos="318770" algn="l"/>
                <a:tab pos="319405" algn="l"/>
              </a:tabLst>
            </a:pPr>
            <a:r>
              <a:rPr sz="1800" spc="40" dirty="0">
                <a:solidFill>
                  <a:srgbClr val="3C3C3C"/>
                </a:solidFill>
                <a:latin typeface="Trebuchet MS"/>
                <a:cs typeface="Trebuchet MS"/>
              </a:rPr>
              <a:t>AI</a:t>
            </a:r>
            <a:r>
              <a:rPr sz="1800" spc="-45" dirty="0">
                <a:solidFill>
                  <a:srgbClr val="3C3C3C"/>
                </a:solidFill>
                <a:latin typeface="Trebuchet MS"/>
                <a:cs typeface="Trebuchet MS"/>
              </a:rPr>
              <a:t> </a:t>
            </a:r>
            <a:r>
              <a:rPr sz="1800" spc="-90" dirty="0">
                <a:solidFill>
                  <a:srgbClr val="3C3C3C"/>
                </a:solidFill>
                <a:latin typeface="Trebuchet MS"/>
                <a:cs typeface="Trebuchet MS"/>
              </a:rPr>
              <a:t>combined</a:t>
            </a:r>
            <a:r>
              <a:rPr sz="1800" spc="-50" dirty="0">
                <a:solidFill>
                  <a:srgbClr val="3C3C3C"/>
                </a:solidFill>
                <a:latin typeface="Trebuchet MS"/>
                <a:cs typeface="Trebuchet MS"/>
              </a:rPr>
              <a:t> </a:t>
            </a:r>
            <a:r>
              <a:rPr sz="1800" spc="-95" dirty="0">
                <a:solidFill>
                  <a:srgbClr val="3C3C3C"/>
                </a:solidFill>
                <a:latin typeface="Trebuchet MS"/>
                <a:cs typeface="Trebuchet MS"/>
              </a:rPr>
              <a:t>with</a:t>
            </a:r>
            <a:r>
              <a:rPr sz="1800" spc="-35" dirty="0">
                <a:solidFill>
                  <a:srgbClr val="3C3C3C"/>
                </a:solidFill>
                <a:latin typeface="Trebuchet MS"/>
                <a:cs typeface="Trebuchet MS"/>
              </a:rPr>
              <a:t> </a:t>
            </a:r>
            <a:r>
              <a:rPr sz="1800" spc="-80" dirty="0">
                <a:solidFill>
                  <a:srgbClr val="3C3C3C"/>
                </a:solidFill>
                <a:latin typeface="Trebuchet MS"/>
                <a:cs typeface="Trebuchet MS"/>
              </a:rPr>
              <a:t>Machine</a:t>
            </a:r>
            <a:r>
              <a:rPr sz="1800" spc="-40" dirty="0">
                <a:solidFill>
                  <a:srgbClr val="3C3C3C"/>
                </a:solidFill>
                <a:latin typeface="Trebuchet MS"/>
                <a:cs typeface="Trebuchet MS"/>
              </a:rPr>
              <a:t> </a:t>
            </a:r>
            <a:r>
              <a:rPr sz="1800" spc="-110" dirty="0">
                <a:solidFill>
                  <a:srgbClr val="3C3C3C"/>
                </a:solidFill>
                <a:latin typeface="Trebuchet MS"/>
                <a:cs typeface="Trebuchet MS"/>
              </a:rPr>
              <a:t>learning</a:t>
            </a:r>
            <a:r>
              <a:rPr sz="1800" spc="-55" dirty="0">
                <a:solidFill>
                  <a:srgbClr val="3C3C3C"/>
                </a:solidFill>
                <a:latin typeface="Trebuchet MS"/>
                <a:cs typeface="Trebuchet MS"/>
              </a:rPr>
              <a:t> </a:t>
            </a:r>
            <a:r>
              <a:rPr sz="1800" spc="-80" dirty="0">
                <a:solidFill>
                  <a:srgbClr val="3C3C3C"/>
                </a:solidFill>
                <a:latin typeface="Trebuchet MS"/>
                <a:cs typeface="Trebuchet MS"/>
              </a:rPr>
              <a:t>is</a:t>
            </a:r>
            <a:r>
              <a:rPr sz="1800" spc="-35" dirty="0">
                <a:solidFill>
                  <a:srgbClr val="3C3C3C"/>
                </a:solidFill>
                <a:latin typeface="Trebuchet MS"/>
                <a:cs typeface="Trebuchet MS"/>
              </a:rPr>
              <a:t> </a:t>
            </a:r>
            <a:r>
              <a:rPr sz="1800" spc="-85" dirty="0">
                <a:solidFill>
                  <a:srgbClr val="3C3C3C"/>
                </a:solidFill>
                <a:latin typeface="Trebuchet MS"/>
                <a:cs typeface="Trebuchet MS"/>
              </a:rPr>
              <a:t>used</a:t>
            </a:r>
            <a:r>
              <a:rPr sz="1800" spc="-50" dirty="0">
                <a:solidFill>
                  <a:srgbClr val="3C3C3C"/>
                </a:solidFill>
                <a:latin typeface="Trebuchet MS"/>
                <a:cs typeface="Trebuchet MS"/>
              </a:rPr>
              <a:t> </a:t>
            </a:r>
            <a:r>
              <a:rPr sz="1800" spc="-45" dirty="0">
                <a:solidFill>
                  <a:srgbClr val="3C3C3C"/>
                </a:solidFill>
                <a:latin typeface="Trebuchet MS"/>
                <a:cs typeface="Trebuchet MS"/>
              </a:rPr>
              <a:t>to</a:t>
            </a:r>
            <a:r>
              <a:rPr sz="1800" spc="-55" dirty="0">
                <a:solidFill>
                  <a:srgbClr val="3C3C3C"/>
                </a:solidFill>
                <a:latin typeface="Trebuchet MS"/>
                <a:cs typeface="Trebuchet MS"/>
              </a:rPr>
              <a:t> </a:t>
            </a:r>
            <a:r>
              <a:rPr sz="1800" spc="-80" dirty="0">
                <a:solidFill>
                  <a:srgbClr val="3C3C3C"/>
                </a:solidFill>
                <a:latin typeface="Trebuchet MS"/>
                <a:cs typeface="Trebuchet MS"/>
              </a:rPr>
              <a:t>provide</a:t>
            </a:r>
            <a:r>
              <a:rPr sz="1800" spc="-45" dirty="0">
                <a:solidFill>
                  <a:srgbClr val="3C3C3C"/>
                </a:solidFill>
                <a:latin typeface="Trebuchet MS"/>
                <a:cs typeface="Trebuchet MS"/>
              </a:rPr>
              <a:t> </a:t>
            </a:r>
            <a:r>
              <a:rPr sz="1800" spc="-55" dirty="0">
                <a:solidFill>
                  <a:srgbClr val="3C3C3C"/>
                </a:solidFill>
                <a:latin typeface="Trebuchet MS"/>
                <a:cs typeface="Trebuchet MS"/>
              </a:rPr>
              <a:t>users</a:t>
            </a:r>
            <a:r>
              <a:rPr sz="1800" spc="-45" dirty="0">
                <a:solidFill>
                  <a:srgbClr val="3C3C3C"/>
                </a:solidFill>
                <a:latin typeface="Trebuchet MS"/>
                <a:cs typeface="Trebuchet MS"/>
              </a:rPr>
              <a:t> </a:t>
            </a:r>
            <a:r>
              <a:rPr sz="1800" spc="-95" dirty="0">
                <a:solidFill>
                  <a:srgbClr val="3C3C3C"/>
                </a:solidFill>
                <a:latin typeface="Trebuchet MS"/>
                <a:cs typeface="Trebuchet MS"/>
              </a:rPr>
              <a:t>with</a:t>
            </a:r>
            <a:r>
              <a:rPr sz="1800" spc="-35" dirty="0">
                <a:solidFill>
                  <a:srgbClr val="3C3C3C"/>
                </a:solidFill>
                <a:latin typeface="Trebuchet MS"/>
                <a:cs typeface="Trebuchet MS"/>
              </a:rPr>
              <a:t> </a:t>
            </a:r>
            <a:r>
              <a:rPr sz="1800" spc="-110" dirty="0">
                <a:solidFill>
                  <a:srgbClr val="3C3C3C"/>
                </a:solidFill>
                <a:latin typeface="Trebuchet MS"/>
                <a:cs typeface="Trebuchet MS"/>
              </a:rPr>
              <a:t>the</a:t>
            </a:r>
            <a:r>
              <a:rPr sz="1800" spc="-35" dirty="0">
                <a:solidFill>
                  <a:srgbClr val="3C3C3C"/>
                </a:solidFill>
                <a:latin typeface="Trebuchet MS"/>
                <a:cs typeface="Trebuchet MS"/>
              </a:rPr>
              <a:t> </a:t>
            </a:r>
            <a:r>
              <a:rPr sz="1800" spc="-90" dirty="0">
                <a:solidFill>
                  <a:srgbClr val="3C3C3C"/>
                </a:solidFill>
                <a:latin typeface="Trebuchet MS"/>
                <a:cs typeface="Trebuchet MS"/>
              </a:rPr>
              <a:t>required</a:t>
            </a:r>
            <a:r>
              <a:rPr sz="1800" spc="-40" dirty="0">
                <a:solidFill>
                  <a:srgbClr val="3C3C3C"/>
                </a:solidFill>
                <a:latin typeface="Trebuchet MS"/>
                <a:cs typeface="Trebuchet MS"/>
              </a:rPr>
              <a:t> </a:t>
            </a:r>
            <a:r>
              <a:rPr sz="1800" spc="-110" dirty="0">
                <a:solidFill>
                  <a:srgbClr val="3C3C3C"/>
                </a:solidFill>
                <a:latin typeface="Trebuchet MS"/>
                <a:cs typeface="Trebuchet MS"/>
              </a:rPr>
              <a:t>functionality</a:t>
            </a:r>
            <a:r>
              <a:rPr sz="1800" spc="-40" dirty="0">
                <a:solidFill>
                  <a:srgbClr val="3C3C3C"/>
                </a:solidFill>
                <a:latin typeface="Trebuchet MS"/>
                <a:cs typeface="Trebuchet MS"/>
              </a:rPr>
              <a:t> </a:t>
            </a:r>
            <a:r>
              <a:rPr sz="1800" spc="-120" dirty="0">
                <a:solidFill>
                  <a:srgbClr val="3C3C3C"/>
                </a:solidFill>
                <a:latin typeface="Trebuchet MS"/>
                <a:cs typeface="Trebuchet MS"/>
              </a:rPr>
              <a:t>and</a:t>
            </a:r>
            <a:r>
              <a:rPr sz="1800" spc="-60" dirty="0">
                <a:solidFill>
                  <a:srgbClr val="3C3C3C"/>
                </a:solidFill>
                <a:latin typeface="Trebuchet MS"/>
                <a:cs typeface="Trebuchet MS"/>
              </a:rPr>
              <a:t> </a:t>
            </a:r>
            <a:r>
              <a:rPr sz="1800" spc="-125" dirty="0">
                <a:solidFill>
                  <a:srgbClr val="3C3C3C"/>
                </a:solidFill>
                <a:latin typeface="Trebuchet MS"/>
                <a:cs typeface="Trebuchet MS"/>
              </a:rPr>
              <a:t>make</a:t>
            </a:r>
            <a:r>
              <a:rPr sz="1800" spc="-55" dirty="0">
                <a:solidFill>
                  <a:srgbClr val="3C3C3C"/>
                </a:solidFill>
                <a:latin typeface="Trebuchet MS"/>
                <a:cs typeface="Trebuchet MS"/>
              </a:rPr>
              <a:t> </a:t>
            </a:r>
            <a:r>
              <a:rPr sz="1800" spc="-110" dirty="0">
                <a:solidFill>
                  <a:srgbClr val="3C3C3C"/>
                </a:solidFill>
                <a:latin typeface="Trebuchet MS"/>
                <a:cs typeface="Trebuchet MS"/>
              </a:rPr>
              <a:t>the </a:t>
            </a:r>
            <a:r>
              <a:rPr sz="1800" spc="-525" dirty="0">
                <a:solidFill>
                  <a:srgbClr val="3C3C3C"/>
                </a:solidFill>
                <a:latin typeface="Trebuchet MS"/>
                <a:cs typeface="Trebuchet MS"/>
              </a:rPr>
              <a:t> </a:t>
            </a:r>
            <a:r>
              <a:rPr sz="1800" spc="-80" dirty="0">
                <a:solidFill>
                  <a:srgbClr val="3C3C3C"/>
                </a:solidFill>
                <a:latin typeface="Trebuchet MS"/>
                <a:cs typeface="Trebuchet MS"/>
              </a:rPr>
              <a:t>business</a:t>
            </a:r>
            <a:r>
              <a:rPr sz="1800" spc="-65" dirty="0">
                <a:solidFill>
                  <a:srgbClr val="3C3C3C"/>
                </a:solidFill>
                <a:latin typeface="Trebuchet MS"/>
                <a:cs typeface="Trebuchet MS"/>
              </a:rPr>
              <a:t> </a:t>
            </a:r>
            <a:r>
              <a:rPr sz="1800" spc="-60" dirty="0">
                <a:solidFill>
                  <a:srgbClr val="3C3C3C"/>
                </a:solidFill>
                <a:latin typeface="Trebuchet MS"/>
                <a:cs typeface="Trebuchet MS"/>
              </a:rPr>
              <a:t>process</a:t>
            </a:r>
            <a:r>
              <a:rPr sz="1800" spc="-70" dirty="0">
                <a:solidFill>
                  <a:srgbClr val="3C3C3C"/>
                </a:solidFill>
                <a:latin typeface="Trebuchet MS"/>
                <a:cs typeface="Trebuchet MS"/>
              </a:rPr>
              <a:t> </a:t>
            </a:r>
            <a:r>
              <a:rPr sz="1800" spc="-180" dirty="0">
                <a:solidFill>
                  <a:srgbClr val="3C3C3C"/>
                </a:solidFill>
                <a:latin typeface="Trebuchet MS"/>
                <a:cs typeface="Trebuchet MS"/>
              </a:rPr>
              <a:t>a</a:t>
            </a:r>
            <a:r>
              <a:rPr sz="1800" spc="-45" dirty="0">
                <a:solidFill>
                  <a:srgbClr val="3C3C3C"/>
                </a:solidFill>
                <a:latin typeface="Trebuchet MS"/>
                <a:cs typeface="Trebuchet MS"/>
              </a:rPr>
              <a:t> </a:t>
            </a:r>
            <a:r>
              <a:rPr sz="1800" spc="-95" dirty="0">
                <a:solidFill>
                  <a:srgbClr val="3C3C3C"/>
                </a:solidFill>
                <a:latin typeface="Trebuchet MS"/>
                <a:cs typeface="Trebuchet MS"/>
              </a:rPr>
              <a:t>much</a:t>
            </a:r>
            <a:r>
              <a:rPr sz="1800" spc="-65" dirty="0">
                <a:solidFill>
                  <a:srgbClr val="3C3C3C"/>
                </a:solidFill>
                <a:latin typeface="Trebuchet MS"/>
                <a:cs typeface="Trebuchet MS"/>
              </a:rPr>
              <a:t> </a:t>
            </a:r>
            <a:r>
              <a:rPr sz="1800" spc="-90" dirty="0">
                <a:solidFill>
                  <a:srgbClr val="3C3C3C"/>
                </a:solidFill>
                <a:latin typeface="Trebuchet MS"/>
                <a:cs typeface="Trebuchet MS"/>
              </a:rPr>
              <a:t>simpler</a:t>
            </a:r>
            <a:r>
              <a:rPr sz="1800" spc="-45" dirty="0">
                <a:solidFill>
                  <a:srgbClr val="3C3C3C"/>
                </a:solidFill>
                <a:latin typeface="Trebuchet MS"/>
                <a:cs typeface="Trebuchet MS"/>
              </a:rPr>
              <a:t> </a:t>
            </a:r>
            <a:r>
              <a:rPr sz="1800" spc="-105" dirty="0">
                <a:solidFill>
                  <a:srgbClr val="3C3C3C"/>
                </a:solidFill>
                <a:latin typeface="Trebuchet MS"/>
                <a:cs typeface="Trebuchet MS"/>
              </a:rPr>
              <a:t>one.</a:t>
            </a:r>
            <a:endParaRPr sz="1800" dirty="0">
              <a:latin typeface="Trebuchet MS"/>
              <a:cs typeface="Trebuchet MS"/>
            </a:endParaRPr>
          </a:p>
          <a:p>
            <a:pPr marL="318770" marR="78105" indent="-306705">
              <a:lnSpc>
                <a:spcPct val="100000"/>
              </a:lnSpc>
              <a:spcBef>
                <a:spcPts val="1030"/>
              </a:spcBef>
              <a:buClr>
                <a:srgbClr val="8BB649"/>
              </a:buClr>
              <a:buSzPct val="91666"/>
              <a:buFont typeface="Cambria"/>
              <a:buChar char="◾"/>
              <a:tabLst>
                <a:tab pos="318770" algn="l"/>
                <a:tab pos="319405" algn="l"/>
              </a:tabLst>
            </a:pPr>
            <a:r>
              <a:rPr sz="1800" spc="40" dirty="0">
                <a:solidFill>
                  <a:srgbClr val="3C3C3C"/>
                </a:solidFill>
                <a:latin typeface="Trebuchet MS"/>
                <a:cs typeface="Trebuchet MS"/>
              </a:rPr>
              <a:t>AI</a:t>
            </a:r>
            <a:r>
              <a:rPr sz="1800" spc="-40" dirty="0">
                <a:solidFill>
                  <a:srgbClr val="3C3C3C"/>
                </a:solidFill>
                <a:latin typeface="Trebuchet MS"/>
                <a:cs typeface="Trebuchet MS"/>
              </a:rPr>
              <a:t> </a:t>
            </a:r>
            <a:r>
              <a:rPr sz="1800" spc="-90" dirty="0">
                <a:solidFill>
                  <a:srgbClr val="3C3C3C"/>
                </a:solidFill>
                <a:latin typeface="Trebuchet MS"/>
                <a:cs typeface="Trebuchet MS"/>
              </a:rPr>
              <a:t>software</a:t>
            </a:r>
            <a:r>
              <a:rPr sz="1800" spc="-50" dirty="0">
                <a:solidFill>
                  <a:srgbClr val="3C3C3C"/>
                </a:solidFill>
                <a:latin typeface="Trebuchet MS"/>
                <a:cs typeface="Trebuchet MS"/>
              </a:rPr>
              <a:t> </a:t>
            </a:r>
            <a:r>
              <a:rPr sz="1800" spc="-80" dirty="0">
                <a:solidFill>
                  <a:srgbClr val="3C3C3C"/>
                </a:solidFill>
                <a:latin typeface="Trebuchet MS"/>
                <a:cs typeface="Trebuchet MS"/>
              </a:rPr>
              <a:t>is</a:t>
            </a:r>
            <a:r>
              <a:rPr sz="1800" spc="-35" dirty="0">
                <a:solidFill>
                  <a:srgbClr val="3C3C3C"/>
                </a:solidFill>
                <a:latin typeface="Trebuchet MS"/>
                <a:cs typeface="Trebuchet MS"/>
              </a:rPr>
              <a:t> </a:t>
            </a:r>
            <a:r>
              <a:rPr sz="1800" spc="-85" dirty="0">
                <a:solidFill>
                  <a:srgbClr val="3C3C3C"/>
                </a:solidFill>
                <a:latin typeface="Trebuchet MS"/>
                <a:cs typeface="Trebuchet MS"/>
              </a:rPr>
              <a:t>used</a:t>
            </a:r>
            <a:r>
              <a:rPr sz="1800" spc="-45" dirty="0">
                <a:solidFill>
                  <a:srgbClr val="3C3C3C"/>
                </a:solidFill>
                <a:latin typeface="Trebuchet MS"/>
                <a:cs typeface="Trebuchet MS"/>
              </a:rPr>
              <a:t> to</a:t>
            </a:r>
            <a:r>
              <a:rPr sz="1800" spc="-40" dirty="0">
                <a:solidFill>
                  <a:srgbClr val="3C3C3C"/>
                </a:solidFill>
                <a:latin typeface="Trebuchet MS"/>
                <a:cs typeface="Trebuchet MS"/>
              </a:rPr>
              <a:t> </a:t>
            </a:r>
            <a:r>
              <a:rPr sz="1800" spc="-110" dirty="0">
                <a:solidFill>
                  <a:srgbClr val="3C3C3C"/>
                </a:solidFill>
                <a:latin typeface="Trebuchet MS"/>
                <a:cs typeface="Trebuchet MS"/>
              </a:rPr>
              <a:t>build</a:t>
            </a:r>
            <a:r>
              <a:rPr sz="1800" spc="-20" dirty="0">
                <a:solidFill>
                  <a:srgbClr val="3C3C3C"/>
                </a:solidFill>
                <a:latin typeface="Trebuchet MS"/>
                <a:cs typeface="Trebuchet MS"/>
              </a:rPr>
              <a:t> </a:t>
            </a:r>
            <a:r>
              <a:rPr sz="1800" spc="-120" dirty="0">
                <a:solidFill>
                  <a:srgbClr val="3C3C3C"/>
                </a:solidFill>
                <a:latin typeface="Trebuchet MS"/>
                <a:cs typeface="Trebuchet MS"/>
              </a:rPr>
              <a:t>and</a:t>
            </a:r>
            <a:r>
              <a:rPr sz="1800" spc="-50" dirty="0">
                <a:solidFill>
                  <a:srgbClr val="3C3C3C"/>
                </a:solidFill>
                <a:latin typeface="Trebuchet MS"/>
                <a:cs typeface="Trebuchet MS"/>
              </a:rPr>
              <a:t> </a:t>
            </a:r>
            <a:r>
              <a:rPr sz="1800" spc="-100" dirty="0">
                <a:solidFill>
                  <a:srgbClr val="3C3C3C"/>
                </a:solidFill>
                <a:latin typeface="Trebuchet MS"/>
                <a:cs typeface="Trebuchet MS"/>
              </a:rPr>
              <a:t>develop</a:t>
            </a:r>
            <a:r>
              <a:rPr sz="1800" spc="-55" dirty="0">
                <a:solidFill>
                  <a:srgbClr val="3C3C3C"/>
                </a:solidFill>
                <a:latin typeface="Trebuchet MS"/>
                <a:cs typeface="Trebuchet MS"/>
              </a:rPr>
              <a:t> </a:t>
            </a:r>
            <a:r>
              <a:rPr sz="1800" spc="-135" dirty="0">
                <a:solidFill>
                  <a:srgbClr val="3C3C3C"/>
                </a:solidFill>
                <a:latin typeface="Trebuchet MS"/>
                <a:cs typeface="Trebuchet MS"/>
              </a:rPr>
              <a:t>an</a:t>
            </a:r>
            <a:r>
              <a:rPr sz="1800" spc="-40" dirty="0">
                <a:solidFill>
                  <a:srgbClr val="3C3C3C"/>
                </a:solidFill>
                <a:latin typeface="Trebuchet MS"/>
                <a:cs typeface="Trebuchet MS"/>
              </a:rPr>
              <a:t> </a:t>
            </a:r>
            <a:r>
              <a:rPr sz="1800" spc="-125" dirty="0">
                <a:solidFill>
                  <a:srgbClr val="3C3C3C"/>
                </a:solidFill>
                <a:latin typeface="Trebuchet MS"/>
                <a:cs typeface="Trebuchet MS"/>
              </a:rPr>
              <a:t>intelligent</a:t>
            </a:r>
            <a:r>
              <a:rPr sz="1800" spc="-15" dirty="0">
                <a:solidFill>
                  <a:srgbClr val="3C3C3C"/>
                </a:solidFill>
                <a:latin typeface="Trebuchet MS"/>
                <a:cs typeface="Trebuchet MS"/>
              </a:rPr>
              <a:t> </a:t>
            </a:r>
            <a:r>
              <a:rPr sz="1800" spc="-114" dirty="0">
                <a:solidFill>
                  <a:srgbClr val="3C3C3C"/>
                </a:solidFill>
                <a:latin typeface="Trebuchet MS"/>
                <a:cs typeface="Trebuchet MS"/>
              </a:rPr>
              <a:t>application</a:t>
            </a:r>
            <a:r>
              <a:rPr sz="1800" spc="-45" dirty="0">
                <a:solidFill>
                  <a:srgbClr val="3C3C3C"/>
                </a:solidFill>
                <a:latin typeface="Trebuchet MS"/>
                <a:cs typeface="Trebuchet MS"/>
              </a:rPr>
              <a:t> </a:t>
            </a:r>
            <a:r>
              <a:rPr sz="1800" spc="-85" dirty="0">
                <a:solidFill>
                  <a:srgbClr val="3C3C3C"/>
                </a:solidFill>
                <a:latin typeface="Trebuchet MS"/>
                <a:cs typeface="Trebuchet MS"/>
              </a:rPr>
              <a:t>from</a:t>
            </a:r>
            <a:r>
              <a:rPr sz="1800" spc="-35" dirty="0">
                <a:solidFill>
                  <a:srgbClr val="3C3C3C"/>
                </a:solidFill>
                <a:latin typeface="Trebuchet MS"/>
                <a:cs typeface="Trebuchet MS"/>
              </a:rPr>
              <a:t> </a:t>
            </a:r>
            <a:r>
              <a:rPr sz="1800" spc="-90" dirty="0">
                <a:solidFill>
                  <a:srgbClr val="3C3C3C"/>
                </a:solidFill>
                <a:latin typeface="Trebuchet MS"/>
                <a:cs typeface="Trebuchet MS"/>
              </a:rPr>
              <a:t>scratch</a:t>
            </a:r>
            <a:r>
              <a:rPr sz="1800" spc="-55" dirty="0">
                <a:solidFill>
                  <a:srgbClr val="3C3C3C"/>
                </a:solidFill>
                <a:latin typeface="Trebuchet MS"/>
                <a:cs typeface="Trebuchet MS"/>
              </a:rPr>
              <a:t> </a:t>
            </a:r>
            <a:r>
              <a:rPr sz="1800" spc="-95" dirty="0">
                <a:solidFill>
                  <a:srgbClr val="3C3C3C"/>
                </a:solidFill>
                <a:latin typeface="Trebuchet MS"/>
                <a:cs typeface="Trebuchet MS"/>
              </a:rPr>
              <a:t>with</a:t>
            </a:r>
            <a:r>
              <a:rPr sz="1800" spc="-30" dirty="0">
                <a:solidFill>
                  <a:srgbClr val="3C3C3C"/>
                </a:solidFill>
                <a:latin typeface="Trebuchet MS"/>
                <a:cs typeface="Trebuchet MS"/>
              </a:rPr>
              <a:t> </a:t>
            </a:r>
            <a:r>
              <a:rPr sz="1800" spc="-110" dirty="0">
                <a:solidFill>
                  <a:srgbClr val="3C3C3C"/>
                </a:solidFill>
                <a:latin typeface="Trebuchet MS"/>
                <a:cs typeface="Trebuchet MS"/>
              </a:rPr>
              <a:t>the</a:t>
            </a:r>
            <a:r>
              <a:rPr sz="1800" spc="-30" dirty="0">
                <a:solidFill>
                  <a:srgbClr val="3C3C3C"/>
                </a:solidFill>
                <a:latin typeface="Trebuchet MS"/>
                <a:cs typeface="Trebuchet MS"/>
              </a:rPr>
              <a:t> </a:t>
            </a:r>
            <a:r>
              <a:rPr sz="1800" spc="-114" dirty="0">
                <a:solidFill>
                  <a:srgbClr val="3C3C3C"/>
                </a:solidFill>
                <a:latin typeface="Trebuchet MS"/>
                <a:cs typeface="Trebuchet MS"/>
              </a:rPr>
              <a:t>help</a:t>
            </a:r>
            <a:r>
              <a:rPr sz="1800" spc="-25" dirty="0">
                <a:solidFill>
                  <a:srgbClr val="3C3C3C"/>
                </a:solidFill>
                <a:latin typeface="Trebuchet MS"/>
                <a:cs typeface="Trebuchet MS"/>
              </a:rPr>
              <a:t> </a:t>
            </a:r>
            <a:r>
              <a:rPr sz="1800" spc="-95" dirty="0">
                <a:solidFill>
                  <a:srgbClr val="3C3C3C"/>
                </a:solidFill>
                <a:latin typeface="Trebuchet MS"/>
                <a:cs typeface="Trebuchet MS"/>
              </a:rPr>
              <a:t>of</a:t>
            </a:r>
            <a:r>
              <a:rPr sz="1800" spc="-45" dirty="0">
                <a:solidFill>
                  <a:srgbClr val="3C3C3C"/>
                </a:solidFill>
                <a:latin typeface="Trebuchet MS"/>
                <a:cs typeface="Trebuchet MS"/>
              </a:rPr>
              <a:t> </a:t>
            </a:r>
            <a:r>
              <a:rPr sz="1800" spc="-80" dirty="0">
                <a:solidFill>
                  <a:srgbClr val="3C3C3C"/>
                </a:solidFill>
                <a:latin typeface="Trebuchet MS"/>
                <a:cs typeface="Trebuchet MS"/>
              </a:rPr>
              <a:t>Machine</a:t>
            </a:r>
            <a:r>
              <a:rPr sz="1800" spc="-35" dirty="0">
                <a:solidFill>
                  <a:srgbClr val="3C3C3C"/>
                </a:solidFill>
                <a:latin typeface="Trebuchet MS"/>
                <a:cs typeface="Trebuchet MS"/>
              </a:rPr>
              <a:t> </a:t>
            </a:r>
            <a:r>
              <a:rPr sz="1800" spc="-114" dirty="0">
                <a:solidFill>
                  <a:srgbClr val="3C3C3C"/>
                </a:solidFill>
                <a:latin typeface="Trebuchet MS"/>
                <a:cs typeface="Trebuchet MS"/>
              </a:rPr>
              <a:t>learning </a:t>
            </a:r>
            <a:r>
              <a:rPr sz="1800" spc="-525" dirty="0">
                <a:solidFill>
                  <a:srgbClr val="3C3C3C"/>
                </a:solidFill>
                <a:latin typeface="Trebuchet MS"/>
                <a:cs typeface="Trebuchet MS"/>
              </a:rPr>
              <a:t> </a:t>
            </a:r>
            <a:r>
              <a:rPr sz="1800" spc="-120" dirty="0">
                <a:solidFill>
                  <a:srgbClr val="3C3C3C"/>
                </a:solidFill>
                <a:latin typeface="Trebuchet MS"/>
                <a:cs typeface="Trebuchet MS"/>
              </a:rPr>
              <a:t>and</a:t>
            </a:r>
            <a:r>
              <a:rPr sz="1800" spc="-65" dirty="0">
                <a:solidFill>
                  <a:srgbClr val="3C3C3C"/>
                </a:solidFill>
                <a:latin typeface="Trebuchet MS"/>
                <a:cs typeface="Trebuchet MS"/>
              </a:rPr>
              <a:t> </a:t>
            </a:r>
            <a:r>
              <a:rPr sz="1800" spc="-110" dirty="0">
                <a:solidFill>
                  <a:srgbClr val="3C3C3C"/>
                </a:solidFill>
                <a:latin typeface="Trebuchet MS"/>
                <a:cs typeface="Trebuchet MS"/>
              </a:rPr>
              <a:t>deep</a:t>
            </a:r>
            <a:r>
              <a:rPr sz="1800" spc="-40" dirty="0">
                <a:solidFill>
                  <a:srgbClr val="3C3C3C"/>
                </a:solidFill>
                <a:latin typeface="Trebuchet MS"/>
                <a:cs typeface="Trebuchet MS"/>
              </a:rPr>
              <a:t> </a:t>
            </a:r>
            <a:r>
              <a:rPr sz="1800" spc="-110" dirty="0">
                <a:solidFill>
                  <a:srgbClr val="3C3C3C"/>
                </a:solidFill>
                <a:latin typeface="Trebuchet MS"/>
                <a:cs typeface="Trebuchet MS"/>
              </a:rPr>
              <a:t>learning</a:t>
            </a:r>
            <a:r>
              <a:rPr sz="1800" spc="-55" dirty="0">
                <a:solidFill>
                  <a:srgbClr val="3C3C3C"/>
                </a:solidFill>
                <a:latin typeface="Trebuchet MS"/>
                <a:cs typeface="Trebuchet MS"/>
              </a:rPr>
              <a:t> </a:t>
            </a:r>
            <a:r>
              <a:rPr sz="1800" spc="-135" dirty="0">
                <a:solidFill>
                  <a:srgbClr val="3C3C3C"/>
                </a:solidFill>
                <a:latin typeface="Trebuchet MS"/>
                <a:cs typeface="Trebuchet MS"/>
              </a:rPr>
              <a:t>capabilities.</a:t>
            </a:r>
            <a:endParaRPr sz="1800" dirty="0">
              <a:latin typeface="Trebuchet MS"/>
              <a:cs typeface="Trebuchet MS"/>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52211"/>
          </a:xfrm>
          <a:prstGeom prst="rect">
            <a:avLst/>
          </a:prstGeom>
          <a:solidFill>
            <a:srgbClr val="366657"/>
          </a:solidFill>
        </p:spPr>
        <p:txBody>
          <a:bodyPr vert="horz" wrap="square" lIns="0" tIns="188595" rIns="0" bIns="0" rtlCol="0">
            <a:spAutoFit/>
          </a:bodyPr>
          <a:lstStyle/>
          <a:p>
            <a:pPr marL="231775" marR="1016000">
              <a:lnSpc>
                <a:spcPct val="100000"/>
              </a:lnSpc>
              <a:spcBef>
                <a:spcPts val="1485"/>
              </a:spcBef>
            </a:pPr>
            <a:r>
              <a:rPr lang="en-US" spc="90" dirty="0"/>
              <a:t>Software does not wear out but </a:t>
            </a:r>
            <a:r>
              <a:rPr lang="en-US" spc="90" dirty="0" smtClean="0"/>
              <a:t>Legacy</a:t>
            </a:r>
            <a:br>
              <a:rPr lang="en-US" spc="90" dirty="0" smtClean="0"/>
            </a:br>
            <a:endParaRPr spc="90" dirty="0"/>
          </a:p>
        </p:txBody>
      </p:sp>
      <p:sp>
        <p:nvSpPr>
          <p:cNvPr id="3" name="object 3"/>
          <p:cNvSpPr txBox="1"/>
          <p:nvPr/>
        </p:nvSpPr>
        <p:spPr>
          <a:xfrm>
            <a:off x="659993" y="2841752"/>
            <a:ext cx="10789920" cy="869469"/>
          </a:xfrm>
          <a:prstGeom prst="rect">
            <a:avLst/>
          </a:prstGeom>
        </p:spPr>
        <p:txBody>
          <a:bodyPr vert="horz" wrap="square" lIns="0" tIns="12700" rIns="0" bIns="0" rtlCol="0">
            <a:spAutoFit/>
          </a:bodyPr>
          <a:lstStyle/>
          <a:p>
            <a:pPr marL="318770" marR="5080" indent="-306705">
              <a:lnSpc>
                <a:spcPct val="100000"/>
              </a:lnSpc>
              <a:spcBef>
                <a:spcPts val="100"/>
              </a:spcBef>
              <a:buClr>
                <a:srgbClr val="8BB649"/>
              </a:buClr>
              <a:buSzPct val="91666"/>
              <a:buFont typeface="Cambria"/>
              <a:buChar char="◾"/>
              <a:tabLst>
                <a:tab pos="318770" algn="l"/>
                <a:tab pos="319405" algn="l"/>
              </a:tabLst>
            </a:pPr>
            <a:r>
              <a:rPr lang="en-US" spc="-95" dirty="0">
                <a:solidFill>
                  <a:srgbClr val="3C3C3C"/>
                </a:solidFill>
                <a:latin typeface="Trebuchet MS"/>
                <a:cs typeface="Trebuchet MS"/>
              </a:rPr>
              <a:t>The older program often referred to as Legacy Software</a:t>
            </a:r>
            <a:r>
              <a:rPr lang="en-US" spc="-95" dirty="0" smtClean="0">
                <a:solidFill>
                  <a:srgbClr val="3C3C3C"/>
                </a:solidFill>
                <a:latin typeface="Trebuchet MS"/>
                <a:cs typeface="Trebuchet MS"/>
              </a:rPr>
              <a:t>….</a:t>
            </a:r>
          </a:p>
          <a:p>
            <a:pPr marL="318770" marR="5080" indent="-306705">
              <a:lnSpc>
                <a:spcPct val="100000"/>
              </a:lnSpc>
              <a:spcBef>
                <a:spcPts val="100"/>
              </a:spcBef>
              <a:buClr>
                <a:srgbClr val="8BB649"/>
              </a:buClr>
              <a:buSzPct val="91666"/>
              <a:buFont typeface="Cambria"/>
              <a:buChar char="◾"/>
              <a:tabLst>
                <a:tab pos="318770" algn="l"/>
                <a:tab pos="319405" algn="l"/>
              </a:tabLst>
            </a:pPr>
            <a:endParaRPr lang="en-US" spc="-95" dirty="0" smtClean="0">
              <a:solidFill>
                <a:srgbClr val="3C3C3C"/>
              </a:solidFill>
              <a:latin typeface="Trebuchet MS"/>
              <a:cs typeface="Trebuchet MS"/>
            </a:endParaRPr>
          </a:p>
          <a:p>
            <a:pPr marL="318770" marR="5080" indent="-306705">
              <a:lnSpc>
                <a:spcPct val="100000"/>
              </a:lnSpc>
              <a:spcBef>
                <a:spcPts val="100"/>
              </a:spcBef>
              <a:buClr>
                <a:srgbClr val="8BB649"/>
              </a:buClr>
              <a:buSzPct val="91666"/>
              <a:buFont typeface="Cambria"/>
              <a:buChar char="◾"/>
              <a:tabLst>
                <a:tab pos="318770" algn="l"/>
                <a:tab pos="319405" algn="l"/>
              </a:tabLst>
            </a:pPr>
            <a:endParaRPr lang="en-US" spc="-95" dirty="0">
              <a:solidFill>
                <a:srgbClr val="3C3C3C"/>
              </a:solidFill>
              <a:latin typeface="Trebuchet MS"/>
              <a:cs typeface="Trebuchet MS"/>
            </a:endParaRPr>
          </a:p>
        </p:txBody>
      </p:sp>
      <p:pic>
        <p:nvPicPr>
          <p:cNvPr id="4" name="Picture 2" descr="E:\Fall13\SE I\older man.jpg"/>
          <p:cNvPicPr>
            <a:picLocks noChangeAspect="1" noChangeArrowheads="1"/>
          </p:cNvPicPr>
          <p:nvPr/>
        </p:nvPicPr>
        <p:blipFill>
          <a:blip r:embed="rId2" cstate="print"/>
          <a:srcRect/>
          <a:stretch>
            <a:fillRect/>
          </a:stretch>
        </p:blipFill>
        <p:spPr bwMode="auto">
          <a:xfrm>
            <a:off x="2766149" y="3562350"/>
            <a:ext cx="2581275" cy="1771650"/>
          </a:xfrm>
          <a:prstGeom prst="rect">
            <a:avLst/>
          </a:prstGeom>
          <a:noFill/>
        </p:spPr>
      </p:pic>
      <p:pic>
        <p:nvPicPr>
          <p:cNvPr id="5" name="Picture 3" descr="E:\Fall13\SE I\broken mobile.jpg"/>
          <p:cNvPicPr>
            <a:picLocks noChangeAspect="1" noChangeArrowheads="1"/>
          </p:cNvPicPr>
          <p:nvPr/>
        </p:nvPicPr>
        <p:blipFill>
          <a:blip r:embed="rId3" cstate="print"/>
          <a:srcRect/>
          <a:stretch>
            <a:fillRect/>
          </a:stretch>
        </p:blipFill>
        <p:spPr bwMode="auto">
          <a:xfrm>
            <a:off x="5715000" y="3581400"/>
            <a:ext cx="2857500" cy="1752600"/>
          </a:xfrm>
          <a:prstGeom prst="rect">
            <a:avLst/>
          </a:prstGeom>
          <a:noFill/>
        </p:spPr>
      </p:pic>
    </p:spTree>
    <p:extLst>
      <p:ext uri="{BB962C8B-B14F-4D97-AF65-F5344CB8AC3E}">
        <p14:creationId xmlns:p14="http://schemas.microsoft.com/office/powerpoint/2010/main" val="4074870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52211"/>
          </a:xfrm>
          <a:prstGeom prst="rect">
            <a:avLst/>
          </a:prstGeom>
          <a:solidFill>
            <a:srgbClr val="366657"/>
          </a:solidFill>
        </p:spPr>
        <p:txBody>
          <a:bodyPr vert="horz" wrap="square" lIns="0" tIns="188595" rIns="0" bIns="0" rtlCol="0">
            <a:spAutoFit/>
          </a:bodyPr>
          <a:lstStyle/>
          <a:p>
            <a:pPr marL="231775" marR="1016000">
              <a:lnSpc>
                <a:spcPct val="100000"/>
              </a:lnSpc>
              <a:spcBef>
                <a:spcPts val="1485"/>
              </a:spcBef>
            </a:pPr>
            <a:r>
              <a:rPr lang="en-US" spc="90" dirty="0"/>
              <a:t>Legacy Software</a:t>
            </a:r>
            <a:r>
              <a:rPr lang="en-US" spc="90" dirty="0" smtClean="0"/>
              <a:t/>
            </a:r>
            <a:br>
              <a:rPr lang="en-US" spc="90" dirty="0" smtClean="0"/>
            </a:br>
            <a:endParaRPr spc="90" dirty="0"/>
          </a:p>
        </p:txBody>
      </p:sp>
      <p:sp>
        <p:nvSpPr>
          <p:cNvPr id="3" name="object 3"/>
          <p:cNvSpPr txBox="1"/>
          <p:nvPr/>
        </p:nvSpPr>
        <p:spPr>
          <a:xfrm>
            <a:off x="996895" y="2819400"/>
            <a:ext cx="10789920" cy="2859757"/>
          </a:xfrm>
          <a:prstGeom prst="rect">
            <a:avLst/>
          </a:prstGeom>
        </p:spPr>
        <p:txBody>
          <a:bodyPr vert="horz" wrap="square" lIns="0" tIns="12700" rIns="0" bIns="0" rtlCol="0">
            <a:spAutoFit/>
          </a:bodyPr>
          <a:lstStyle/>
          <a:p>
            <a:pPr marL="318770" marR="5080" indent="-306705">
              <a:lnSpc>
                <a:spcPct val="150000"/>
              </a:lnSpc>
              <a:spcBef>
                <a:spcPts val="100"/>
              </a:spcBef>
              <a:buClr>
                <a:srgbClr val="8BB649"/>
              </a:buClr>
              <a:buSzPct val="91666"/>
              <a:buFont typeface="Cambria"/>
              <a:buChar char="◾"/>
              <a:tabLst>
                <a:tab pos="318770" algn="l"/>
                <a:tab pos="319405" algn="l"/>
              </a:tabLst>
            </a:pPr>
            <a:r>
              <a:rPr lang="en-US" spc="-95" dirty="0">
                <a:solidFill>
                  <a:srgbClr val="3C3C3C"/>
                </a:solidFill>
                <a:latin typeface="Trebuchet MS"/>
                <a:cs typeface="Trebuchet MS"/>
              </a:rPr>
              <a:t>Have poor quality</a:t>
            </a:r>
          </a:p>
          <a:p>
            <a:pPr marL="775970" marR="5080" lvl="1" indent="-306705">
              <a:lnSpc>
                <a:spcPct val="150000"/>
              </a:lnSpc>
              <a:spcBef>
                <a:spcPts val="100"/>
              </a:spcBef>
              <a:buClr>
                <a:srgbClr val="8BB649"/>
              </a:buClr>
              <a:buSzPct val="91666"/>
              <a:buFont typeface="Wingdings" panose="05000000000000000000" pitchFamily="2" charset="2"/>
              <a:buChar char="Ø"/>
              <a:tabLst>
                <a:tab pos="318770" algn="l"/>
                <a:tab pos="319405" algn="l"/>
              </a:tabLst>
            </a:pPr>
            <a:r>
              <a:rPr lang="en-US" spc="-95" dirty="0">
                <a:solidFill>
                  <a:srgbClr val="3C3C3C"/>
                </a:solidFill>
                <a:latin typeface="Trebuchet MS"/>
                <a:cs typeface="Trebuchet MS"/>
              </a:rPr>
              <a:t>Inextensible design</a:t>
            </a:r>
          </a:p>
          <a:p>
            <a:pPr marL="775970" marR="5080" lvl="1" indent="-306705">
              <a:lnSpc>
                <a:spcPct val="150000"/>
              </a:lnSpc>
              <a:spcBef>
                <a:spcPts val="100"/>
              </a:spcBef>
              <a:buClr>
                <a:srgbClr val="8BB649"/>
              </a:buClr>
              <a:buSzPct val="91666"/>
              <a:buFont typeface="Wingdings" panose="05000000000000000000" pitchFamily="2" charset="2"/>
              <a:buChar char="Ø"/>
              <a:tabLst>
                <a:tab pos="318770" algn="l"/>
                <a:tab pos="319405" algn="l"/>
              </a:tabLst>
            </a:pPr>
            <a:r>
              <a:rPr lang="en-US" spc="-95" dirty="0">
                <a:solidFill>
                  <a:srgbClr val="3C3C3C"/>
                </a:solidFill>
                <a:latin typeface="Trebuchet MS"/>
                <a:cs typeface="Trebuchet MS"/>
              </a:rPr>
              <a:t>Complicated code</a:t>
            </a:r>
          </a:p>
          <a:p>
            <a:pPr marL="775970" marR="5080" lvl="1" indent="-306705">
              <a:lnSpc>
                <a:spcPct val="150000"/>
              </a:lnSpc>
              <a:spcBef>
                <a:spcPts val="100"/>
              </a:spcBef>
              <a:buClr>
                <a:srgbClr val="8BB649"/>
              </a:buClr>
              <a:buSzPct val="91666"/>
              <a:buFont typeface="Wingdings" panose="05000000000000000000" pitchFamily="2" charset="2"/>
              <a:buChar char="Ø"/>
              <a:tabLst>
                <a:tab pos="318770" algn="l"/>
                <a:tab pos="319405" algn="l"/>
              </a:tabLst>
            </a:pPr>
            <a:r>
              <a:rPr lang="en-US" spc="-95" dirty="0">
                <a:solidFill>
                  <a:srgbClr val="3C3C3C"/>
                </a:solidFill>
                <a:latin typeface="Trebuchet MS"/>
                <a:cs typeface="Trebuchet MS"/>
              </a:rPr>
              <a:t>Poor/no documentation</a:t>
            </a:r>
          </a:p>
          <a:p>
            <a:pPr marL="318770" marR="5080" indent="-306705">
              <a:lnSpc>
                <a:spcPct val="150000"/>
              </a:lnSpc>
              <a:spcBef>
                <a:spcPts val="100"/>
              </a:spcBef>
              <a:buClr>
                <a:srgbClr val="8BB649"/>
              </a:buClr>
              <a:buSzPct val="91666"/>
              <a:buFont typeface="Cambria"/>
              <a:buChar char="◾"/>
              <a:tabLst>
                <a:tab pos="318770" algn="l"/>
                <a:tab pos="319405" algn="l"/>
              </a:tabLst>
            </a:pPr>
            <a:r>
              <a:rPr lang="en-US" spc="-95" dirty="0">
                <a:solidFill>
                  <a:srgbClr val="3C3C3C"/>
                </a:solidFill>
                <a:latin typeface="Trebuchet MS"/>
                <a:cs typeface="Trebuchet MS"/>
              </a:rPr>
              <a:t> They still perform core business functions &amp; </a:t>
            </a:r>
            <a:r>
              <a:rPr lang="en-US" spc="-95" dirty="0" smtClean="0">
                <a:solidFill>
                  <a:srgbClr val="3C3C3C"/>
                </a:solidFill>
                <a:latin typeface="Trebuchet MS"/>
                <a:cs typeface="Trebuchet MS"/>
              </a:rPr>
              <a:t>indispensable</a:t>
            </a:r>
            <a:endParaRPr lang="en-US" spc="-95" dirty="0">
              <a:solidFill>
                <a:srgbClr val="3C3C3C"/>
              </a:solidFill>
              <a:latin typeface="Trebuchet MS"/>
              <a:cs typeface="Trebuchet MS"/>
            </a:endParaRPr>
          </a:p>
          <a:p>
            <a:pPr marL="318770" marR="5080" indent="-306705">
              <a:lnSpc>
                <a:spcPct val="150000"/>
              </a:lnSpc>
              <a:spcBef>
                <a:spcPts val="100"/>
              </a:spcBef>
              <a:buClr>
                <a:srgbClr val="8BB649"/>
              </a:buClr>
              <a:buSzPct val="91666"/>
              <a:buFont typeface="Cambria"/>
              <a:buChar char="◾"/>
              <a:tabLst>
                <a:tab pos="318770" algn="l"/>
                <a:tab pos="319405" algn="l"/>
              </a:tabLst>
            </a:pPr>
            <a:r>
              <a:rPr lang="en-US" spc="-95" dirty="0">
                <a:solidFill>
                  <a:srgbClr val="3C3C3C"/>
                </a:solidFill>
                <a:latin typeface="Trebuchet MS"/>
                <a:cs typeface="Trebuchet MS"/>
              </a:rPr>
              <a:t> We do nothing until they go for significant </a:t>
            </a:r>
            <a:r>
              <a:rPr lang="en-US" spc="-95" dirty="0" smtClean="0">
                <a:solidFill>
                  <a:srgbClr val="3C3C3C"/>
                </a:solidFill>
                <a:latin typeface="Trebuchet MS"/>
                <a:cs typeface="Trebuchet MS"/>
              </a:rPr>
              <a:t>change</a:t>
            </a:r>
          </a:p>
          <a:p>
            <a:pPr marL="318770" marR="5080" indent="-306705">
              <a:lnSpc>
                <a:spcPct val="100000"/>
              </a:lnSpc>
              <a:spcBef>
                <a:spcPts val="100"/>
              </a:spcBef>
              <a:buClr>
                <a:srgbClr val="8BB649"/>
              </a:buClr>
              <a:buSzPct val="91666"/>
              <a:buFont typeface="Cambria"/>
              <a:buChar char="◾"/>
              <a:tabLst>
                <a:tab pos="318770" algn="l"/>
                <a:tab pos="319405" algn="l"/>
              </a:tabLst>
            </a:pPr>
            <a:endParaRPr lang="en-US" spc="-95" dirty="0">
              <a:solidFill>
                <a:srgbClr val="3C3C3C"/>
              </a:solidFill>
              <a:latin typeface="Trebuchet MS"/>
              <a:cs typeface="Trebuchet MS"/>
            </a:endParaRPr>
          </a:p>
        </p:txBody>
      </p:sp>
    </p:spTree>
    <p:extLst>
      <p:ext uri="{BB962C8B-B14F-4D97-AF65-F5344CB8AC3E}">
        <p14:creationId xmlns:p14="http://schemas.microsoft.com/office/powerpoint/2010/main" val="35636140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052211"/>
          </a:xfrm>
          <a:prstGeom prst="rect">
            <a:avLst/>
          </a:prstGeom>
          <a:solidFill>
            <a:srgbClr val="366657"/>
          </a:solidFill>
        </p:spPr>
        <p:txBody>
          <a:bodyPr vert="horz" wrap="square" lIns="0" tIns="188595" rIns="0" bIns="0" rtlCol="0">
            <a:spAutoFit/>
          </a:bodyPr>
          <a:lstStyle/>
          <a:p>
            <a:pPr marL="231775" marR="1016000">
              <a:lnSpc>
                <a:spcPct val="100000"/>
              </a:lnSpc>
              <a:spcBef>
                <a:spcPts val="1485"/>
              </a:spcBef>
            </a:pPr>
            <a:r>
              <a:rPr lang="en-US" spc="90" dirty="0"/>
              <a:t>Legacy Software</a:t>
            </a:r>
            <a:r>
              <a:rPr lang="en-US" spc="90" dirty="0" smtClean="0"/>
              <a:t/>
            </a:r>
            <a:br>
              <a:rPr lang="en-US" spc="90" dirty="0" smtClean="0"/>
            </a:br>
            <a:endParaRPr spc="90" dirty="0"/>
          </a:p>
        </p:txBody>
      </p:sp>
      <p:sp>
        <p:nvSpPr>
          <p:cNvPr id="3" name="object 3"/>
          <p:cNvSpPr txBox="1"/>
          <p:nvPr/>
        </p:nvSpPr>
        <p:spPr>
          <a:xfrm>
            <a:off x="659993" y="2841752"/>
            <a:ext cx="10789920" cy="2003112"/>
          </a:xfrm>
          <a:prstGeom prst="rect">
            <a:avLst/>
          </a:prstGeom>
        </p:spPr>
        <p:txBody>
          <a:bodyPr vert="horz" wrap="square" lIns="0" tIns="12700" rIns="0" bIns="0" rtlCol="0">
            <a:spAutoFit/>
          </a:bodyPr>
          <a:lstStyle/>
          <a:p>
            <a:pPr marL="318770" marR="5080" indent="-306705">
              <a:lnSpc>
                <a:spcPct val="150000"/>
              </a:lnSpc>
              <a:spcBef>
                <a:spcPts val="100"/>
              </a:spcBef>
              <a:buClr>
                <a:srgbClr val="8BB649"/>
              </a:buClr>
              <a:buSzPct val="91666"/>
              <a:buFont typeface="Cambria"/>
              <a:buChar char="◾"/>
              <a:tabLst>
                <a:tab pos="318770" algn="l"/>
                <a:tab pos="319405" algn="l"/>
              </a:tabLst>
            </a:pPr>
            <a:r>
              <a:rPr lang="fr-FR" spc="-95" dirty="0" err="1" smtClean="0">
                <a:solidFill>
                  <a:srgbClr val="3C3C3C"/>
                </a:solidFill>
                <a:latin typeface="Trebuchet MS"/>
                <a:cs typeface="Trebuchet MS"/>
              </a:rPr>
              <a:t>Significant</a:t>
            </a:r>
            <a:r>
              <a:rPr lang="fr-FR" spc="-95" dirty="0" smtClean="0">
                <a:solidFill>
                  <a:srgbClr val="3C3C3C"/>
                </a:solidFill>
                <a:latin typeface="Trebuchet MS"/>
                <a:cs typeface="Trebuchet MS"/>
              </a:rPr>
              <a:t> change/ maintenance </a:t>
            </a:r>
          </a:p>
          <a:p>
            <a:pPr marL="318770" marR="5080" indent="-306705">
              <a:lnSpc>
                <a:spcPct val="150000"/>
              </a:lnSpc>
              <a:spcBef>
                <a:spcPts val="100"/>
              </a:spcBef>
              <a:buClr>
                <a:srgbClr val="8BB649"/>
              </a:buClr>
              <a:buSzPct val="91666"/>
              <a:buFont typeface="Cambria"/>
              <a:buChar char="◾"/>
              <a:tabLst>
                <a:tab pos="318770" algn="l"/>
                <a:tab pos="319405" algn="l"/>
              </a:tabLst>
            </a:pPr>
            <a:r>
              <a:rPr lang="fr-FR" spc="-95" dirty="0" smtClean="0">
                <a:solidFill>
                  <a:srgbClr val="3C3C3C"/>
                </a:solidFill>
                <a:latin typeface="Trebuchet MS"/>
                <a:cs typeface="Trebuchet MS"/>
              </a:rPr>
              <a:t>Adaptation</a:t>
            </a:r>
          </a:p>
          <a:p>
            <a:pPr marL="318770" marR="5080" indent="-306705">
              <a:lnSpc>
                <a:spcPct val="150000"/>
              </a:lnSpc>
              <a:spcBef>
                <a:spcPts val="100"/>
              </a:spcBef>
              <a:buClr>
                <a:srgbClr val="8BB649"/>
              </a:buClr>
              <a:buSzPct val="91666"/>
              <a:buFont typeface="Cambria"/>
              <a:buChar char="◾"/>
              <a:tabLst>
                <a:tab pos="318770" algn="l"/>
                <a:tab pos="319405" algn="l"/>
              </a:tabLst>
            </a:pPr>
            <a:r>
              <a:rPr lang="fr-FR" spc="-95" dirty="0" err="1" smtClean="0">
                <a:solidFill>
                  <a:srgbClr val="3C3C3C"/>
                </a:solidFill>
                <a:latin typeface="Trebuchet MS"/>
                <a:cs typeface="Trebuchet MS"/>
              </a:rPr>
              <a:t>Enhancement</a:t>
            </a:r>
            <a:endParaRPr lang="fr-FR" spc="-95" dirty="0" smtClean="0">
              <a:solidFill>
                <a:srgbClr val="3C3C3C"/>
              </a:solidFill>
              <a:latin typeface="Trebuchet MS"/>
              <a:cs typeface="Trebuchet MS"/>
            </a:endParaRPr>
          </a:p>
          <a:p>
            <a:pPr marL="318770" marR="5080" indent="-306705">
              <a:lnSpc>
                <a:spcPct val="150000"/>
              </a:lnSpc>
              <a:spcBef>
                <a:spcPts val="100"/>
              </a:spcBef>
              <a:buClr>
                <a:srgbClr val="8BB649"/>
              </a:buClr>
              <a:buSzPct val="91666"/>
              <a:buFont typeface="Cambria"/>
              <a:buChar char="◾"/>
              <a:tabLst>
                <a:tab pos="318770" algn="l"/>
                <a:tab pos="319405" algn="l"/>
              </a:tabLst>
            </a:pPr>
            <a:r>
              <a:rPr lang="fr-FR" spc="-95" dirty="0" smtClean="0">
                <a:solidFill>
                  <a:srgbClr val="3C3C3C"/>
                </a:solidFill>
                <a:latin typeface="Trebuchet MS"/>
                <a:cs typeface="Trebuchet MS"/>
              </a:rPr>
              <a:t>Correction </a:t>
            </a:r>
          </a:p>
          <a:p>
            <a:pPr marL="318770" marR="5080" indent="-306705">
              <a:lnSpc>
                <a:spcPct val="100000"/>
              </a:lnSpc>
              <a:spcBef>
                <a:spcPts val="100"/>
              </a:spcBef>
              <a:buClr>
                <a:srgbClr val="8BB649"/>
              </a:buClr>
              <a:buSzPct val="91666"/>
              <a:buFont typeface="Cambria"/>
              <a:buChar char="◾"/>
              <a:tabLst>
                <a:tab pos="318770" algn="l"/>
                <a:tab pos="319405" algn="l"/>
              </a:tabLst>
            </a:pPr>
            <a:endParaRPr lang="en-US" spc="-95" dirty="0">
              <a:solidFill>
                <a:srgbClr val="3C3C3C"/>
              </a:solidFill>
              <a:latin typeface="Trebuchet MS"/>
              <a:cs typeface="Trebuchet MS"/>
            </a:endParaRPr>
          </a:p>
        </p:txBody>
      </p:sp>
    </p:spTree>
    <p:extLst>
      <p:ext uri="{BB962C8B-B14F-4D97-AF65-F5344CB8AC3E}">
        <p14:creationId xmlns:p14="http://schemas.microsoft.com/office/powerpoint/2010/main" val="370693396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80" dirty="0"/>
              <a:t>LEGACY</a:t>
            </a:r>
            <a:r>
              <a:rPr spc="-80" dirty="0"/>
              <a:t> </a:t>
            </a:r>
            <a:r>
              <a:rPr spc="90" dirty="0"/>
              <a:t>SOFTWARE</a:t>
            </a:r>
          </a:p>
        </p:txBody>
      </p:sp>
      <p:sp>
        <p:nvSpPr>
          <p:cNvPr id="3" name="object 3"/>
          <p:cNvSpPr txBox="1"/>
          <p:nvPr/>
        </p:nvSpPr>
        <p:spPr>
          <a:xfrm>
            <a:off x="659993" y="2907284"/>
            <a:ext cx="10594340" cy="2208530"/>
          </a:xfrm>
          <a:prstGeom prst="rect">
            <a:avLst/>
          </a:prstGeom>
        </p:spPr>
        <p:txBody>
          <a:bodyPr vert="horz" wrap="square" lIns="0" tIns="12700" rIns="0" bIns="0" rtlCol="0">
            <a:spAutoFit/>
          </a:bodyPr>
          <a:lstStyle/>
          <a:p>
            <a:pPr marL="318770" marR="95885" indent="-306705">
              <a:lnSpc>
                <a:spcPct val="100000"/>
              </a:lnSpc>
              <a:spcBef>
                <a:spcPts val="100"/>
              </a:spcBef>
              <a:buClr>
                <a:srgbClr val="8BB649"/>
              </a:buClr>
              <a:buSzPct val="91666"/>
              <a:buFont typeface="Cambria"/>
              <a:buChar char="◾"/>
              <a:tabLst>
                <a:tab pos="318770" algn="l"/>
                <a:tab pos="319405" algn="l"/>
              </a:tabLst>
            </a:pPr>
            <a:r>
              <a:rPr sz="1800" spc="135" dirty="0">
                <a:solidFill>
                  <a:srgbClr val="3C3C3C"/>
                </a:solidFill>
                <a:latin typeface="Trebuchet MS"/>
                <a:cs typeface="Trebuchet MS"/>
              </a:rPr>
              <a:t>A</a:t>
            </a:r>
            <a:r>
              <a:rPr sz="1800" spc="-45" dirty="0">
                <a:solidFill>
                  <a:srgbClr val="3C3C3C"/>
                </a:solidFill>
                <a:latin typeface="Trebuchet MS"/>
                <a:cs typeface="Trebuchet MS"/>
              </a:rPr>
              <a:t> </a:t>
            </a:r>
            <a:r>
              <a:rPr sz="1800" spc="-130" dirty="0">
                <a:solidFill>
                  <a:srgbClr val="3C3C3C"/>
                </a:solidFill>
                <a:latin typeface="Trebuchet MS"/>
                <a:cs typeface="Trebuchet MS"/>
              </a:rPr>
              <a:t>legacy</a:t>
            </a:r>
            <a:r>
              <a:rPr sz="1800" spc="-55" dirty="0">
                <a:solidFill>
                  <a:srgbClr val="3C3C3C"/>
                </a:solidFill>
                <a:latin typeface="Trebuchet MS"/>
                <a:cs typeface="Trebuchet MS"/>
              </a:rPr>
              <a:t> </a:t>
            </a:r>
            <a:r>
              <a:rPr sz="1800" spc="-85" dirty="0">
                <a:solidFill>
                  <a:srgbClr val="3C3C3C"/>
                </a:solidFill>
                <a:latin typeface="Trebuchet MS"/>
                <a:cs typeface="Trebuchet MS"/>
              </a:rPr>
              <a:t>system</a:t>
            </a:r>
            <a:r>
              <a:rPr sz="1800" spc="-70" dirty="0">
                <a:solidFill>
                  <a:srgbClr val="3C3C3C"/>
                </a:solidFill>
                <a:latin typeface="Trebuchet MS"/>
                <a:cs typeface="Trebuchet MS"/>
              </a:rPr>
              <a:t> </a:t>
            </a:r>
            <a:r>
              <a:rPr sz="1800" spc="-80" dirty="0">
                <a:solidFill>
                  <a:srgbClr val="3C3C3C"/>
                </a:solidFill>
                <a:latin typeface="Trebuchet MS"/>
                <a:cs typeface="Trebuchet MS"/>
              </a:rPr>
              <a:t>is</a:t>
            </a:r>
            <a:r>
              <a:rPr sz="1800" spc="-35" dirty="0">
                <a:solidFill>
                  <a:srgbClr val="3C3C3C"/>
                </a:solidFill>
                <a:latin typeface="Trebuchet MS"/>
                <a:cs typeface="Trebuchet MS"/>
              </a:rPr>
              <a:t> </a:t>
            </a:r>
            <a:r>
              <a:rPr sz="1800" spc="-95" dirty="0">
                <a:solidFill>
                  <a:srgbClr val="3C3C3C"/>
                </a:solidFill>
                <a:latin typeface="Trebuchet MS"/>
                <a:cs typeface="Trebuchet MS"/>
              </a:rPr>
              <a:t>outdated</a:t>
            </a:r>
            <a:r>
              <a:rPr sz="1800" spc="-65" dirty="0">
                <a:solidFill>
                  <a:srgbClr val="3C3C3C"/>
                </a:solidFill>
                <a:latin typeface="Trebuchet MS"/>
                <a:cs typeface="Trebuchet MS"/>
              </a:rPr>
              <a:t> </a:t>
            </a:r>
            <a:r>
              <a:rPr sz="1800" spc="-95" dirty="0">
                <a:solidFill>
                  <a:srgbClr val="3C3C3C"/>
                </a:solidFill>
                <a:latin typeface="Trebuchet MS"/>
                <a:cs typeface="Trebuchet MS"/>
              </a:rPr>
              <a:t>computing</a:t>
            </a:r>
            <a:r>
              <a:rPr sz="1800" spc="-65" dirty="0">
                <a:solidFill>
                  <a:srgbClr val="3C3C3C"/>
                </a:solidFill>
                <a:latin typeface="Trebuchet MS"/>
                <a:cs typeface="Trebuchet MS"/>
              </a:rPr>
              <a:t> </a:t>
            </a:r>
            <a:r>
              <a:rPr sz="1800" spc="-90" dirty="0">
                <a:solidFill>
                  <a:srgbClr val="3C3C3C"/>
                </a:solidFill>
                <a:latin typeface="Trebuchet MS"/>
                <a:cs typeface="Trebuchet MS"/>
              </a:rPr>
              <a:t>software</a:t>
            </a:r>
            <a:r>
              <a:rPr sz="1800" spc="-55" dirty="0">
                <a:solidFill>
                  <a:srgbClr val="3C3C3C"/>
                </a:solidFill>
                <a:latin typeface="Trebuchet MS"/>
                <a:cs typeface="Trebuchet MS"/>
              </a:rPr>
              <a:t> </a:t>
            </a:r>
            <a:r>
              <a:rPr sz="1800" spc="-130" dirty="0">
                <a:solidFill>
                  <a:srgbClr val="3C3C3C"/>
                </a:solidFill>
                <a:latin typeface="Trebuchet MS"/>
                <a:cs typeface="Trebuchet MS"/>
              </a:rPr>
              <a:t>and/or</a:t>
            </a:r>
            <a:r>
              <a:rPr sz="1800" spc="-50" dirty="0">
                <a:solidFill>
                  <a:srgbClr val="3C3C3C"/>
                </a:solidFill>
                <a:latin typeface="Trebuchet MS"/>
                <a:cs typeface="Trebuchet MS"/>
              </a:rPr>
              <a:t> </a:t>
            </a:r>
            <a:r>
              <a:rPr sz="1800" spc="-95" dirty="0">
                <a:solidFill>
                  <a:srgbClr val="3C3C3C"/>
                </a:solidFill>
                <a:latin typeface="Trebuchet MS"/>
                <a:cs typeface="Trebuchet MS"/>
              </a:rPr>
              <a:t>hardware</a:t>
            </a:r>
            <a:r>
              <a:rPr sz="1800" spc="-45" dirty="0">
                <a:solidFill>
                  <a:srgbClr val="3C3C3C"/>
                </a:solidFill>
                <a:latin typeface="Trebuchet MS"/>
                <a:cs typeface="Trebuchet MS"/>
              </a:rPr>
              <a:t> </a:t>
            </a:r>
            <a:r>
              <a:rPr sz="1800" spc="-125" dirty="0">
                <a:solidFill>
                  <a:srgbClr val="3C3C3C"/>
                </a:solidFill>
                <a:latin typeface="Trebuchet MS"/>
                <a:cs typeface="Trebuchet MS"/>
              </a:rPr>
              <a:t>that</a:t>
            </a:r>
            <a:r>
              <a:rPr sz="1800" spc="-45" dirty="0">
                <a:solidFill>
                  <a:srgbClr val="3C3C3C"/>
                </a:solidFill>
                <a:latin typeface="Trebuchet MS"/>
                <a:cs typeface="Trebuchet MS"/>
              </a:rPr>
              <a:t> </a:t>
            </a:r>
            <a:r>
              <a:rPr sz="1800" spc="-80" dirty="0">
                <a:solidFill>
                  <a:srgbClr val="3C3C3C"/>
                </a:solidFill>
                <a:latin typeface="Trebuchet MS"/>
                <a:cs typeface="Trebuchet MS"/>
              </a:rPr>
              <a:t>is</a:t>
            </a:r>
            <a:r>
              <a:rPr sz="1800" spc="-35" dirty="0">
                <a:solidFill>
                  <a:srgbClr val="3C3C3C"/>
                </a:solidFill>
                <a:latin typeface="Trebuchet MS"/>
                <a:cs typeface="Trebuchet MS"/>
              </a:rPr>
              <a:t> </a:t>
            </a:r>
            <a:r>
              <a:rPr sz="1800" spc="-110" dirty="0">
                <a:solidFill>
                  <a:srgbClr val="3C3C3C"/>
                </a:solidFill>
                <a:latin typeface="Trebuchet MS"/>
                <a:cs typeface="Trebuchet MS"/>
              </a:rPr>
              <a:t>still</a:t>
            </a:r>
            <a:r>
              <a:rPr sz="1800" spc="-40" dirty="0">
                <a:solidFill>
                  <a:srgbClr val="3C3C3C"/>
                </a:solidFill>
                <a:latin typeface="Trebuchet MS"/>
                <a:cs typeface="Trebuchet MS"/>
              </a:rPr>
              <a:t> </a:t>
            </a:r>
            <a:r>
              <a:rPr sz="1800" spc="-105" dirty="0">
                <a:solidFill>
                  <a:srgbClr val="3C3C3C"/>
                </a:solidFill>
                <a:latin typeface="Trebuchet MS"/>
                <a:cs typeface="Trebuchet MS"/>
              </a:rPr>
              <a:t>in</a:t>
            </a:r>
            <a:r>
              <a:rPr sz="1800" spc="-35" dirty="0">
                <a:solidFill>
                  <a:srgbClr val="3C3C3C"/>
                </a:solidFill>
                <a:latin typeface="Trebuchet MS"/>
                <a:cs typeface="Trebuchet MS"/>
              </a:rPr>
              <a:t> </a:t>
            </a:r>
            <a:r>
              <a:rPr sz="1800" spc="-80" dirty="0">
                <a:solidFill>
                  <a:srgbClr val="3C3C3C"/>
                </a:solidFill>
                <a:latin typeface="Trebuchet MS"/>
                <a:cs typeface="Trebuchet MS"/>
              </a:rPr>
              <a:t>use.The</a:t>
            </a:r>
            <a:r>
              <a:rPr sz="1800" spc="-45" dirty="0">
                <a:solidFill>
                  <a:srgbClr val="3C3C3C"/>
                </a:solidFill>
                <a:latin typeface="Trebuchet MS"/>
                <a:cs typeface="Trebuchet MS"/>
              </a:rPr>
              <a:t> </a:t>
            </a:r>
            <a:r>
              <a:rPr sz="1800" spc="-85" dirty="0">
                <a:solidFill>
                  <a:srgbClr val="3C3C3C"/>
                </a:solidFill>
                <a:latin typeface="Trebuchet MS"/>
                <a:cs typeface="Trebuchet MS"/>
              </a:rPr>
              <a:t>system</a:t>
            </a:r>
            <a:r>
              <a:rPr sz="1800" spc="-70" dirty="0">
                <a:solidFill>
                  <a:srgbClr val="3C3C3C"/>
                </a:solidFill>
                <a:latin typeface="Trebuchet MS"/>
                <a:cs typeface="Trebuchet MS"/>
              </a:rPr>
              <a:t> </a:t>
            </a:r>
            <a:r>
              <a:rPr sz="1800" spc="-110" dirty="0">
                <a:solidFill>
                  <a:srgbClr val="3C3C3C"/>
                </a:solidFill>
                <a:latin typeface="Trebuchet MS"/>
                <a:cs typeface="Trebuchet MS"/>
              </a:rPr>
              <a:t>still</a:t>
            </a:r>
            <a:r>
              <a:rPr sz="1800" spc="-35" dirty="0">
                <a:solidFill>
                  <a:srgbClr val="3C3C3C"/>
                </a:solidFill>
                <a:latin typeface="Trebuchet MS"/>
                <a:cs typeface="Trebuchet MS"/>
              </a:rPr>
              <a:t> </a:t>
            </a:r>
            <a:r>
              <a:rPr sz="1800" spc="-100" dirty="0">
                <a:solidFill>
                  <a:srgbClr val="3C3C3C"/>
                </a:solidFill>
                <a:latin typeface="Trebuchet MS"/>
                <a:cs typeface="Trebuchet MS"/>
              </a:rPr>
              <a:t>meets</a:t>
            </a:r>
            <a:r>
              <a:rPr sz="1800" spc="-40" dirty="0">
                <a:solidFill>
                  <a:srgbClr val="3C3C3C"/>
                </a:solidFill>
                <a:latin typeface="Trebuchet MS"/>
                <a:cs typeface="Trebuchet MS"/>
              </a:rPr>
              <a:t> </a:t>
            </a:r>
            <a:r>
              <a:rPr sz="1800" spc="-110" dirty="0">
                <a:solidFill>
                  <a:srgbClr val="3C3C3C"/>
                </a:solidFill>
                <a:latin typeface="Trebuchet MS"/>
                <a:cs typeface="Trebuchet MS"/>
              </a:rPr>
              <a:t>the </a:t>
            </a:r>
            <a:r>
              <a:rPr sz="1800" spc="-530" dirty="0">
                <a:solidFill>
                  <a:srgbClr val="3C3C3C"/>
                </a:solidFill>
                <a:latin typeface="Trebuchet MS"/>
                <a:cs typeface="Trebuchet MS"/>
              </a:rPr>
              <a:t> </a:t>
            </a:r>
            <a:r>
              <a:rPr sz="1800" spc="-90" dirty="0">
                <a:solidFill>
                  <a:srgbClr val="3C3C3C"/>
                </a:solidFill>
                <a:latin typeface="Trebuchet MS"/>
                <a:cs typeface="Trebuchet MS"/>
              </a:rPr>
              <a:t>needs</a:t>
            </a:r>
            <a:r>
              <a:rPr sz="1800" spc="-50" dirty="0">
                <a:solidFill>
                  <a:srgbClr val="3C3C3C"/>
                </a:solidFill>
                <a:latin typeface="Trebuchet MS"/>
                <a:cs typeface="Trebuchet MS"/>
              </a:rPr>
              <a:t> </a:t>
            </a:r>
            <a:r>
              <a:rPr sz="1800" spc="-120" dirty="0">
                <a:solidFill>
                  <a:srgbClr val="3C3C3C"/>
                </a:solidFill>
                <a:latin typeface="Trebuchet MS"/>
                <a:cs typeface="Trebuchet MS"/>
              </a:rPr>
              <a:t>it</a:t>
            </a:r>
            <a:r>
              <a:rPr sz="1800" spc="-35" dirty="0">
                <a:solidFill>
                  <a:srgbClr val="3C3C3C"/>
                </a:solidFill>
                <a:latin typeface="Trebuchet MS"/>
                <a:cs typeface="Trebuchet MS"/>
              </a:rPr>
              <a:t> </a:t>
            </a:r>
            <a:r>
              <a:rPr sz="1800" spc="-90" dirty="0">
                <a:solidFill>
                  <a:srgbClr val="3C3C3C"/>
                </a:solidFill>
                <a:latin typeface="Trebuchet MS"/>
                <a:cs typeface="Trebuchet MS"/>
              </a:rPr>
              <a:t>was</a:t>
            </a:r>
            <a:r>
              <a:rPr sz="1800" spc="-40" dirty="0">
                <a:solidFill>
                  <a:srgbClr val="3C3C3C"/>
                </a:solidFill>
                <a:latin typeface="Trebuchet MS"/>
                <a:cs typeface="Trebuchet MS"/>
              </a:rPr>
              <a:t> </a:t>
            </a:r>
            <a:r>
              <a:rPr sz="1800" spc="-105" dirty="0">
                <a:solidFill>
                  <a:srgbClr val="3C3C3C"/>
                </a:solidFill>
                <a:latin typeface="Trebuchet MS"/>
                <a:cs typeface="Trebuchet MS"/>
              </a:rPr>
              <a:t>originally</a:t>
            </a:r>
            <a:r>
              <a:rPr sz="1800" spc="-40" dirty="0">
                <a:solidFill>
                  <a:srgbClr val="3C3C3C"/>
                </a:solidFill>
                <a:latin typeface="Trebuchet MS"/>
                <a:cs typeface="Trebuchet MS"/>
              </a:rPr>
              <a:t> </a:t>
            </a:r>
            <a:r>
              <a:rPr sz="1800" spc="-100" dirty="0">
                <a:solidFill>
                  <a:srgbClr val="3C3C3C"/>
                </a:solidFill>
                <a:latin typeface="Trebuchet MS"/>
                <a:cs typeface="Trebuchet MS"/>
              </a:rPr>
              <a:t>designed</a:t>
            </a:r>
            <a:r>
              <a:rPr sz="1800" spc="-55" dirty="0">
                <a:solidFill>
                  <a:srgbClr val="3C3C3C"/>
                </a:solidFill>
                <a:latin typeface="Trebuchet MS"/>
                <a:cs typeface="Trebuchet MS"/>
              </a:rPr>
              <a:t> </a:t>
            </a:r>
            <a:r>
              <a:rPr sz="1800" spc="-160" dirty="0">
                <a:solidFill>
                  <a:srgbClr val="3C3C3C"/>
                </a:solidFill>
                <a:latin typeface="Trebuchet MS"/>
                <a:cs typeface="Trebuchet MS"/>
              </a:rPr>
              <a:t>for,</a:t>
            </a:r>
            <a:r>
              <a:rPr sz="1800" spc="-225" dirty="0">
                <a:solidFill>
                  <a:srgbClr val="3C3C3C"/>
                </a:solidFill>
                <a:latin typeface="Trebuchet MS"/>
                <a:cs typeface="Trebuchet MS"/>
              </a:rPr>
              <a:t> </a:t>
            </a:r>
            <a:r>
              <a:rPr sz="1800" spc="-105" dirty="0">
                <a:solidFill>
                  <a:srgbClr val="3C3C3C"/>
                </a:solidFill>
                <a:latin typeface="Trebuchet MS"/>
                <a:cs typeface="Trebuchet MS"/>
              </a:rPr>
              <a:t>but</a:t>
            </a:r>
            <a:r>
              <a:rPr sz="1800" spc="-35" dirty="0">
                <a:solidFill>
                  <a:srgbClr val="3C3C3C"/>
                </a:solidFill>
                <a:latin typeface="Trebuchet MS"/>
                <a:cs typeface="Trebuchet MS"/>
              </a:rPr>
              <a:t> </a:t>
            </a:r>
            <a:r>
              <a:rPr sz="1800" spc="-110" dirty="0">
                <a:solidFill>
                  <a:srgbClr val="3C3C3C"/>
                </a:solidFill>
                <a:latin typeface="Trebuchet MS"/>
                <a:cs typeface="Trebuchet MS"/>
              </a:rPr>
              <a:t>doesn’t</a:t>
            </a:r>
            <a:r>
              <a:rPr sz="1800" spc="-60" dirty="0">
                <a:solidFill>
                  <a:srgbClr val="3C3C3C"/>
                </a:solidFill>
                <a:latin typeface="Trebuchet MS"/>
                <a:cs typeface="Trebuchet MS"/>
              </a:rPr>
              <a:t> </a:t>
            </a:r>
            <a:r>
              <a:rPr sz="1800" spc="-100" dirty="0">
                <a:solidFill>
                  <a:srgbClr val="3C3C3C"/>
                </a:solidFill>
                <a:latin typeface="Trebuchet MS"/>
                <a:cs typeface="Trebuchet MS"/>
              </a:rPr>
              <a:t>allow</a:t>
            </a:r>
            <a:r>
              <a:rPr sz="1800" spc="-45" dirty="0">
                <a:solidFill>
                  <a:srgbClr val="3C3C3C"/>
                </a:solidFill>
                <a:latin typeface="Trebuchet MS"/>
                <a:cs typeface="Trebuchet MS"/>
              </a:rPr>
              <a:t> </a:t>
            </a:r>
            <a:r>
              <a:rPr sz="1800" spc="-65" dirty="0">
                <a:solidFill>
                  <a:srgbClr val="3C3C3C"/>
                </a:solidFill>
                <a:latin typeface="Trebuchet MS"/>
                <a:cs typeface="Trebuchet MS"/>
              </a:rPr>
              <a:t>for </a:t>
            </a:r>
            <a:r>
              <a:rPr sz="1800" spc="-60" dirty="0">
                <a:solidFill>
                  <a:srgbClr val="3C3C3C"/>
                </a:solidFill>
                <a:latin typeface="Trebuchet MS"/>
                <a:cs typeface="Trebuchet MS"/>
              </a:rPr>
              <a:t>growth.What</a:t>
            </a:r>
            <a:r>
              <a:rPr sz="1800" spc="-40" dirty="0">
                <a:solidFill>
                  <a:srgbClr val="3C3C3C"/>
                </a:solidFill>
                <a:latin typeface="Trebuchet MS"/>
                <a:cs typeface="Trebuchet MS"/>
              </a:rPr>
              <a:t> </a:t>
            </a:r>
            <a:r>
              <a:rPr sz="1800" spc="-180" dirty="0">
                <a:solidFill>
                  <a:srgbClr val="3C3C3C"/>
                </a:solidFill>
                <a:latin typeface="Trebuchet MS"/>
                <a:cs typeface="Trebuchet MS"/>
              </a:rPr>
              <a:t>a</a:t>
            </a:r>
            <a:r>
              <a:rPr sz="1800" spc="-45" dirty="0">
                <a:solidFill>
                  <a:srgbClr val="3C3C3C"/>
                </a:solidFill>
                <a:latin typeface="Trebuchet MS"/>
                <a:cs typeface="Trebuchet MS"/>
              </a:rPr>
              <a:t> </a:t>
            </a:r>
            <a:r>
              <a:rPr sz="1800" spc="-135" dirty="0">
                <a:solidFill>
                  <a:srgbClr val="3C3C3C"/>
                </a:solidFill>
                <a:latin typeface="Trebuchet MS"/>
                <a:cs typeface="Trebuchet MS"/>
              </a:rPr>
              <a:t>legacy</a:t>
            </a:r>
            <a:r>
              <a:rPr sz="1800" spc="-55" dirty="0">
                <a:solidFill>
                  <a:srgbClr val="3C3C3C"/>
                </a:solidFill>
                <a:latin typeface="Trebuchet MS"/>
                <a:cs typeface="Trebuchet MS"/>
              </a:rPr>
              <a:t> </a:t>
            </a:r>
            <a:r>
              <a:rPr sz="1800" spc="-85" dirty="0">
                <a:solidFill>
                  <a:srgbClr val="3C3C3C"/>
                </a:solidFill>
                <a:latin typeface="Trebuchet MS"/>
                <a:cs typeface="Trebuchet MS"/>
              </a:rPr>
              <a:t>system</a:t>
            </a:r>
            <a:r>
              <a:rPr sz="1800" spc="-70" dirty="0">
                <a:solidFill>
                  <a:srgbClr val="3C3C3C"/>
                </a:solidFill>
                <a:latin typeface="Trebuchet MS"/>
                <a:cs typeface="Trebuchet MS"/>
              </a:rPr>
              <a:t> </a:t>
            </a:r>
            <a:r>
              <a:rPr sz="1800" spc="-55" dirty="0">
                <a:solidFill>
                  <a:srgbClr val="3C3C3C"/>
                </a:solidFill>
                <a:latin typeface="Trebuchet MS"/>
                <a:cs typeface="Trebuchet MS"/>
              </a:rPr>
              <a:t>does </a:t>
            </a:r>
            <a:r>
              <a:rPr sz="1800" spc="-40" dirty="0">
                <a:solidFill>
                  <a:srgbClr val="3C3C3C"/>
                </a:solidFill>
                <a:latin typeface="Trebuchet MS"/>
                <a:cs typeface="Trebuchet MS"/>
              </a:rPr>
              <a:t>now</a:t>
            </a:r>
            <a:r>
              <a:rPr sz="1800" spc="-45" dirty="0">
                <a:solidFill>
                  <a:srgbClr val="3C3C3C"/>
                </a:solidFill>
                <a:latin typeface="Trebuchet MS"/>
                <a:cs typeface="Trebuchet MS"/>
              </a:rPr>
              <a:t> </a:t>
            </a:r>
            <a:r>
              <a:rPr sz="1800" spc="-65" dirty="0">
                <a:solidFill>
                  <a:srgbClr val="3C3C3C"/>
                </a:solidFill>
                <a:latin typeface="Trebuchet MS"/>
                <a:cs typeface="Trebuchet MS"/>
              </a:rPr>
              <a:t>for</a:t>
            </a:r>
            <a:r>
              <a:rPr sz="1800" spc="-50" dirty="0">
                <a:solidFill>
                  <a:srgbClr val="3C3C3C"/>
                </a:solidFill>
                <a:latin typeface="Trebuchet MS"/>
                <a:cs typeface="Trebuchet MS"/>
              </a:rPr>
              <a:t> </a:t>
            </a:r>
            <a:r>
              <a:rPr sz="1800" spc="-110" dirty="0">
                <a:solidFill>
                  <a:srgbClr val="3C3C3C"/>
                </a:solidFill>
                <a:latin typeface="Trebuchet MS"/>
                <a:cs typeface="Trebuchet MS"/>
              </a:rPr>
              <a:t>the</a:t>
            </a:r>
            <a:endParaRPr sz="1800">
              <a:latin typeface="Trebuchet MS"/>
              <a:cs typeface="Trebuchet MS"/>
            </a:endParaRPr>
          </a:p>
          <a:p>
            <a:pPr marL="318770">
              <a:lnSpc>
                <a:spcPct val="100000"/>
              </a:lnSpc>
            </a:pPr>
            <a:r>
              <a:rPr sz="1800" spc="-100" dirty="0">
                <a:solidFill>
                  <a:srgbClr val="3C3C3C"/>
                </a:solidFill>
                <a:latin typeface="Trebuchet MS"/>
                <a:cs typeface="Trebuchet MS"/>
              </a:rPr>
              <a:t>company</a:t>
            </a:r>
            <a:r>
              <a:rPr sz="1800" spc="-70" dirty="0">
                <a:solidFill>
                  <a:srgbClr val="3C3C3C"/>
                </a:solidFill>
                <a:latin typeface="Trebuchet MS"/>
                <a:cs typeface="Trebuchet MS"/>
              </a:rPr>
              <a:t> </a:t>
            </a:r>
            <a:r>
              <a:rPr sz="1800" spc="-80" dirty="0">
                <a:solidFill>
                  <a:srgbClr val="3C3C3C"/>
                </a:solidFill>
                <a:latin typeface="Trebuchet MS"/>
                <a:cs typeface="Trebuchet MS"/>
              </a:rPr>
              <a:t>is</a:t>
            </a:r>
            <a:r>
              <a:rPr sz="1800" spc="-35" dirty="0">
                <a:solidFill>
                  <a:srgbClr val="3C3C3C"/>
                </a:solidFill>
                <a:latin typeface="Trebuchet MS"/>
                <a:cs typeface="Trebuchet MS"/>
              </a:rPr>
              <a:t> </a:t>
            </a:r>
            <a:r>
              <a:rPr sz="1800" spc="-150" dirty="0">
                <a:solidFill>
                  <a:srgbClr val="3C3C3C"/>
                </a:solidFill>
                <a:latin typeface="Trebuchet MS"/>
                <a:cs typeface="Trebuchet MS"/>
              </a:rPr>
              <a:t>all</a:t>
            </a:r>
            <a:r>
              <a:rPr sz="1800" spc="-35" dirty="0">
                <a:solidFill>
                  <a:srgbClr val="3C3C3C"/>
                </a:solidFill>
                <a:latin typeface="Trebuchet MS"/>
                <a:cs typeface="Trebuchet MS"/>
              </a:rPr>
              <a:t> </a:t>
            </a:r>
            <a:r>
              <a:rPr sz="1800" spc="-120" dirty="0">
                <a:solidFill>
                  <a:srgbClr val="3C3C3C"/>
                </a:solidFill>
                <a:latin typeface="Trebuchet MS"/>
                <a:cs typeface="Trebuchet MS"/>
              </a:rPr>
              <a:t>it</a:t>
            </a:r>
            <a:r>
              <a:rPr sz="1800" spc="-30" dirty="0">
                <a:solidFill>
                  <a:srgbClr val="3C3C3C"/>
                </a:solidFill>
                <a:latin typeface="Trebuchet MS"/>
                <a:cs typeface="Trebuchet MS"/>
              </a:rPr>
              <a:t> </a:t>
            </a:r>
            <a:r>
              <a:rPr sz="1800" spc="-114" dirty="0">
                <a:solidFill>
                  <a:srgbClr val="3C3C3C"/>
                </a:solidFill>
                <a:latin typeface="Trebuchet MS"/>
                <a:cs typeface="Trebuchet MS"/>
              </a:rPr>
              <a:t>will</a:t>
            </a:r>
            <a:r>
              <a:rPr sz="1800" spc="-25" dirty="0">
                <a:solidFill>
                  <a:srgbClr val="3C3C3C"/>
                </a:solidFill>
                <a:latin typeface="Trebuchet MS"/>
                <a:cs typeface="Trebuchet MS"/>
              </a:rPr>
              <a:t> </a:t>
            </a:r>
            <a:r>
              <a:rPr sz="1800" spc="-95" dirty="0">
                <a:solidFill>
                  <a:srgbClr val="3C3C3C"/>
                </a:solidFill>
                <a:latin typeface="Trebuchet MS"/>
                <a:cs typeface="Trebuchet MS"/>
              </a:rPr>
              <a:t>ever</a:t>
            </a:r>
            <a:r>
              <a:rPr sz="1800" spc="-50" dirty="0">
                <a:solidFill>
                  <a:srgbClr val="3C3C3C"/>
                </a:solidFill>
                <a:latin typeface="Trebuchet MS"/>
                <a:cs typeface="Trebuchet MS"/>
              </a:rPr>
              <a:t> </a:t>
            </a:r>
            <a:r>
              <a:rPr sz="1800" spc="-125" dirty="0">
                <a:solidFill>
                  <a:srgbClr val="3C3C3C"/>
                </a:solidFill>
                <a:latin typeface="Trebuchet MS"/>
                <a:cs typeface="Trebuchet MS"/>
              </a:rPr>
              <a:t>do.</a:t>
            </a:r>
            <a:r>
              <a:rPr sz="1800" spc="-409" dirty="0">
                <a:solidFill>
                  <a:srgbClr val="3C3C3C"/>
                </a:solidFill>
                <a:latin typeface="Trebuchet MS"/>
                <a:cs typeface="Trebuchet MS"/>
              </a:rPr>
              <a:t> </a:t>
            </a:r>
            <a:r>
              <a:rPr sz="1800" spc="135" dirty="0">
                <a:solidFill>
                  <a:srgbClr val="3C3C3C"/>
                </a:solidFill>
                <a:latin typeface="Trebuchet MS"/>
                <a:cs typeface="Trebuchet MS"/>
              </a:rPr>
              <a:t>A</a:t>
            </a:r>
            <a:r>
              <a:rPr sz="1800" spc="-45" dirty="0">
                <a:solidFill>
                  <a:srgbClr val="3C3C3C"/>
                </a:solidFill>
                <a:latin typeface="Trebuchet MS"/>
                <a:cs typeface="Trebuchet MS"/>
              </a:rPr>
              <a:t> </a:t>
            </a:r>
            <a:r>
              <a:rPr sz="1800" spc="-135" dirty="0">
                <a:solidFill>
                  <a:srgbClr val="3C3C3C"/>
                </a:solidFill>
                <a:latin typeface="Trebuchet MS"/>
                <a:cs typeface="Trebuchet MS"/>
              </a:rPr>
              <a:t>legacy</a:t>
            </a:r>
            <a:r>
              <a:rPr sz="1800" spc="-55" dirty="0">
                <a:solidFill>
                  <a:srgbClr val="3C3C3C"/>
                </a:solidFill>
                <a:latin typeface="Trebuchet MS"/>
                <a:cs typeface="Trebuchet MS"/>
              </a:rPr>
              <a:t> </a:t>
            </a:r>
            <a:r>
              <a:rPr sz="1800" spc="-120" dirty="0">
                <a:solidFill>
                  <a:srgbClr val="3C3C3C"/>
                </a:solidFill>
                <a:latin typeface="Trebuchet MS"/>
                <a:cs typeface="Trebuchet MS"/>
              </a:rPr>
              <a:t>system’s</a:t>
            </a:r>
            <a:r>
              <a:rPr sz="1800" spc="-65" dirty="0">
                <a:solidFill>
                  <a:srgbClr val="3C3C3C"/>
                </a:solidFill>
                <a:latin typeface="Trebuchet MS"/>
                <a:cs typeface="Trebuchet MS"/>
              </a:rPr>
              <a:t> older</a:t>
            </a:r>
            <a:r>
              <a:rPr sz="1800" spc="-40" dirty="0">
                <a:solidFill>
                  <a:srgbClr val="3C3C3C"/>
                </a:solidFill>
                <a:latin typeface="Trebuchet MS"/>
                <a:cs typeface="Trebuchet MS"/>
              </a:rPr>
              <a:t> </a:t>
            </a:r>
            <a:r>
              <a:rPr sz="1800" spc="-80" dirty="0">
                <a:solidFill>
                  <a:srgbClr val="3C3C3C"/>
                </a:solidFill>
                <a:latin typeface="Trebuchet MS"/>
                <a:cs typeface="Trebuchet MS"/>
              </a:rPr>
              <a:t>technology</a:t>
            </a:r>
            <a:r>
              <a:rPr sz="1800" spc="-70" dirty="0">
                <a:solidFill>
                  <a:srgbClr val="3C3C3C"/>
                </a:solidFill>
                <a:latin typeface="Trebuchet MS"/>
                <a:cs typeface="Trebuchet MS"/>
              </a:rPr>
              <a:t> </a:t>
            </a:r>
            <a:r>
              <a:rPr sz="1800" spc="-120" dirty="0">
                <a:solidFill>
                  <a:srgbClr val="3C3C3C"/>
                </a:solidFill>
                <a:latin typeface="Trebuchet MS"/>
                <a:cs typeface="Trebuchet MS"/>
              </a:rPr>
              <a:t>won’t</a:t>
            </a:r>
            <a:r>
              <a:rPr sz="1800" spc="-35" dirty="0">
                <a:solidFill>
                  <a:srgbClr val="3C3C3C"/>
                </a:solidFill>
                <a:latin typeface="Trebuchet MS"/>
                <a:cs typeface="Trebuchet MS"/>
              </a:rPr>
              <a:t> </a:t>
            </a:r>
            <a:r>
              <a:rPr sz="1800" spc="-100" dirty="0">
                <a:solidFill>
                  <a:srgbClr val="3C3C3C"/>
                </a:solidFill>
                <a:latin typeface="Trebuchet MS"/>
                <a:cs typeface="Trebuchet MS"/>
              </a:rPr>
              <a:t>allow</a:t>
            </a:r>
            <a:r>
              <a:rPr sz="1800" spc="-45" dirty="0">
                <a:solidFill>
                  <a:srgbClr val="3C3C3C"/>
                </a:solidFill>
                <a:latin typeface="Trebuchet MS"/>
                <a:cs typeface="Trebuchet MS"/>
              </a:rPr>
              <a:t> </a:t>
            </a:r>
            <a:r>
              <a:rPr sz="1800" spc="-120" dirty="0">
                <a:solidFill>
                  <a:srgbClr val="3C3C3C"/>
                </a:solidFill>
                <a:latin typeface="Trebuchet MS"/>
                <a:cs typeface="Trebuchet MS"/>
              </a:rPr>
              <a:t>it</a:t>
            </a:r>
            <a:r>
              <a:rPr sz="1800" spc="-35" dirty="0">
                <a:solidFill>
                  <a:srgbClr val="3C3C3C"/>
                </a:solidFill>
                <a:latin typeface="Trebuchet MS"/>
                <a:cs typeface="Trebuchet MS"/>
              </a:rPr>
              <a:t> </a:t>
            </a:r>
            <a:r>
              <a:rPr sz="1800" spc="-45" dirty="0">
                <a:solidFill>
                  <a:srgbClr val="3C3C3C"/>
                </a:solidFill>
                <a:latin typeface="Trebuchet MS"/>
                <a:cs typeface="Trebuchet MS"/>
              </a:rPr>
              <a:t>to </a:t>
            </a:r>
            <a:r>
              <a:rPr sz="1800" spc="-110" dirty="0">
                <a:solidFill>
                  <a:srgbClr val="3C3C3C"/>
                </a:solidFill>
                <a:latin typeface="Trebuchet MS"/>
                <a:cs typeface="Trebuchet MS"/>
              </a:rPr>
              <a:t>interact</a:t>
            </a:r>
            <a:r>
              <a:rPr sz="1800" spc="-40" dirty="0">
                <a:solidFill>
                  <a:srgbClr val="3C3C3C"/>
                </a:solidFill>
                <a:latin typeface="Trebuchet MS"/>
                <a:cs typeface="Trebuchet MS"/>
              </a:rPr>
              <a:t> </a:t>
            </a:r>
            <a:r>
              <a:rPr sz="1800" spc="-95" dirty="0">
                <a:solidFill>
                  <a:srgbClr val="3C3C3C"/>
                </a:solidFill>
                <a:latin typeface="Trebuchet MS"/>
                <a:cs typeface="Trebuchet MS"/>
              </a:rPr>
              <a:t>with</a:t>
            </a:r>
            <a:r>
              <a:rPr sz="1800" spc="-20" dirty="0">
                <a:solidFill>
                  <a:srgbClr val="3C3C3C"/>
                </a:solidFill>
                <a:latin typeface="Trebuchet MS"/>
                <a:cs typeface="Trebuchet MS"/>
              </a:rPr>
              <a:t> </a:t>
            </a:r>
            <a:r>
              <a:rPr sz="1800" spc="-85" dirty="0">
                <a:solidFill>
                  <a:srgbClr val="3C3C3C"/>
                </a:solidFill>
                <a:latin typeface="Trebuchet MS"/>
                <a:cs typeface="Trebuchet MS"/>
              </a:rPr>
              <a:t>newer</a:t>
            </a:r>
            <a:r>
              <a:rPr sz="1800" spc="-40" dirty="0">
                <a:solidFill>
                  <a:srgbClr val="3C3C3C"/>
                </a:solidFill>
                <a:latin typeface="Trebuchet MS"/>
                <a:cs typeface="Trebuchet MS"/>
              </a:rPr>
              <a:t> </a:t>
            </a:r>
            <a:r>
              <a:rPr sz="1800" spc="-105" dirty="0">
                <a:solidFill>
                  <a:srgbClr val="3C3C3C"/>
                </a:solidFill>
                <a:latin typeface="Trebuchet MS"/>
                <a:cs typeface="Trebuchet MS"/>
              </a:rPr>
              <a:t>systems.</a:t>
            </a:r>
            <a:endParaRPr sz="1800">
              <a:latin typeface="Trebuchet MS"/>
              <a:cs typeface="Trebuchet MS"/>
            </a:endParaRPr>
          </a:p>
          <a:p>
            <a:pPr>
              <a:lnSpc>
                <a:spcPct val="100000"/>
              </a:lnSpc>
            </a:pPr>
            <a:endParaRPr sz="2100">
              <a:latin typeface="Trebuchet MS"/>
              <a:cs typeface="Trebuchet MS"/>
            </a:endParaRPr>
          </a:p>
          <a:p>
            <a:pPr marL="318770" marR="5080" indent="-306705">
              <a:lnSpc>
                <a:spcPct val="100000"/>
              </a:lnSpc>
              <a:spcBef>
                <a:spcPts val="1785"/>
              </a:spcBef>
              <a:buClr>
                <a:srgbClr val="8BB649"/>
              </a:buClr>
              <a:buSzPct val="91666"/>
              <a:buFont typeface="Cambria"/>
              <a:buChar char="◾"/>
              <a:tabLst>
                <a:tab pos="318770" algn="l"/>
                <a:tab pos="319405" algn="l"/>
              </a:tabLst>
            </a:pPr>
            <a:r>
              <a:rPr sz="1800" spc="50" dirty="0">
                <a:solidFill>
                  <a:srgbClr val="3C3C3C"/>
                </a:solidFill>
                <a:latin typeface="Trebuchet MS"/>
                <a:cs typeface="Trebuchet MS"/>
              </a:rPr>
              <a:t>As</a:t>
            </a:r>
            <a:r>
              <a:rPr sz="1800" spc="-45" dirty="0">
                <a:solidFill>
                  <a:srgbClr val="3C3C3C"/>
                </a:solidFill>
                <a:latin typeface="Trebuchet MS"/>
                <a:cs typeface="Trebuchet MS"/>
              </a:rPr>
              <a:t> </a:t>
            </a:r>
            <a:r>
              <a:rPr sz="1800" spc="-80" dirty="0">
                <a:solidFill>
                  <a:srgbClr val="3C3C3C"/>
                </a:solidFill>
                <a:latin typeface="Trebuchet MS"/>
                <a:cs typeface="Trebuchet MS"/>
              </a:rPr>
              <a:t>technology</a:t>
            </a:r>
            <a:r>
              <a:rPr sz="1800" spc="-65" dirty="0">
                <a:solidFill>
                  <a:srgbClr val="3C3C3C"/>
                </a:solidFill>
                <a:latin typeface="Trebuchet MS"/>
                <a:cs typeface="Trebuchet MS"/>
              </a:rPr>
              <a:t> </a:t>
            </a:r>
            <a:r>
              <a:rPr sz="1800" spc="-130" dirty="0">
                <a:solidFill>
                  <a:srgbClr val="3C3C3C"/>
                </a:solidFill>
                <a:latin typeface="Trebuchet MS"/>
                <a:cs typeface="Trebuchet MS"/>
              </a:rPr>
              <a:t>advances,</a:t>
            </a:r>
            <a:r>
              <a:rPr sz="1800" spc="-229" dirty="0">
                <a:solidFill>
                  <a:srgbClr val="3C3C3C"/>
                </a:solidFill>
                <a:latin typeface="Trebuchet MS"/>
                <a:cs typeface="Trebuchet MS"/>
              </a:rPr>
              <a:t> </a:t>
            </a:r>
            <a:r>
              <a:rPr sz="1800" spc="-60" dirty="0">
                <a:solidFill>
                  <a:srgbClr val="3C3C3C"/>
                </a:solidFill>
                <a:latin typeface="Trebuchet MS"/>
                <a:cs typeface="Trebuchet MS"/>
              </a:rPr>
              <a:t>most</a:t>
            </a:r>
            <a:r>
              <a:rPr sz="1800" spc="-55" dirty="0">
                <a:solidFill>
                  <a:srgbClr val="3C3C3C"/>
                </a:solidFill>
                <a:latin typeface="Trebuchet MS"/>
                <a:cs typeface="Trebuchet MS"/>
              </a:rPr>
              <a:t> </a:t>
            </a:r>
            <a:r>
              <a:rPr sz="1800" spc="-95" dirty="0">
                <a:solidFill>
                  <a:srgbClr val="3C3C3C"/>
                </a:solidFill>
                <a:latin typeface="Trebuchet MS"/>
                <a:cs typeface="Trebuchet MS"/>
              </a:rPr>
              <a:t>companies</a:t>
            </a:r>
            <a:r>
              <a:rPr sz="1800" spc="-60" dirty="0">
                <a:solidFill>
                  <a:srgbClr val="3C3C3C"/>
                </a:solidFill>
                <a:latin typeface="Trebuchet MS"/>
                <a:cs typeface="Trebuchet MS"/>
              </a:rPr>
              <a:t> </a:t>
            </a:r>
            <a:r>
              <a:rPr sz="1800" spc="-130" dirty="0">
                <a:solidFill>
                  <a:srgbClr val="3C3C3C"/>
                </a:solidFill>
                <a:latin typeface="Trebuchet MS"/>
                <a:cs typeface="Trebuchet MS"/>
              </a:rPr>
              <a:t>find</a:t>
            </a:r>
            <a:r>
              <a:rPr sz="1800" spc="-55" dirty="0">
                <a:solidFill>
                  <a:srgbClr val="3C3C3C"/>
                </a:solidFill>
                <a:latin typeface="Trebuchet MS"/>
                <a:cs typeface="Trebuchet MS"/>
              </a:rPr>
              <a:t> </a:t>
            </a:r>
            <a:r>
              <a:rPr sz="1800" spc="-100" dirty="0">
                <a:solidFill>
                  <a:srgbClr val="3C3C3C"/>
                </a:solidFill>
                <a:latin typeface="Trebuchet MS"/>
                <a:cs typeface="Trebuchet MS"/>
              </a:rPr>
              <a:t>themselves</a:t>
            </a:r>
            <a:r>
              <a:rPr sz="1800" spc="-50" dirty="0">
                <a:solidFill>
                  <a:srgbClr val="3C3C3C"/>
                </a:solidFill>
                <a:latin typeface="Trebuchet MS"/>
                <a:cs typeface="Trebuchet MS"/>
              </a:rPr>
              <a:t> </a:t>
            </a:r>
            <a:r>
              <a:rPr sz="1800" spc="-125" dirty="0">
                <a:solidFill>
                  <a:srgbClr val="3C3C3C"/>
                </a:solidFill>
                <a:latin typeface="Trebuchet MS"/>
                <a:cs typeface="Trebuchet MS"/>
              </a:rPr>
              <a:t>dealing</a:t>
            </a:r>
            <a:r>
              <a:rPr sz="1800" spc="-35" dirty="0">
                <a:solidFill>
                  <a:srgbClr val="3C3C3C"/>
                </a:solidFill>
                <a:latin typeface="Trebuchet MS"/>
                <a:cs typeface="Trebuchet MS"/>
              </a:rPr>
              <a:t> </a:t>
            </a:r>
            <a:r>
              <a:rPr sz="1800" spc="-95" dirty="0">
                <a:solidFill>
                  <a:srgbClr val="3C3C3C"/>
                </a:solidFill>
                <a:latin typeface="Trebuchet MS"/>
                <a:cs typeface="Trebuchet MS"/>
              </a:rPr>
              <a:t>with</a:t>
            </a:r>
            <a:r>
              <a:rPr sz="1800" spc="-25" dirty="0">
                <a:solidFill>
                  <a:srgbClr val="3C3C3C"/>
                </a:solidFill>
                <a:latin typeface="Trebuchet MS"/>
                <a:cs typeface="Trebuchet MS"/>
              </a:rPr>
              <a:t> </a:t>
            </a:r>
            <a:r>
              <a:rPr sz="1800" spc="-110" dirty="0">
                <a:solidFill>
                  <a:srgbClr val="3C3C3C"/>
                </a:solidFill>
                <a:latin typeface="Trebuchet MS"/>
                <a:cs typeface="Trebuchet MS"/>
              </a:rPr>
              <a:t>the</a:t>
            </a:r>
            <a:r>
              <a:rPr sz="1800" spc="-40" dirty="0">
                <a:solidFill>
                  <a:srgbClr val="3C3C3C"/>
                </a:solidFill>
                <a:latin typeface="Trebuchet MS"/>
                <a:cs typeface="Trebuchet MS"/>
              </a:rPr>
              <a:t> </a:t>
            </a:r>
            <a:r>
              <a:rPr sz="1800" spc="-75" dirty="0">
                <a:solidFill>
                  <a:srgbClr val="3C3C3C"/>
                </a:solidFill>
                <a:latin typeface="Trebuchet MS"/>
                <a:cs typeface="Trebuchet MS"/>
              </a:rPr>
              <a:t>issues</a:t>
            </a:r>
            <a:r>
              <a:rPr sz="1800" spc="-55" dirty="0">
                <a:solidFill>
                  <a:srgbClr val="3C3C3C"/>
                </a:solidFill>
                <a:latin typeface="Trebuchet MS"/>
                <a:cs typeface="Trebuchet MS"/>
              </a:rPr>
              <a:t> </a:t>
            </a:r>
            <a:r>
              <a:rPr sz="1800" spc="-105" dirty="0">
                <a:solidFill>
                  <a:srgbClr val="3C3C3C"/>
                </a:solidFill>
                <a:latin typeface="Trebuchet MS"/>
                <a:cs typeface="Trebuchet MS"/>
              </a:rPr>
              <a:t>caused</a:t>
            </a:r>
            <a:r>
              <a:rPr sz="1800" spc="-60" dirty="0">
                <a:solidFill>
                  <a:srgbClr val="3C3C3C"/>
                </a:solidFill>
                <a:latin typeface="Trebuchet MS"/>
                <a:cs typeface="Trebuchet MS"/>
              </a:rPr>
              <a:t> </a:t>
            </a:r>
            <a:r>
              <a:rPr sz="1800" spc="-110" dirty="0">
                <a:solidFill>
                  <a:srgbClr val="3C3C3C"/>
                </a:solidFill>
                <a:latin typeface="Trebuchet MS"/>
                <a:cs typeface="Trebuchet MS"/>
              </a:rPr>
              <a:t>by</a:t>
            </a:r>
            <a:r>
              <a:rPr sz="1800" spc="-35" dirty="0">
                <a:solidFill>
                  <a:srgbClr val="3C3C3C"/>
                </a:solidFill>
                <a:latin typeface="Trebuchet MS"/>
                <a:cs typeface="Trebuchet MS"/>
              </a:rPr>
              <a:t> </a:t>
            </a:r>
            <a:r>
              <a:rPr sz="1800" spc="-135" dirty="0">
                <a:solidFill>
                  <a:srgbClr val="3C3C3C"/>
                </a:solidFill>
                <a:latin typeface="Trebuchet MS"/>
                <a:cs typeface="Trebuchet MS"/>
              </a:rPr>
              <a:t>an</a:t>
            </a:r>
            <a:r>
              <a:rPr sz="1800" spc="-55" dirty="0">
                <a:solidFill>
                  <a:srgbClr val="3C3C3C"/>
                </a:solidFill>
                <a:latin typeface="Trebuchet MS"/>
                <a:cs typeface="Trebuchet MS"/>
              </a:rPr>
              <a:t> </a:t>
            </a:r>
            <a:r>
              <a:rPr sz="1800" spc="-95" dirty="0">
                <a:solidFill>
                  <a:srgbClr val="3C3C3C"/>
                </a:solidFill>
                <a:latin typeface="Trebuchet MS"/>
                <a:cs typeface="Trebuchet MS"/>
              </a:rPr>
              <a:t>existing</a:t>
            </a:r>
            <a:r>
              <a:rPr sz="1800" spc="-40" dirty="0">
                <a:solidFill>
                  <a:srgbClr val="3C3C3C"/>
                </a:solidFill>
                <a:latin typeface="Trebuchet MS"/>
                <a:cs typeface="Trebuchet MS"/>
              </a:rPr>
              <a:t> </a:t>
            </a:r>
            <a:r>
              <a:rPr sz="1800" spc="-135" dirty="0">
                <a:solidFill>
                  <a:srgbClr val="3C3C3C"/>
                </a:solidFill>
                <a:latin typeface="Trebuchet MS"/>
                <a:cs typeface="Trebuchet MS"/>
              </a:rPr>
              <a:t>legacy </a:t>
            </a:r>
            <a:r>
              <a:rPr sz="1800" spc="-130" dirty="0">
                <a:solidFill>
                  <a:srgbClr val="3C3C3C"/>
                </a:solidFill>
                <a:latin typeface="Trebuchet MS"/>
                <a:cs typeface="Trebuchet MS"/>
              </a:rPr>
              <a:t> </a:t>
            </a:r>
            <a:r>
              <a:rPr sz="1800" spc="-114" dirty="0">
                <a:solidFill>
                  <a:srgbClr val="3C3C3C"/>
                </a:solidFill>
                <a:latin typeface="Trebuchet MS"/>
                <a:cs typeface="Trebuchet MS"/>
              </a:rPr>
              <a:t>system.</a:t>
            </a:r>
            <a:r>
              <a:rPr sz="1800" spc="-229" dirty="0">
                <a:solidFill>
                  <a:srgbClr val="3C3C3C"/>
                </a:solidFill>
                <a:latin typeface="Trebuchet MS"/>
                <a:cs typeface="Trebuchet MS"/>
              </a:rPr>
              <a:t> </a:t>
            </a:r>
            <a:r>
              <a:rPr sz="1800" spc="-100" dirty="0">
                <a:solidFill>
                  <a:srgbClr val="3C3C3C"/>
                </a:solidFill>
                <a:latin typeface="Trebuchet MS"/>
                <a:cs typeface="Trebuchet MS"/>
              </a:rPr>
              <a:t>Instead</a:t>
            </a:r>
            <a:r>
              <a:rPr sz="1800" spc="-55" dirty="0">
                <a:solidFill>
                  <a:srgbClr val="3C3C3C"/>
                </a:solidFill>
                <a:latin typeface="Trebuchet MS"/>
                <a:cs typeface="Trebuchet MS"/>
              </a:rPr>
              <a:t> </a:t>
            </a:r>
            <a:r>
              <a:rPr sz="1800" spc="-95" dirty="0">
                <a:solidFill>
                  <a:srgbClr val="3C3C3C"/>
                </a:solidFill>
                <a:latin typeface="Trebuchet MS"/>
                <a:cs typeface="Trebuchet MS"/>
              </a:rPr>
              <a:t>of</a:t>
            </a:r>
            <a:r>
              <a:rPr sz="1800" spc="-40" dirty="0">
                <a:solidFill>
                  <a:srgbClr val="3C3C3C"/>
                </a:solidFill>
                <a:latin typeface="Trebuchet MS"/>
                <a:cs typeface="Trebuchet MS"/>
              </a:rPr>
              <a:t> </a:t>
            </a:r>
            <a:r>
              <a:rPr sz="1800" spc="-110" dirty="0">
                <a:solidFill>
                  <a:srgbClr val="3C3C3C"/>
                </a:solidFill>
                <a:latin typeface="Trebuchet MS"/>
                <a:cs typeface="Trebuchet MS"/>
              </a:rPr>
              <a:t>offering</a:t>
            </a:r>
            <a:r>
              <a:rPr sz="1800" spc="-45" dirty="0">
                <a:solidFill>
                  <a:srgbClr val="3C3C3C"/>
                </a:solidFill>
                <a:latin typeface="Trebuchet MS"/>
                <a:cs typeface="Trebuchet MS"/>
              </a:rPr>
              <a:t> </a:t>
            </a:r>
            <a:r>
              <a:rPr sz="1800" spc="-95" dirty="0">
                <a:solidFill>
                  <a:srgbClr val="3C3C3C"/>
                </a:solidFill>
                <a:latin typeface="Trebuchet MS"/>
                <a:cs typeface="Trebuchet MS"/>
              </a:rPr>
              <a:t>companies</a:t>
            </a:r>
            <a:r>
              <a:rPr sz="1800" spc="-55" dirty="0">
                <a:solidFill>
                  <a:srgbClr val="3C3C3C"/>
                </a:solidFill>
                <a:latin typeface="Trebuchet MS"/>
                <a:cs typeface="Trebuchet MS"/>
              </a:rPr>
              <a:t> </a:t>
            </a:r>
            <a:r>
              <a:rPr sz="1800" spc="-110" dirty="0">
                <a:solidFill>
                  <a:srgbClr val="3C3C3C"/>
                </a:solidFill>
                <a:latin typeface="Trebuchet MS"/>
                <a:cs typeface="Trebuchet MS"/>
              </a:rPr>
              <a:t>the</a:t>
            </a:r>
            <a:r>
              <a:rPr sz="1800" spc="-20" dirty="0">
                <a:solidFill>
                  <a:srgbClr val="3C3C3C"/>
                </a:solidFill>
                <a:latin typeface="Trebuchet MS"/>
                <a:cs typeface="Trebuchet MS"/>
              </a:rPr>
              <a:t> </a:t>
            </a:r>
            <a:r>
              <a:rPr sz="1800" spc="-120" dirty="0">
                <a:solidFill>
                  <a:srgbClr val="3C3C3C"/>
                </a:solidFill>
                <a:latin typeface="Trebuchet MS"/>
                <a:cs typeface="Trebuchet MS"/>
              </a:rPr>
              <a:t>latest</a:t>
            </a:r>
            <a:r>
              <a:rPr sz="1800" spc="-50" dirty="0">
                <a:solidFill>
                  <a:srgbClr val="3C3C3C"/>
                </a:solidFill>
                <a:latin typeface="Trebuchet MS"/>
                <a:cs typeface="Trebuchet MS"/>
              </a:rPr>
              <a:t> </a:t>
            </a:r>
            <a:r>
              <a:rPr sz="1800" spc="-125" dirty="0">
                <a:solidFill>
                  <a:srgbClr val="3C3C3C"/>
                </a:solidFill>
                <a:latin typeface="Trebuchet MS"/>
                <a:cs typeface="Trebuchet MS"/>
              </a:rPr>
              <a:t>capabilities</a:t>
            </a:r>
            <a:r>
              <a:rPr sz="1800" spc="-30" dirty="0">
                <a:solidFill>
                  <a:srgbClr val="3C3C3C"/>
                </a:solidFill>
                <a:latin typeface="Trebuchet MS"/>
                <a:cs typeface="Trebuchet MS"/>
              </a:rPr>
              <a:t> </a:t>
            </a:r>
            <a:r>
              <a:rPr sz="1800" spc="-120" dirty="0">
                <a:solidFill>
                  <a:srgbClr val="3C3C3C"/>
                </a:solidFill>
                <a:latin typeface="Trebuchet MS"/>
                <a:cs typeface="Trebuchet MS"/>
              </a:rPr>
              <a:t>and</a:t>
            </a:r>
            <a:r>
              <a:rPr sz="1800" spc="-45" dirty="0">
                <a:solidFill>
                  <a:srgbClr val="3C3C3C"/>
                </a:solidFill>
                <a:latin typeface="Trebuchet MS"/>
                <a:cs typeface="Trebuchet MS"/>
              </a:rPr>
              <a:t> </a:t>
            </a:r>
            <a:r>
              <a:rPr sz="1800" spc="-75" dirty="0">
                <a:solidFill>
                  <a:srgbClr val="3C3C3C"/>
                </a:solidFill>
                <a:latin typeface="Trebuchet MS"/>
                <a:cs typeface="Trebuchet MS"/>
              </a:rPr>
              <a:t>services</a:t>
            </a:r>
            <a:r>
              <a:rPr sz="1800" spc="-10" dirty="0">
                <a:solidFill>
                  <a:srgbClr val="3C3C3C"/>
                </a:solidFill>
                <a:latin typeface="Trebuchet MS"/>
                <a:cs typeface="Trebuchet MS"/>
              </a:rPr>
              <a:t> </a:t>
            </a:r>
            <a:r>
              <a:rPr sz="1800" spc="475" dirty="0">
                <a:solidFill>
                  <a:srgbClr val="3C3C3C"/>
                </a:solidFill>
                <a:latin typeface="Trebuchet MS"/>
                <a:cs typeface="Trebuchet MS"/>
              </a:rPr>
              <a:t>—</a:t>
            </a:r>
            <a:r>
              <a:rPr sz="1800" spc="-25" dirty="0">
                <a:solidFill>
                  <a:srgbClr val="3C3C3C"/>
                </a:solidFill>
                <a:latin typeface="Trebuchet MS"/>
                <a:cs typeface="Trebuchet MS"/>
              </a:rPr>
              <a:t> </a:t>
            </a:r>
            <a:r>
              <a:rPr sz="1800" spc="-80" dirty="0">
                <a:solidFill>
                  <a:srgbClr val="3C3C3C"/>
                </a:solidFill>
                <a:latin typeface="Trebuchet MS"/>
                <a:cs typeface="Trebuchet MS"/>
              </a:rPr>
              <a:t>such</a:t>
            </a:r>
            <a:r>
              <a:rPr sz="1800" spc="-35" dirty="0">
                <a:solidFill>
                  <a:srgbClr val="3C3C3C"/>
                </a:solidFill>
                <a:latin typeface="Trebuchet MS"/>
                <a:cs typeface="Trebuchet MS"/>
              </a:rPr>
              <a:t> </a:t>
            </a:r>
            <a:r>
              <a:rPr sz="1800" spc="-110" dirty="0">
                <a:solidFill>
                  <a:srgbClr val="3C3C3C"/>
                </a:solidFill>
                <a:latin typeface="Trebuchet MS"/>
                <a:cs typeface="Trebuchet MS"/>
              </a:rPr>
              <a:t>as</a:t>
            </a:r>
            <a:r>
              <a:rPr sz="1800" spc="-45" dirty="0">
                <a:solidFill>
                  <a:srgbClr val="3C3C3C"/>
                </a:solidFill>
                <a:latin typeface="Trebuchet MS"/>
                <a:cs typeface="Trebuchet MS"/>
              </a:rPr>
              <a:t> </a:t>
            </a:r>
            <a:r>
              <a:rPr sz="1800" spc="-80" dirty="0">
                <a:solidFill>
                  <a:srgbClr val="3C3C3C"/>
                </a:solidFill>
                <a:latin typeface="Trebuchet MS"/>
                <a:cs typeface="Trebuchet MS"/>
              </a:rPr>
              <a:t>cloud</a:t>
            </a:r>
            <a:r>
              <a:rPr sz="1800" spc="-40" dirty="0">
                <a:solidFill>
                  <a:srgbClr val="3C3C3C"/>
                </a:solidFill>
                <a:latin typeface="Trebuchet MS"/>
                <a:cs typeface="Trebuchet MS"/>
              </a:rPr>
              <a:t> </a:t>
            </a:r>
            <a:r>
              <a:rPr sz="1800" spc="-95" dirty="0">
                <a:solidFill>
                  <a:srgbClr val="3C3C3C"/>
                </a:solidFill>
                <a:latin typeface="Trebuchet MS"/>
                <a:cs typeface="Trebuchet MS"/>
              </a:rPr>
              <a:t>computing</a:t>
            </a:r>
            <a:r>
              <a:rPr sz="1800" spc="-50" dirty="0">
                <a:solidFill>
                  <a:srgbClr val="3C3C3C"/>
                </a:solidFill>
                <a:latin typeface="Trebuchet MS"/>
                <a:cs typeface="Trebuchet MS"/>
              </a:rPr>
              <a:t> </a:t>
            </a:r>
            <a:r>
              <a:rPr sz="1800" spc="-120" dirty="0">
                <a:solidFill>
                  <a:srgbClr val="3C3C3C"/>
                </a:solidFill>
                <a:latin typeface="Trebuchet MS"/>
                <a:cs typeface="Trebuchet MS"/>
              </a:rPr>
              <a:t>and</a:t>
            </a:r>
            <a:r>
              <a:rPr sz="1800" spc="-40" dirty="0">
                <a:solidFill>
                  <a:srgbClr val="3C3C3C"/>
                </a:solidFill>
                <a:latin typeface="Trebuchet MS"/>
                <a:cs typeface="Trebuchet MS"/>
              </a:rPr>
              <a:t> </a:t>
            </a:r>
            <a:r>
              <a:rPr sz="1800" spc="-95" dirty="0">
                <a:solidFill>
                  <a:srgbClr val="3C3C3C"/>
                </a:solidFill>
                <a:latin typeface="Trebuchet MS"/>
                <a:cs typeface="Trebuchet MS"/>
              </a:rPr>
              <a:t>better </a:t>
            </a:r>
            <a:r>
              <a:rPr sz="1800" spc="-530" dirty="0">
                <a:solidFill>
                  <a:srgbClr val="3C3C3C"/>
                </a:solidFill>
                <a:latin typeface="Trebuchet MS"/>
                <a:cs typeface="Trebuchet MS"/>
              </a:rPr>
              <a:t> </a:t>
            </a:r>
            <a:r>
              <a:rPr sz="1800" spc="-140" dirty="0">
                <a:solidFill>
                  <a:srgbClr val="3C3C3C"/>
                </a:solidFill>
                <a:latin typeface="Trebuchet MS"/>
                <a:cs typeface="Trebuchet MS"/>
              </a:rPr>
              <a:t>data</a:t>
            </a:r>
            <a:r>
              <a:rPr sz="1800" spc="-50" dirty="0">
                <a:solidFill>
                  <a:srgbClr val="3C3C3C"/>
                </a:solidFill>
                <a:latin typeface="Trebuchet MS"/>
                <a:cs typeface="Trebuchet MS"/>
              </a:rPr>
              <a:t> </a:t>
            </a:r>
            <a:r>
              <a:rPr sz="1800" spc="-100" dirty="0">
                <a:solidFill>
                  <a:srgbClr val="3C3C3C"/>
                </a:solidFill>
                <a:latin typeface="Trebuchet MS"/>
                <a:cs typeface="Trebuchet MS"/>
              </a:rPr>
              <a:t>integration</a:t>
            </a:r>
            <a:r>
              <a:rPr sz="1800" spc="-40" dirty="0">
                <a:solidFill>
                  <a:srgbClr val="3C3C3C"/>
                </a:solidFill>
                <a:latin typeface="Trebuchet MS"/>
                <a:cs typeface="Trebuchet MS"/>
              </a:rPr>
              <a:t> </a:t>
            </a:r>
            <a:r>
              <a:rPr sz="1800" spc="475" dirty="0">
                <a:solidFill>
                  <a:srgbClr val="3C3C3C"/>
                </a:solidFill>
                <a:latin typeface="Trebuchet MS"/>
                <a:cs typeface="Trebuchet MS"/>
              </a:rPr>
              <a:t>—</a:t>
            </a:r>
            <a:r>
              <a:rPr sz="1800" spc="-55" dirty="0">
                <a:solidFill>
                  <a:srgbClr val="3C3C3C"/>
                </a:solidFill>
                <a:latin typeface="Trebuchet MS"/>
                <a:cs typeface="Trebuchet MS"/>
              </a:rPr>
              <a:t> </a:t>
            </a:r>
            <a:r>
              <a:rPr sz="1800" spc="-180" dirty="0">
                <a:solidFill>
                  <a:srgbClr val="3C3C3C"/>
                </a:solidFill>
                <a:latin typeface="Trebuchet MS"/>
                <a:cs typeface="Trebuchet MS"/>
              </a:rPr>
              <a:t>a</a:t>
            </a:r>
            <a:r>
              <a:rPr sz="1800" spc="-45" dirty="0">
                <a:solidFill>
                  <a:srgbClr val="3C3C3C"/>
                </a:solidFill>
                <a:latin typeface="Trebuchet MS"/>
                <a:cs typeface="Trebuchet MS"/>
              </a:rPr>
              <a:t> </a:t>
            </a:r>
            <a:r>
              <a:rPr sz="1800" spc="-130" dirty="0">
                <a:solidFill>
                  <a:srgbClr val="3C3C3C"/>
                </a:solidFill>
                <a:latin typeface="Trebuchet MS"/>
                <a:cs typeface="Trebuchet MS"/>
              </a:rPr>
              <a:t>legacy</a:t>
            </a:r>
            <a:r>
              <a:rPr sz="1800" spc="-60" dirty="0">
                <a:solidFill>
                  <a:srgbClr val="3C3C3C"/>
                </a:solidFill>
                <a:latin typeface="Trebuchet MS"/>
                <a:cs typeface="Trebuchet MS"/>
              </a:rPr>
              <a:t> </a:t>
            </a:r>
            <a:r>
              <a:rPr sz="1800" spc="-85" dirty="0">
                <a:solidFill>
                  <a:srgbClr val="3C3C3C"/>
                </a:solidFill>
                <a:latin typeface="Trebuchet MS"/>
                <a:cs typeface="Trebuchet MS"/>
              </a:rPr>
              <a:t>system</a:t>
            </a:r>
            <a:r>
              <a:rPr sz="1800" spc="-75" dirty="0">
                <a:solidFill>
                  <a:srgbClr val="3C3C3C"/>
                </a:solidFill>
                <a:latin typeface="Trebuchet MS"/>
                <a:cs typeface="Trebuchet MS"/>
              </a:rPr>
              <a:t> </a:t>
            </a:r>
            <a:r>
              <a:rPr sz="1800" spc="-95" dirty="0">
                <a:solidFill>
                  <a:srgbClr val="3C3C3C"/>
                </a:solidFill>
                <a:latin typeface="Trebuchet MS"/>
                <a:cs typeface="Trebuchet MS"/>
              </a:rPr>
              <a:t>keeps</a:t>
            </a:r>
            <a:r>
              <a:rPr sz="1800" spc="-60" dirty="0">
                <a:solidFill>
                  <a:srgbClr val="3C3C3C"/>
                </a:solidFill>
                <a:latin typeface="Trebuchet MS"/>
                <a:cs typeface="Trebuchet MS"/>
              </a:rPr>
              <a:t> </a:t>
            </a:r>
            <a:r>
              <a:rPr sz="1800" spc="-180" dirty="0">
                <a:solidFill>
                  <a:srgbClr val="3C3C3C"/>
                </a:solidFill>
                <a:latin typeface="Trebuchet MS"/>
                <a:cs typeface="Trebuchet MS"/>
              </a:rPr>
              <a:t>a</a:t>
            </a:r>
            <a:r>
              <a:rPr sz="1800" spc="-45" dirty="0">
                <a:solidFill>
                  <a:srgbClr val="3C3C3C"/>
                </a:solidFill>
                <a:latin typeface="Trebuchet MS"/>
                <a:cs typeface="Trebuchet MS"/>
              </a:rPr>
              <a:t> </a:t>
            </a:r>
            <a:r>
              <a:rPr sz="1800" spc="-100" dirty="0">
                <a:solidFill>
                  <a:srgbClr val="3C3C3C"/>
                </a:solidFill>
                <a:latin typeface="Trebuchet MS"/>
                <a:cs typeface="Trebuchet MS"/>
              </a:rPr>
              <a:t>company</a:t>
            </a:r>
            <a:r>
              <a:rPr sz="1800" spc="-75" dirty="0">
                <a:solidFill>
                  <a:srgbClr val="3C3C3C"/>
                </a:solidFill>
                <a:latin typeface="Trebuchet MS"/>
                <a:cs typeface="Trebuchet MS"/>
              </a:rPr>
              <a:t> </a:t>
            </a:r>
            <a:r>
              <a:rPr sz="1800" spc="-105" dirty="0">
                <a:solidFill>
                  <a:srgbClr val="3C3C3C"/>
                </a:solidFill>
                <a:latin typeface="Trebuchet MS"/>
                <a:cs typeface="Trebuchet MS"/>
              </a:rPr>
              <a:t>in</a:t>
            </a:r>
            <a:r>
              <a:rPr sz="1800" spc="-40" dirty="0">
                <a:solidFill>
                  <a:srgbClr val="3C3C3C"/>
                </a:solidFill>
                <a:latin typeface="Trebuchet MS"/>
                <a:cs typeface="Trebuchet MS"/>
              </a:rPr>
              <a:t> </a:t>
            </a:r>
            <a:r>
              <a:rPr sz="1800" spc="-180" dirty="0">
                <a:solidFill>
                  <a:srgbClr val="3C3C3C"/>
                </a:solidFill>
                <a:latin typeface="Trebuchet MS"/>
                <a:cs typeface="Trebuchet MS"/>
              </a:rPr>
              <a:t>a</a:t>
            </a:r>
            <a:r>
              <a:rPr sz="1800" spc="-50" dirty="0">
                <a:solidFill>
                  <a:srgbClr val="3C3C3C"/>
                </a:solidFill>
                <a:latin typeface="Trebuchet MS"/>
                <a:cs typeface="Trebuchet MS"/>
              </a:rPr>
              <a:t> </a:t>
            </a:r>
            <a:r>
              <a:rPr sz="1800" spc="-80" dirty="0">
                <a:solidFill>
                  <a:srgbClr val="3C3C3C"/>
                </a:solidFill>
                <a:latin typeface="Trebuchet MS"/>
                <a:cs typeface="Trebuchet MS"/>
              </a:rPr>
              <a:t>business</a:t>
            </a:r>
            <a:r>
              <a:rPr sz="1800" spc="-60" dirty="0">
                <a:solidFill>
                  <a:srgbClr val="3C3C3C"/>
                </a:solidFill>
                <a:latin typeface="Trebuchet MS"/>
                <a:cs typeface="Trebuchet MS"/>
              </a:rPr>
              <a:t> </a:t>
            </a:r>
            <a:r>
              <a:rPr sz="1800" spc="-114" dirty="0">
                <a:solidFill>
                  <a:srgbClr val="3C3C3C"/>
                </a:solidFill>
                <a:latin typeface="Trebuchet MS"/>
                <a:cs typeface="Trebuchet MS"/>
              </a:rPr>
              <a:t>rut.</a:t>
            </a:r>
            <a:endParaRPr sz="1800">
              <a:latin typeface="Trebuchet MS"/>
              <a:cs typeface="Trebuchet MS"/>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80" dirty="0"/>
              <a:t>LEGACY</a:t>
            </a:r>
            <a:r>
              <a:rPr spc="-60" dirty="0"/>
              <a:t> </a:t>
            </a:r>
            <a:r>
              <a:rPr spc="55" dirty="0"/>
              <a:t>SOFTWARE-EXAMPLES</a:t>
            </a:r>
          </a:p>
        </p:txBody>
      </p:sp>
      <p:sp>
        <p:nvSpPr>
          <p:cNvPr id="3" name="object 3"/>
          <p:cNvSpPr txBox="1"/>
          <p:nvPr/>
        </p:nvSpPr>
        <p:spPr>
          <a:xfrm>
            <a:off x="659993" y="3044444"/>
            <a:ext cx="10728325" cy="1934210"/>
          </a:xfrm>
          <a:prstGeom prst="rect">
            <a:avLst/>
          </a:prstGeom>
        </p:spPr>
        <p:txBody>
          <a:bodyPr vert="horz" wrap="square" lIns="0" tIns="12700" rIns="0" bIns="0" rtlCol="0">
            <a:spAutoFit/>
          </a:bodyPr>
          <a:lstStyle/>
          <a:p>
            <a:pPr marL="318770" marR="285115" indent="-306705">
              <a:lnSpc>
                <a:spcPct val="100000"/>
              </a:lnSpc>
              <a:spcBef>
                <a:spcPts val="100"/>
              </a:spcBef>
              <a:buClr>
                <a:srgbClr val="8BB649"/>
              </a:buClr>
              <a:buSzPct val="91666"/>
              <a:buFont typeface="Cambria"/>
              <a:buChar char="◾"/>
              <a:tabLst>
                <a:tab pos="318770" algn="l"/>
                <a:tab pos="319405" algn="l"/>
              </a:tabLst>
            </a:pPr>
            <a:r>
              <a:rPr sz="1800" spc="-50" dirty="0">
                <a:solidFill>
                  <a:srgbClr val="3C3C3C"/>
                </a:solidFill>
                <a:latin typeface="Trebuchet MS"/>
                <a:cs typeface="Trebuchet MS"/>
              </a:rPr>
              <a:t>Microsoft</a:t>
            </a:r>
            <a:r>
              <a:rPr sz="1800" spc="-290" dirty="0">
                <a:solidFill>
                  <a:srgbClr val="3C3C3C"/>
                </a:solidFill>
                <a:latin typeface="Trebuchet MS"/>
                <a:cs typeface="Trebuchet MS"/>
              </a:rPr>
              <a:t> </a:t>
            </a:r>
            <a:r>
              <a:rPr sz="1800" spc="-5" dirty="0">
                <a:solidFill>
                  <a:srgbClr val="3C3C3C"/>
                </a:solidFill>
                <a:latin typeface="Trebuchet MS"/>
                <a:cs typeface="Trebuchet MS"/>
              </a:rPr>
              <a:t>Windows</a:t>
            </a:r>
            <a:r>
              <a:rPr sz="1800" spc="-50" dirty="0">
                <a:solidFill>
                  <a:srgbClr val="3C3C3C"/>
                </a:solidFill>
                <a:latin typeface="Trebuchet MS"/>
                <a:cs typeface="Trebuchet MS"/>
              </a:rPr>
              <a:t> </a:t>
            </a:r>
            <a:r>
              <a:rPr sz="1800" spc="-30" dirty="0">
                <a:solidFill>
                  <a:srgbClr val="3C3C3C"/>
                </a:solidFill>
                <a:latin typeface="Trebuchet MS"/>
                <a:cs typeface="Trebuchet MS"/>
              </a:rPr>
              <a:t>7:Windows</a:t>
            </a:r>
            <a:r>
              <a:rPr sz="1800" spc="-50" dirty="0">
                <a:solidFill>
                  <a:srgbClr val="3C3C3C"/>
                </a:solidFill>
                <a:latin typeface="Trebuchet MS"/>
                <a:cs typeface="Trebuchet MS"/>
              </a:rPr>
              <a:t> </a:t>
            </a:r>
            <a:r>
              <a:rPr sz="1800" spc="-45" dirty="0">
                <a:solidFill>
                  <a:srgbClr val="3C3C3C"/>
                </a:solidFill>
                <a:latin typeface="Trebuchet MS"/>
                <a:cs typeface="Trebuchet MS"/>
              </a:rPr>
              <a:t>7</a:t>
            </a:r>
            <a:r>
              <a:rPr sz="1800" spc="-35" dirty="0">
                <a:solidFill>
                  <a:srgbClr val="3C3C3C"/>
                </a:solidFill>
                <a:latin typeface="Trebuchet MS"/>
                <a:cs typeface="Trebuchet MS"/>
              </a:rPr>
              <a:t> </a:t>
            </a:r>
            <a:r>
              <a:rPr sz="1800" spc="-135" dirty="0">
                <a:solidFill>
                  <a:srgbClr val="3C3C3C"/>
                </a:solidFill>
                <a:latin typeface="Trebuchet MS"/>
                <a:cs typeface="Trebuchet MS"/>
              </a:rPr>
              <a:t>officially</a:t>
            </a:r>
            <a:r>
              <a:rPr sz="1800" spc="-50" dirty="0">
                <a:solidFill>
                  <a:srgbClr val="3C3C3C"/>
                </a:solidFill>
                <a:latin typeface="Trebuchet MS"/>
                <a:cs typeface="Trebuchet MS"/>
              </a:rPr>
              <a:t> </a:t>
            </a:r>
            <a:r>
              <a:rPr sz="1800" spc="-125" dirty="0">
                <a:solidFill>
                  <a:srgbClr val="3C3C3C"/>
                </a:solidFill>
                <a:latin typeface="Trebuchet MS"/>
                <a:cs typeface="Trebuchet MS"/>
              </a:rPr>
              <a:t>became</a:t>
            </a:r>
            <a:r>
              <a:rPr sz="1800" spc="-50" dirty="0">
                <a:solidFill>
                  <a:srgbClr val="3C3C3C"/>
                </a:solidFill>
                <a:latin typeface="Trebuchet MS"/>
                <a:cs typeface="Trebuchet MS"/>
              </a:rPr>
              <a:t> </a:t>
            </a:r>
            <a:r>
              <a:rPr sz="1800" spc="-180" dirty="0">
                <a:solidFill>
                  <a:srgbClr val="3C3C3C"/>
                </a:solidFill>
                <a:latin typeface="Trebuchet MS"/>
                <a:cs typeface="Trebuchet MS"/>
              </a:rPr>
              <a:t>a</a:t>
            </a:r>
            <a:r>
              <a:rPr sz="1800" spc="-40" dirty="0">
                <a:solidFill>
                  <a:srgbClr val="3C3C3C"/>
                </a:solidFill>
                <a:latin typeface="Trebuchet MS"/>
                <a:cs typeface="Trebuchet MS"/>
              </a:rPr>
              <a:t> </a:t>
            </a:r>
            <a:r>
              <a:rPr sz="1800" spc="-135" dirty="0">
                <a:solidFill>
                  <a:srgbClr val="3C3C3C"/>
                </a:solidFill>
                <a:latin typeface="Trebuchet MS"/>
                <a:cs typeface="Trebuchet MS"/>
              </a:rPr>
              <a:t>legacy</a:t>
            </a:r>
            <a:r>
              <a:rPr sz="1800" spc="-45" dirty="0">
                <a:solidFill>
                  <a:srgbClr val="3C3C3C"/>
                </a:solidFill>
                <a:latin typeface="Trebuchet MS"/>
                <a:cs typeface="Trebuchet MS"/>
              </a:rPr>
              <a:t> </a:t>
            </a:r>
            <a:r>
              <a:rPr sz="1800" spc="-95" dirty="0">
                <a:solidFill>
                  <a:srgbClr val="3C3C3C"/>
                </a:solidFill>
                <a:latin typeface="Trebuchet MS"/>
                <a:cs typeface="Trebuchet MS"/>
              </a:rPr>
              <a:t>operating</a:t>
            </a:r>
            <a:r>
              <a:rPr sz="1800" spc="-40" dirty="0">
                <a:solidFill>
                  <a:srgbClr val="3C3C3C"/>
                </a:solidFill>
                <a:latin typeface="Trebuchet MS"/>
                <a:cs typeface="Trebuchet MS"/>
              </a:rPr>
              <a:t> </a:t>
            </a:r>
            <a:r>
              <a:rPr sz="1800" spc="-85" dirty="0">
                <a:solidFill>
                  <a:srgbClr val="3C3C3C"/>
                </a:solidFill>
                <a:latin typeface="Trebuchet MS"/>
                <a:cs typeface="Trebuchet MS"/>
              </a:rPr>
              <a:t>system</a:t>
            </a:r>
            <a:r>
              <a:rPr sz="1800" spc="-65" dirty="0">
                <a:solidFill>
                  <a:srgbClr val="3C3C3C"/>
                </a:solidFill>
                <a:latin typeface="Trebuchet MS"/>
                <a:cs typeface="Trebuchet MS"/>
              </a:rPr>
              <a:t> </a:t>
            </a:r>
            <a:r>
              <a:rPr sz="1800" spc="-105" dirty="0">
                <a:solidFill>
                  <a:srgbClr val="3C3C3C"/>
                </a:solidFill>
                <a:latin typeface="Trebuchet MS"/>
                <a:cs typeface="Trebuchet MS"/>
              </a:rPr>
              <a:t>in</a:t>
            </a:r>
            <a:r>
              <a:rPr sz="1800" spc="-30" dirty="0">
                <a:solidFill>
                  <a:srgbClr val="3C3C3C"/>
                </a:solidFill>
                <a:latin typeface="Trebuchet MS"/>
                <a:cs typeface="Trebuchet MS"/>
              </a:rPr>
              <a:t> </a:t>
            </a:r>
            <a:r>
              <a:rPr sz="1800" spc="-145" dirty="0">
                <a:solidFill>
                  <a:srgbClr val="3C3C3C"/>
                </a:solidFill>
                <a:latin typeface="Trebuchet MS"/>
                <a:cs typeface="Trebuchet MS"/>
              </a:rPr>
              <a:t>January</a:t>
            </a:r>
            <a:r>
              <a:rPr sz="1800" spc="-50" dirty="0">
                <a:solidFill>
                  <a:srgbClr val="3C3C3C"/>
                </a:solidFill>
                <a:latin typeface="Trebuchet MS"/>
                <a:cs typeface="Trebuchet MS"/>
              </a:rPr>
              <a:t> </a:t>
            </a:r>
            <a:r>
              <a:rPr sz="1800" spc="-45" dirty="0">
                <a:solidFill>
                  <a:srgbClr val="3C3C3C"/>
                </a:solidFill>
                <a:latin typeface="Trebuchet MS"/>
                <a:cs typeface="Trebuchet MS"/>
              </a:rPr>
              <a:t>2020</a:t>
            </a:r>
            <a:r>
              <a:rPr sz="1800" spc="-35" dirty="0">
                <a:solidFill>
                  <a:srgbClr val="3C3C3C"/>
                </a:solidFill>
                <a:latin typeface="Trebuchet MS"/>
                <a:cs typeface="Trebuchet MS"/>
              </a:rPr>
              <a:t> </a:t>
            </a:r>
            <a:r>
              <a:rPr sz="1800" spc="-125" dirty="0">
                <a:solidFill>
                  <a:srgbClr val="3C3C3C"/>
                </a:solidFill>
                <a:latin typeface="Trebuchet MS"/>
                <a:cs typeface="Trebuchet MS"/>
              </a:rPr>
              <a:t>after</a:t>
            </a:r>
            <a:r>
              <a:rPr sz="1800" spc="-45" dirty="0">
                <a:solidFill>
                  <a:srgbClr val="3C3C3C"/>
                </a:solidFill>
                <a:latin typeface="Trebuchet MS"/>
                <a:cs typeface="Trebuchet MS"/>
              </a:rPr>
              <a:t> </a:t>
            </a:r>
            <a:r>
              <a:rPr sz="1800" spc="-50" dirty="0">
                <a:solidFill>
                  <a:srgbClr val="3C3C3C"/>
                </a:solidFill>
                <a:latin typeface="Trebuchet MS"/>
                <a:cs typeface="Trebuchet MS"/>
              </a:rPr>
              <a:t>Microsoft </a:t>
            </a:r>
            <a:r>
              <a:rPr sz="1800" spc="-45" dirty="0">
                <a:solidFill>
                  <a:srgbClr val="3C3C3C"/>
                </a:solidFill>
                <a:latin typeface="Trebuchet MS"/>
                <a:cs typeface="Trebuchet MS"/>
              </a:rPr>
              <a:t> </a:t>
            </a:r>
            <a:r>
              <a:rPr sz="1800" spc="-120" dirty="0">
                <a:solidFill>
                  <a:srgbClr val="3C3C3C"/>
                </a:solidFill>
                <a:latin typeface="Trebuchet MS"/>
                <a:cs typeface="Trebuchet MS"/>
              </a:rPr>
              <a:t>halted</a:t>
            </a:r>
            <a:r>
              <a:rPr sz="1800" spc="-50" dirty="0">
                <a:solidFill>
                  <a:srgbClr val="3C3C3C"/>
                </a:solidFill>
                <a:latin typeface="Trebuchet MS"/>
                <a:cs typeface="Trebuchet MS"/>
              </a:rPr>
              <a:t> </a:t>
            </a:r>
            <a:r>
              <a:rPr sz="1800" spc="-85" dirty="0">
                <a:solidFill>
                  <a:srgbClr val="3C3C3C"/>
                </a:solidFill>
                <a:latin typeface="Trebuchet MS"/>
                <a:cs typeface="Trebuchet MS"/>
              </a:rPr>
              <a:t>security</a:t>
            </a:r>
            <a:r>
              <a:rPr sz="1800" spc="-40" dirty="0">
                <a:solidFill>
                  <a:srgbClr val="3C3C3C"/>
                </a:solidFill>
                <a:latin typeface="Trebuchet MS"/>
                <a:cs typeface="Trebuchet MS"/>
              </a:rPr>
              <a:t> </a:t>
            </a:r>
            <a:r>
              <a:rPr sz="1800" spc="-105" dirty="0">
                <a:solidFill>
                  <a:srgbClr val="3C3C3C"/>
                </a:solidFill>
                <a:latin typeface="Trebuchet MS"/>
                <a:cs typeface="Trebuchet MS"/>
              </a:rPr>
              <a:t>updates</a:t>
            </a:r>
            <a:r>
              <a:rPr sz="1800" spc="-35" dirty="0">
                <a:solidFill>
                  <a:srgbClr val="3C3C3C"/>
                </a:solidFill>
                <a:latin typeface="Trebuchet MS"/>
                <a:cs typeface="Trebuchet MS"/>
              </a:rPr>
              <a:t> </a:t>
            </a:r>
            <a:r>
              <a:rPr sz="1800" spc="-120" dirty="0">
                <a:solidFill>
                  <a:srgbClr val="3C3C3C"/>
                </a:solidFill>
                <a:latin typeface="Trebuchet MS"/>
                <a:cs typeface="Trebuchet MS"/>
              </a:rPr>
              <a:t>and</a:t>
            </a:r>
            <a:r>
              <a:rPr sz="1800" spc="-55" dirty="0">
                <a:solidFill>
                  <a:srgbClr val="3C3C3C"/>
                </a:solidFill>
                <a:latin typeface="Trebuchet MS"/>
                <a:cs typeface="Trebuchet MS"/>
              </a:rPr>
              <a:t> support</a:t>
            </a:r>
            <a:r>
              <a:rPr sz="1800" spc="-40" dirty="0">
                <a:solidFill>
                  <a:srgbClr val="3C3C3C"/>
                </a:solidFill>
                <a:latin typeface="Trebuchet MS"/>
                <a:cs typeface="Trebuchet MS"/>
              </a:rPr>
              <a:t> </a:t>
            </a:r>
            <a:r>
              <a:rPr sz="1800" spc="-65" dirty="0">
                <a:solidFill>
                  <a:srgbClr val="3C3C3C"/>
                </a:solidFill>
                <a:latin typeface="Trebuchet MS"/>
                <a:cs typeface="Trebuchet MS"/>
              </a:rPr>
              <a:t>for</a:t>
            </a:r>
            <a:r>
              <a:rPr sz="1800" spc="-55" dirty="0">
                <a:solidFill>
                  <a:srgbClr val="3C3C3C"/>
                </a:solidFill>
                <a:latin typeface="Trebuchet MS"/>
                <a:cs typeface="Trebuchet MS"/>
              </a:rPr>
              <a:t> </a:t>
            </a:r>
            <a:r>
              <a:rPr sz="1800" spc="-170" dirty="0">
                <a:solidFill>
                  <a:srgbClr val="3C3C3C"/>
                </a:solidFill>
                <a:latin typeface="Trebuchet MS"/>
                <a:cs typeface="Trebuchet MS"/>
              </a:rPr>
              <a:t>it.</a:t>
            </a:r>
            <a:r>
              <a:rPr sz="1800" spc="-215" dirty="0">
                <a:solidFill>
                  <a:srgbClr val="3C3C3C"/>
                </a:solidFill>
                <a:latin typeface="Trebuchet MS"/>
                <a:cs typeface="Trebuchet MS"/>
              </a:rPr>
              <a:t> </a:t>
            </a:r>
            <a:r>
              <a:rPr sz="1800" spc="-100" dirty="0">
                <a:solidFill>
                  <a:srgbClr val="3C3C3C"/>
                </a:solidFill>
                <a:latin typeface="Trebuchet MS"/>
                <a:cs typeface="Trebuchet MS"/>
              </a:rPr>
              <a:t>However,</a:t>
            </a:r>
            <a:r>
              <a:rPr sz="1800" spc="-225" dirty="0">
                <a:solidFill>
                  <a:srgbClr val="3C3C3C"/>
                </a:solidFill>
                <a:latin typeface="Trebuchet MS"/>
                <a:cs typeface="Trebuchet MS"/>
              </a:rPr>
              <a:t> </a:t>
            </a:r>
            <a:r>
              <a:rPr sz="1800" spc="-55" dirty="0">
                <a:solidFill>
                  <a:srgbClr val="3C3C3C"/>
                </a:solidFill>
                <a:latin typeface="Trebuchet MS"/>
                <a:cs typeface="Trebuchet MS"/>
              </a:rPr>
              <a:t>over</a:t>
            </a:r>
            <a:r>
              <a:rPr sz="1800" spc="-45" dirty="0">
                <a:solidFill>
                  <a:srgbClr val="3C3C3C"/>
                </a:solidFill>
                <a:latin typeface="Trebuchet MS"/>
                <a:cs typeface="Trebuchet MS"/>
              </a:rPr>
              <a:t> 100 </a:t>
            </a:r>
            <a:r>
              <a:rPr sz="1800" spc="-100" dirty="0">
                <a:solidFill>
                  <a:srgbClr val="3C3C3C"/>
                </a:solidFill>
                <a:latin typeface="Trebuchet MS"/>
                <a:cs typeface="Trebuchet MS"/>
              </a:rPr>
              <a:t>million</a:t>
            </a:r>
            <a:r>
              <a:rPr sz="1800" spc="-40" dirty="0">
                <a:solidFill>
                  <a:srgbClr val="3C3C3C"/>
                </a:solidFill>
                <a:latin typeface="Trebuchet MS"/>
                <a:cs typeface="Trebuchet MS"/>
              </a:rPr>
              <a:t> </a:t>
            </a:r>
            <a:r>
              <a:rPr sz="1800" spc="-105" dirty="0">
                <a:solidFill>
                  <a:srgbClr val="3C3C3C"/>
                </a:solidFill>
                <a:latin typeface="Trebuchet MS"/>
                <a:cs typeface="Trebuchet MS"/>
              </a:rPr>
              <a:t>machines</a:t>
            </a:r>
            <a:r>
              <a:rPr sz="1800" spc="-50" dirty="0">
                <a:solidFill>
                  <a:srgbClr val="3C3C3C"/>
                </a:solidFill>
                <a:latin typeface="Trebuchet MS"/>
                <a:cs typeface="Trebuchet MS"/>
              </a:rPr>
              <a:t> </a:t>
            </a:r>
            <a:r>
              <a:rPr sz="1800" spc="-90" dirty="0">
                <a:solidFill>
                  <a:srgbClr val="3C3C3C"/>
                </a:solidFill>
                <a:latin typeface="Trebuchet MS"/>
                <a:cs typeface="Trebuchet MS"/>
              </a:rPr>
              <a:t>continue</a:t>
            </a:r>
            <a:r>
              <a:rPr sz="1800" spc="-40" dirty="0">
                <a:solidFill>
                  <a:srgbClr val="3C3C3C"/>
                </a:solidFill>
                <a:latin typeface="Trebuchet MS"/>
                <a:cs typeface="Trebuchet MS"/>
              </a:rPr>
              <a:t> </a:t>
            </a:r>
            <a:r>
              <a:rPr sz="1800" spc="-45" dirty="0">
                <a:solidFill>
                  <a:srgbClr val="3C3C3C"/>
                </a:solidFill>
                <a:latin typeface="Trebuchet MS"/>
                <a:cs typeface="Trebuchet MS"/>
              </a:rPr>
              <a:t>to</a:t>
            </a:r>
            <a:r>
              <a:rPr sz="1800" spc="-40" dirty="0">
                <a:solidFill>
                  <a:srgbClr val="3C3C3C"/>
                </a:solidFill>
                <a:latin typeface="Trebuchet MS"/>
                <a:cs typeface="Trebuchet MS"/>
              </a:rPr>
              <a:t> </a:t>
            </a:r>
            <a:r>
              <a:rPr sz="1800" spc="-55" dirty="0">
                <a:solidFill>
                  <a:srgbClr val="3C3C3C"/>
                </a:solidFill>
                <a:latin typeface="Trebuchet MS"/>
                <a:cs typeface="Trebuchet MS"/>
              </a:rPr>
              <a:t>run</a:t>
            </a:r>
            <a:r>
              <a:rPr sz="1800" spc="-35" dirty="0">
                <a:solidFill>
                  <a:srgbClr val="3C3C3C"/>
                </a:solidFill>
                <a:latin typeface="Trebuchet MS"/>
                <a:cs typeface="Trebuchet MS"/>
              </a:rPr>
              <a:t> </a:t>
            </a:r>
            <a:r>
              <a:rPr sz="1800" spc="-90" dirty="0">
                <a:solidFill>
                  <a:srgbClr val="3C3C3C"/>
                </a:solidFill>
                <a:latin typeface="Trebuchet MS"/>
                <a:cs typeface="Trebuchet MS"/>
              </a:rPr>
              <a:t>this</a:t>
            </a:r>
            <a:r>
              <a:rPr sz="1800" spc="-35" dirty="0">
                <a:solidFill>
                  <a:srgbClr val="3C3C3C"/>
                </a:solidFill>
                <a:latin typeface="Trebuchet MS"/>
                <a:cs typeface="Trebuchet MS"/>
              </a:rPr>
              <a:t> </a:t>
            </a:r>
            <a:r>
              <a:rPr sz="1800" spc="-95" dirty="0">
                <a:solidFill>
                  <a:srgbClr val="3C3C3C"/>
                </a:solidFill>
                <a:latin typeface="Trebuchet MS"/>
                <a:cs typeface="Trebuchet MS"/>
              </a:rPr>
              <a:t>operating </a:t>
            </a:r>
            <a:r>
              <a:rPr sz="1800" spc="-530" dirty="0">
                <a:solidFill>
                  <a:srgbClr val="3C3C3C"/>
                </a:solidFill>
                <a:latin typeface="Trebuchet MS"/>
                <a:cs typeface="Trebuchet MS"/>
              </a:rPr>
              <a:t> </a:t>
            </a:r>
            <a:r>
              <a:rPr sz="1800" spc="-110" dirty="0">
                <a:solidFill>
                  <a:srgbClr val="3C3C3C"/>
                </a:solidFill>
                <a:latin typeface="Trebuchet MS"/>
                <a:cs typeface="Trebuchet MS"/>
              </a:rPr>
              <a:t>system.</a:t>
            </a:r>
            <a:endParaRPr sz="1800">
              <a:latin typeface="Trebuchet MS"/>
              <a:cs typeface="Trebuchet MS"/>
            </a:endParaRPr>
          </a:p>
          <a:p>
            <a:pPr marL="318770" marR="5080" indent="-306705">
              <a:lnSpc>
                <a:spcPct val="100000"/>
              </a:lnSpc>
              <a:spcBef>
                <a:spcPts val="1030"/>
              </a:spcBef>
              <a:buClr>
                <a:srgbClr val="8BB649"/>
              </a:buClr>
              <a:buSzPct val="91666"/>
              <a:buFont typeface="Cambria"/>
              <a:buChar char="◾"/>
              <a:tabLst>
                <a:tab pos="318770" algn="l"/>
                <a:tab pos="319405" algn="l"/>
              </a:tabLst>
            </a:pPr>
            <a:r>
              <a:rPr sz="1800" spc="65" dirty="0">
                <a:solidFill>
                  <a:srgbClr val="3C3C3C"/>
                </a:solidFill>
                <a:latin typeface="Trebuchet MS"/>
                <a:cs typeface="Trebuchet MS"/>
              </a:rPr>
              <a:t>COBOL: </a:t>
            </a:r>
            <a:r>
              <a:rPr sz="1800" spc="-10" dirty="0">
                <a:solidFill>
                  <a:srgbClr val="3C3C3C"/>
                </a:solidFill>
                <a:latin typeface="Trebuchet MS"/>
                <a:cs typeface="Trebuchet MS"/>
              </a:rPr>
              <a:t>Common </a:t>
            </a:r>
            <a:r>
              <a:rPr sz="1800" spc="-60" dirty="0">
                <a:solidFill>
                  <a:srgbClr val="3C3C3C"/>
                </a:solidFill>
                <a:latin typeface="Trebuchet MS"/>
                <a:cs typeface="Trebuchet MS"/>
              </a:rPr>
              <a:t>Business-Oriented </a:t>
            </a:r>
            <a:r>
              <a:rPr sz="1800" spc="-120" dirty="0">
                <a:solidFill>
                  <a:srgbClr val="3C3C3C"/>
                </a:solidFill>
                <a:latin typeface="Trebuchet MS"/>
                <a:cs typeface="Trebuchet MS"/>
              </a:rPr>
              <a:t>Language </a:t>
            </a:r>
            <a:r>
              <a:rPr sz="1800" spc="20" dirty="0">
                <a:solidFill>
                  <a:srgbClr val="3C3C3C"/>
                </a:solidFill>
                <a:latin typeface="Trebuchet MS"/>
                <a:cs typeface="Trebuchet MS"/>
              </a:rPr>
              <a:t>or </a:t>
            </a:r>
            <a:r>
              <a:rPr sz="1800" spc="130" dirty="0">
                <a:solidFill>
                  <a:srgbClr val="3C3C3C"/>
                </a:solidFill>
                <a:latin typeface="Trebuchet MS"/>
                <a:cs typeface="Trebuchet MS"/>
              </a:rPr>
              <a:t>COBOL </a:t>
            </a:r>
            <a:r>
              <a:rPr sz="1800" spc="-80" dirty="0">
                <a:solidFill>
                  <a:srgbClr val="3C3C3C"/>
                </a:solidFill>
                <a:latin typeface="Trebuchet MS"/>
                <a:cs typeface="Trebuchet MS"/>
              </a:rPr>
              <a:t>is </a:t>
            </a:r>
            <a:r>
              <a:rPr sz="1800" spc="-110" dirty="0">
                <a:solidFill>
                  <a:srgbClr val="3C3C3C"/>
                </a:solidFill>
                <a:latin typeface="Trebuchet MS"/>
                <a:cs typeface="Trebuchet MS"/>
              </a:rPr>
              <a:t>still </a:t>
            </a:r>
            <a:r>
              <a:rPr sz="1800" spc="-80" dirty="0">
                <a:solidFill>
                  <a:srgbClr val="3C3C3C"/>
                </a:solidFill>
                <a:latin typeface="Trebuchet MS"/>
                <a:cs typeface="Trebuchet MS"/>
              </a:rPr>
              <a:t>used </a:t>
            </a:r>
            <a:r>
              <a:rPr sz="1800" spc="-45" dirty="0">
                <a:solidFill>
                  <a:srgbClr val="3C3C3C"/>
                </a:solidFill>
                <a:latin typeface="Trebuchet MS"/>
                <a:cs typeface="Trebuchet MS"/>
              </a:rPr>
              <a:t>55 </a:t>
            </a:r>
            <a:r>
              <a:rPr sz="1800" spc="-90" dirty="0">
                <a:solidFill>
                  <a:srgbClr val="3C3C3C"/>
                </a:solidFill>
                <a:latin typeface="Trebuchet MS"/>
                <a:cs typeface="Trebuchet MS"/>
              </a:rPr>
              <a:t>years </a:t>
            </a:r>
            <a:r>
              <a:rPr sz="1800" spc="-125" dirty="0">
                <a:solidFill>
                  <a:srgbClr val="3C3C3C"/>
                </a:solidFill>
                <a:latin typeface="Trebuchet MS"/>
                <a:cs typeface="Trebuchet MS"/>
              </a:rPr>
              <a:t>after </a:t>
            </a:r>
            <a:r>
              <a:rPr sz="1800" spc="-95" dirty="0">
                <a:solidFill>
                  <a:srgbClr val="3C3C3C"/>
                </a:solidFill>
                <a:latin typeface="Trebuchet MS"/>
                <a:cs typeface="Trebuchet MS"/>
              </a:rPr>
              <a:t>its </a:t>
            </a:r>
            <a:r>
              <a:rPr sz="1800" spc="-120" dirty="0">
                <a:solidFill>
                  <a:srgbClr val="3C3C3C"/>
                </a:solidFill>
                <a:latin typeface="Trebuchet MS"/>
                <a:cs typeface="Trebuchet MS"/>
              </a:rPr>
              <a:t>development. </a:t>
            </a:r>
            <a:r>
              <a:rPr sz="1800" spc="-55" dirty="0">
                <a:solidFill>
                  <a:srgbClr val="3C3C3C"/>
                </a:solidFill>
                <a:latin typeface="Trebuchet MS"/>
                <a:cs typeface="Trebuchet MS"/>
              </a:rPr>
              <a:t>Forty- </a:t>
            </a:r>
            <a:r>
              <a:rPr sz="1800" spc="-50" dirty="0">
                <a:solidFill>
                  <a:srgbClr val="3C3C3C"/>
                </a:solidFill>
                <a:latin typeface="Trebuchet MS"/>
                <a:cs typeface="Trebuchet MS"/>
              </a:rPr>
              <a:t> </a:t>
            </a:r>
            <a:r>
              <a:rPr sz="1800" spc="-114" dirty="0">
                <a:solidFill>
                  <a:srgbClr val="3C3C3C"/>
                </a:solidFill>
                <a:latin typeface="Trebuchet MS"/>
                <a:cs typeface="Trebuchet MS"/>
              </a:rPr>
              <a:t>eight</a:t>
            </a:r>
            <a:r>
              <a:rPr sz="1800" spc="-35" dirty="0">
                <a:solidFill>
                  <a:srgbClr val="3C3C3C"/>
                </a:solidFill>
                <a:latin typeface="Trebuchet MS"/>
                <a:cs typeface="Trebuchet MS"/>
              </a:rPr>
              <a:t> </a:t>
            </a:r>
            <a:r>
              <a:rPr sz="1800" spc="-100" dirty="0">
                <a:solidFill>
                  <a:srgbClr val="3C3C3C"/>
                </a:solidFill>
                <a:latin typeface="Trebuchet MS"/>
                <a:cs typeface="Trebuchet MS"/>
              </a:rPr>
              <a:t>percent</a:t>
            </a:r>
            <a:r>
              <a:rPr sz="1800" spc="-30" dirty="0">
                <a:solidFill>
                  <a:srgbClr val="3C3C3C"/>
                </a:solidFill>
                <a:latin typeface="Trebuchet MS"/>
                <a:cs typeface="Trebuchet MS"/>
              </a:rPr>
              <a:t> </a:t>
            </a:r>
            <a:r>
              <a:rPr sz="1800" spc="-95" dirty="0">
                <a:solidFill>
                  <a:srgbClr val="3C3C3C"/>
                </a:solidFill>
                <a:latin typeface="Trebuchet MS"/>
                <a:cs typeface="Trebuchet MS"/>
              </a:rPr>
              <a:t>of</a:t>
            </a:r>
            <a:r>
              <a:rPr sz="1800" spc="-35" dirty="0">
                <a:solidFill>
                  <a:srgbClr val="3C3C3C"/>
                </a:solidFill>
                <a:latin typeface="Trebuchet MS"/>
                <a:cs typeface="Trebuchet MS"/>
              </a:rPr>
              <a:t> </a:t>
            </a:r>
            <a:r>
              <a:rPr sz="1800" spc="-80" dirty="0">
                <a:solidFill>
                  <a:srgbClr val="3C3C3C"/>
                </a:solidFill>
                <a:latin typeface="Trebuchet MS"/>
                <a:cs typeface="Trebuchet MS"/>
              </a:rPr>
              <a:t>businesses</a:t>
            </a:r>
            <a:r>
              <a:rPr sz="1800" spc="-75" dirty="0">
                <a:solidFill>
                  <a:srgbClr val="3C3C3C"/>
                </a:solidFill>
                <a:latin typeface="Trebuchet MS"/>
                <a:cs typeface="Trebuchet MS"/>
              </a:rPr>
              <a:t> </a:t>
            </a:r>
            <a:r>
              <a:rPr sz="1800" spc="-120" dirty="0">
                <a:solidFill>
                  <a:srgbClr val="3C3C3C"/>
                </a:solidFill>
                <a:latin typeface="Trebuchet MS"/>
                <a:cs typeface="Trebuchet MS"/>
              </a:rPr>
              <a:t>and</a:t>
            </a:r>
            <a:r>
              <a:rPr sz="1800" spc="-40" dirty="0">
                <a:solidFill>
                  <a:srgbClr val="3C3C3C"/>
                </a:solidFill>
                <a:latin typeface="Trebuchet MS"/>
                <a:cs typeface="Trebuchet MS"/>
              </a:rPr>
              <a:t> </a:t>
            </a:r>
            <a:r>
              <a:rPr sz="1800" spc="-90" dirty="0">
                <a:solidFill>
                  <a:srgbClr val="3C3C3C"/>
                </a:solidFill>
                <a:latin typeface="Trebuchet MS"/>
                <a:cs typeface="Trebuchet MS"/>
              </a:rPr>
              <a:t>government</a:t>
            </a:r>
            <a:r>
              <a:rPr sz="1800" spc="-65" dirty="0">
                <a:solidFill>
                  <a:srgbClr val="3C3C3C"/>
                </a:solidFill>
                <a:latin typeface="Trebuchet MS"/>
                <a:cs typeface="Trebuchet MS"/>
              </a:rPr>
              <a:t> </a:t>
            </a:r>
            <a:r>
              <a:rPr sz="1800" spc="-85" dirty="0">
                <a:solidFill>
                  <a:srgbClr val="3C3C3C"/>
                </a:solidFill>
                <a:latin typeface="Trebuchet MS"/>
                <a:cs typeface="Trebuchet MS"/>
              </a:rPr>
              <a:t>organizations</a:t>
            </a:r>
            <a:r>
              <a:rPr sz="1800" spc="-75" dirty="0">
                <a:solidFill>
                  <a:srgbClr val="3C3C3C"/>
                </a:solidFill>
                <a:latin typeface="Trebuchet MS"/>
                <a:cs typeface="Trebuchet MS"/>
              </a:rPr>
              <a:t> </a:t>
            </a:r>
            <a:r>
              <a:rPr sz="1800" spc="-80" dirty="0">
                <a:solidFill>
                  <a:srgbClr val="3C3C3C"/>
                </a:solidFill>
                <a:latin typeface="Trebuchet MS"/>
                <a:cs typeface="Trebuchet MS"/>
              </a:rPr>
              <a:t>reportedly</a:t>
            </a:r>
            <a:r>
              <a:rPr sz="1800" spc="-30" dirty="0">
                <a:solidFill>
                  <a:srgbClr val="3C3C3C"/>
                </a:solidFill>
                <a:latin typeface="Trebuchet MS"/>
                <a:cs typeface="Trebuchet MS"/>
              </a:rPr>
              <a:t> </a:t>
            </a:r>
            <a:r>
              <a:rPr sz="1800" spc="-105" dirty="0">
                <a:solidFill>
                  <a:srgbClr val="3C3C3C"/>
                </a:solidFill>
                <a:latin typeface="Trebuchet MS"/>
                <a:cs typeface="Trebuchet MS"/>
              </a:rPr>
              <a:t>depend</a:t>
            </a:r>
            <a:r>
              <a:rPr sz="1800" spc="-35" dirty="0">
                <a:solidFill>
                  <a:srgbClr val="3C3C3C"/>
                </a:solidFill>
                <a:latin typeface="Trebuchet MS"/>
                <a:cs typeface="Trebuchet MS"/>
              </a:rPr>
              <a:t> </a:t>
            </a:r>
            <a:r>
              <a:rPr sz="1800" spc="-30" dirty="0">
                <a:solidFill>
                  <a:srgbClr val="3C3C3C"/>
                </a:solidFill>
                <a:latin typeface="Trebuchet MS"/>
                <a:cs typeface="Trebuchet MS"/>
              </a:rPr>
              <a:t>on</a:t>
            </a:r>
            <a:r>
              <a:rPr sz="1800" spc="-35" dirty="0">
                <a:solidFill>
                  <a:srgbClr val="3C3C3C"/>
                </a:solidFill>
                <a:latin typeface="Trebuchet MS"/>
                <a:cs typeface="Trebuchet MS"/>
              </a:rPr>
              <a:t> </a:t>
            </a:r>
            <a:r>
              <a:rPr sz="1800" spc="-90" dirty="0">
                <a:solidFill>
                  <a:srgbClr val="3C3C3C"/>
                </a:solidFill>
                <a:latin typeface="Trebuchet MS"/>
                <a:cs typeface="Trebuchet MS"/>
              </a:rPr>
              <a:t>this</a:t>
            </a:r>
            <a:r>
              <a:rPr sz="1800" spc="-35" dirty="0">
                <a:solidFill>
                  <a:srgbClr val="3C3C3C"/>
                </a:solidFill>
                <a:latin typeface="Trebuchet MS"/>
                <a:cs typeface="Trebuchet MS"/>
              </a:rPr>
              <a:t> </a:t>
            </a:r>
            <a:r>
              <a:rPr sz="1800" spc="-140" dirty="0">
                <a:solidFill>
                  <a:srgbClr val="3C3C3C"/>
                </a:solidFill>
                <a:latin typeface="Trebuchet MS"/>
                <a:cs typeface="Trebuchet MS"/>
              </a:rPr>
              <a:t>language</a:t>
            </a:r>
            <a:r>
              <a:rPr sz="1800" spc="-55" dirty="0">
                <a:solidFill>
                  <a:srgbClr val="3C3C3C"/>
                </a:solidFill>
                <a:latin typeface="Trebuchet MS"/>
                <a:cs typeface="Trebuchet MS"/>
              </a:rPr>
              <a:t> </a:t>
            </a:r>
            <a:r>
              <a:rPr sz="1800" spc="-60" dirty="0">
                <a:solidFill>
                  <a:srgbClr val="3C3C3C"/>
                </a:solidFill>
                <a:latin typeface="Trebuchet MS"/>
                <a:cs typeface="Trebuchet MS"/>
              </a:rPr>
              <a:t>more</a:t>
            </a:r>
            <a:r>
              <a:rPr sz="1800" spc="-40" dirty="0">
                <a:solidFill>
                  <a:srgbClr val="3C3C3C"/>
                </a:solidFill>
                <a:latin typeface="Trebuchet MS"/>
                <a:cs typeface="Trebuchet MS"/>
              </a:rPr>
              <a:t> </a:t>
            </a:r>
            <a:r>
              <a:rPr sz="1800" spc="-114" dirty="0">
                <a:solidFill>
                  <a:srgbClr val="3C3C3C"/>
                </a:solidFill>
                <a:latin typeface="Trebuchet MS"/>
                <a:cs typeface="Trebuchet MS"/>
              </a:rPr>
              <a:t>than</a:t>
            </a:r>
            <a:r>
              <a:rPr sz="1800" spc="-45" dirty="0">
                <a:solidFill>
                  <a:srgbClr val="3C3C3C"/>
                </a:solidFill>
                <a:latin typeface="Trebuchet MS"/>
                <a:cs typeface="Trebuchet MS"/>
              </a:rPr>
              <a:t> </a:t>
            </a:r>
            <a:r>
              <a:rPr sz="1800" spc="-85" dirty="0">
                <a:solidFill>
                  <a:srgbClr val="3C3C3C"/>
                </a:solidFill>
                <a:latin typeface="Trebuchet MS"/>
                <a:cs typeface="Trebuchet MS"/>
              </a:rPr>
              <a:t>others.</a:t>
            </a:r>
            <a:endParaRPr sz="1800">
              <a:latin typeface="Trebuchet MS"/>
              <a:cs typeface="Trebuchet MS"/>
            </a:endParaRPr>
          </a:p>
          <a:p>
            <a:pPr marL="318770" indent="-306705">
              <a:lnSpc>
                <a:spcPct val="100000"/>
              </a:lnSpc>
              <a:spcBef>
                <a:spcPts val="1035"/>
              </a:spcBef>
              <a:buClr>
                <a:srgbClr val="8BB649"/>
              </a:buClr>
              <a:buSzPct val="91666"/>
              <a:buFont typeface="Cambria"/>
              <a:buChar char="◾"/>
              <a:tabLst>
                <a:tab pos="318770" algn="l"/>
                <a:tab pos="319405" algn="l"/>
              </a:tabLst>
            </a:pPr>
            <a:r>
              <a:rPr sz="1800" spc="-60" dirty="0">
                <a:solidFill>
                  <a:srgbClr val="3C3C3C"/>
                </a:solidFill>
                <a:latin typeface="Trebuchet MS"/>
                <a:cs typeface="Trebuchet MS"/>
              </a:rPr>
              <a:t>Discontinued</a:t>
            </a:r>
            <a:r>
              <a:rPr sz="1800" spc="-75" dirty="0">
                <a:solidFill>
                  <a:srgbClr val="3C3C3C"/>
                </a:solidFill>
                <a:latin typeface="Trebuchet MS"/>
                <a:cs typeface="Trebuchet MS"/>
              </a:rPr>
              <a:t> </a:t>
            </a:r>
            <a:r>
              <a:rPr sz="1800" spc="-45" dirty="0">
                <a:solidFill>
                  <a:srgbClr val="3C3C3C"/>
                </a:solidFill>
                <a:latin typeface="Trebuchet MS"/>
                <a:cs typeface="Trebuchet MS"/>
              </a:rPr>
              <a:t>Oracle</a:t>
            </a:r>
            <a:r>
              <a:rPr sz="1800" spc="-25" dirty="0">
                <a:solidFill>
                  <a:srgbClr val="3C3C3C"/>
                </a:solidFill>
                <a:latin typeface="Trebuchet MS"/>
                <a:cs typeface="Trebuchet MS"/>
              </a:rPr>
              <a:t> </a:t>
            </a:r>
            <a:r>
              <a:rPr sz="1800" spc="-90" dirty="0">
                <a:solidFill>
                  <a:srgbClr val="3C3C3C"/>
                </a:solidFill>
                <a:latin typeface="Trebuchet MS"/>
                <a:cs typeface="Trebuchet MS"/>
              </a:rPr>
              <a:t>products:</a:t>
            </a:r>
            <a:r>
              <a:rPr sz="1800" spc="-220" dirty="0">
                <a:solidFill>
                  <a:srgbClr val="3C3C3C"/>
                </a:solidFill>
                <a:latin typeface="Trebuchet MS"/>
                <a:cs typeface="Trebuchet MS"/>
              </a:rPr>
              <a:t> </a:t>
            </a:r>
            <a:r>
              <a:rPr sz="1800" spc="-45" dirty="0">
                <a:solidFill>
                  <a:srgbClr val="3C3C3C"/>
                </a:solidFill>
                <a:latin typeface="Trebuchet MS"/>
                <a:cs typeface="Trebuchet MS"/>
              </a:rPr>
              <a:t>Oracle</a:t>
            </a:r>
            <a:r>
              <a:rPr sz="1800" spc="-30" dirty="0">
                <a:solidFill>
                  <a:srgbClr val="3C3C3C"/>
                </a:solidFill>
                <a:latin typeface="Trebuchet MS"/>
                <a:cs typeface="Trebuchet MS"/>
              </a:rPr>
              <a:t> </a:t>
            </a:r>
            <a:r>
              <a:rPr sz="1800" spc="-125" dirty="0">
                <a:solidFill>
                  <a:srgbClr val="3C3C3C"/>
                </a:solidFill>
                <a:latin typeface="Trebuchet MS"/>
                <a:cs typeface="Trebuchet MS"/>
              </a:rPr>
              <a:t>database</a:t>
            </a:r>
            <a:r>
              <a:rPr sz="1800" spc="-55" dirty="0">
                <a:solidFill>
                  <a:srgbClr val="3C3C3C"/>
                </a:solidFill>
                <a:latin typeface="Trebuchet MS"/>
                <a:cs typeface="Trebuchet MS"/>
              </a:rPr>
              <a:t> </a:t>
            </a:r>
            <a:r>
              <a:rPr sz="1800" spc="-90" dirty="0">
                <a:solidFill>
                  <a:srgbClr val="3C3C3C"/>
                </a:solidFill>
                <a:latin typeface="Trebuchet MS"/>
                <a:cs typeface="Trebuchet MS"/>
              </a:rPr>
              <a:t>software</a:t>
            </a:r>
            <a:r>
              <a:rPr sz="1800" spc="-50" dirty="0">
                <a:solidFill>
                  <a:srgbClr val="3C3C3C"/>
                </a:solidFill>
                <a:latin typeface="Trebuchet MS"/>
                <a:cs typeface="Trebuchet MS"/>
              </a:rPr>
              <a:t> </a:t>
            </a:r>
            <a:r>
              <a:rPr sz="1800" spc="-80" dirty="0">
                <a:solidFill>
                  <a:srgbClr val="3C3C3C"/>
                </a:solidFill>
                <a:latin typeface="Trebuchet MS"/>
                <a:cs typeface="Trebuchet MS"/>
              </a:rPr>
              <a:t>such</a:t>
            </a:r>
            <a:r>
              <a:rPr sz="1800" spc="-60" dirty="0">
                <a:solidFill>
                  <a:srgbClr val="3C3C3C"/>
                </a:solidFill>
                <a:latin typeface="Trebuchet MS"/>
                <a:cs typeface="Trebuchet MS"/>
              </a:rPr>
              <a:t> </a:t>
            </a:r>
            <a:r>
              <a:rPr sz="1800" spc="-110" dirty="0">
                <a:solidFill>
                  <a:srgbClr val="3C3C3C"/>
                </a:solidFill>
                <a:latin typeface="Trebuchet MS"/>
                <a:cs typeface="Trebuchet MS"/>
              </a:rPr>
              <a:t>as</a:t>
            </a:r>
            <a:r>
              <a:rPr sz="1800" spc="-40" dirty="0">
                <a:solidFill>
                  <a:srgbClr val="3C3C3C"/>
                </a:solidFill>
                <a:latin typeface="Trebuchet MS"/>
                <a:cs typeface="Trebuchet MS"/>
              </a:rPr>
              <a:t> </a:t>
            </a:r>
            <a:r>
              <a:rPr sz="1800" spc="-70" dirty="0">
                <a:solidFill>
                  <a:srgbClr val="3C3C3C"/>
                </a:solidFill>
                <a:latin typeface="Trebuchet MS"/>
                <a:cs typeface="Trebuchet MS"/>
              </a:rPr>
              <a:t>E-Business</a:t>
            </a:r>
            <a:r>
              <a:rPr sz="1800" spc="-45" dirty="0">
                <a:solidFill>
                  <a:srgbClr val="3C3C3C"/>
                </a:solidFill>
                <a:latin typeface="Trebuchet MS"/>
                <a:cs typeface="Trebuchet MS"/>
              </a:rPr>
              <a:t> </a:t>
            </a:r>
            <a:r>
              <a:rPr sz="1800" spc="-100" dirty="0">
                <a:solidFill>
                  <a:srgbClr val="3C3C3C"/>
                </a:solidFill>
                <a:latin typeface="Trebuchet MS"/>
                <a:cs typeface="Trebuchet MS"/>
              </a:rPr>
              <a:t>Suite</a:t>
            </a:r>
            <a:r>
              <a:rPr sz="1800" spc="-40" dirty="0">
                <a:solidFill>
                  <a:srgbClr val="3C3C3C"/>
                </a:solidFill>
                <a:latin typeface="Trebuchet MS"/>
                <a:cs typeface="Trebuchet MS"/>
              </a:rPr>
              <a:t> </a:t>
            </a:r>
            <a:r>
              <a:rPr sz="1800" spc="-120" dirty="0">
                <a:solidFill>
                  <a:srgbClr val="3C3C3C"/>
                </a:solidFill>
                <a:latin typeface="Trebuchet MS"/>
                <a:cs typeface="Trebuchet MS"/>
              </a:rPr>
              <a:t>and</a:t>
            </a:r>
            <a:r>
              <a:rPr sz="1800" spc="-45" dirty="0">
                <a:solidFill>
                  <a:srgbClr val="3C3C3C"/>
                </a:solidFill>
                <a:latin typeface="Trebuchet MS"/>
                <a:cs typeface="Trebuchet MS"/>
              </a:rPr>
              <a:t> </a:t>
            </a:r>
            <a:r>
              <a:rPr sz="1800" spc="-95" dirty="0">
                <a:solidFill>
                  <a:srgbClr val="3C3C3C"/>
                </a:solidFill>
                <a:latin typeface="Trebuchet MS"/>
                <a:cs typeface="Trebuchet MS"/>
              </a:rPr>
              <a:t>Peoplesoft</a:t>
            </a:r>
            <a:endParaRPr sz="1800">
              <a:latin typeface="Trebuchet MS"/>
              <a:cs typeface="Trebuchet MS"/>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90" dirty="0"/>
              <a:t>SOFTWARE</a:t>
            </a:r>
            <a:r>
              <a:rPr spc="-90" dirty="0"/>
              <a:t> </a:t>
            </a:r>
            <a:r>
              <a:rPr spc="90" dirty="0"/>
              <a:t>DEVELOPMENT</a:t>
            </a:r>
            <a:r>
              <a:rPr spc="-90" dirty="0"/>
              <a:t> </a:t>
            </a:r>
            <a:r>
              <a:rPr spc="95" dirty="0"/>
              <a:t>MYTHS</a:t>
            </a:r>
          </a:p>
        </p:txBody>
      </p:sp>
      <p:pic>
        <p:nvPicPr>
          <p:cNvPr id="3" name="object 3"/>
          <p:cNvPicPr/>
          <p:nvPr/>
        </p:nvPicPr>
        <p:blipFill>
          <a:blip r:embed="rId2" cstate="print"/>
          <a:stretch>
            <a:fillRect/>
          </a:stretch>
        </p:blipFill>
        <p:spPr>
          <a:xfrm>
            <a:off x="705776" y="2464059"/>
            <a:ext cx="10847338" cy="1953811"/>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436" y="614172"/>
            <a:ext cx="11309985" cy="1190625"/>
          </a:xfrm>
          <a:prstGeom prst="rect">
            <a:avLst/>
          </a:prstGeom>
          <a:solidFill>
            <a:srgbClr val="366657"/>
          </a:solidFill>
        </p:spPr>
        <p:txBody>
          <a:bodyPr vert="horz" wrap="square" lIns="0" tIns="1905" rIns="0" bIns="0" rtlCol="0">
            <a:spAutoFit/>
          </a:bodyPr>
          <a:lstStyle/>
          <a:p>
            <a:pPr>
              <a:lnSpc>
                <a:spcPct val="100000"/>
              </a:lnSpc>
              <a:spcBef>
                <a:spcPts val="15"/>
              </a:spcBef>
            </a:pPr>
            <a:endParaRPr sz="4200">
              <a:latin typeface="Times New Roman"/>
              <a:cs typeface="Times New Roman"/>
            </a:endParaRPr>
          </a:p>
          <a:p>
            <a:pPr marL="231775">
              <a:lnSpc>
                <a:spcPct val="100000"/>
              </a:lnSpc>
            </a:pPr>
            <a:r>
              <a:rPr spc="90" dirty="0"/>
              <a:t>SOFTWARE</a:t>
            </a:r>
            <a:r>
              <a:rPr spc="-90" dirty="0"/>
              <a:t> </a:t>
            </a:r>
            <a:r>
              <a:rPr spc="90" dirty="0"/>
              <a:t>DEVELOPMENT</a:t>
            </a:r>
            <a:r>
              <a:rPr spc="-90" dirty="0"/>
              <a:t> </a:t>
            </a:r>
            <a:r>
              <a:rPr spc="95" dirty="0"/>
              <a:t>MYTHS</a:t>
            </a:r>
          </a:p>
        </p:txBody>
      </p:sp>
      <p:grpSp>
        <p:nvGrpSpPr>
          <p:cNvPr id="3" name="object 3"/>
          <p:cNvGrpSpPr/>
          <p:nvPr/>
        </p:nvGrpSpPr>
        <p:grpSpPr>
          <a:xfrm>
            <a:off x="562355" y="2258567"/>
            <a:ext cx="11325225" cy="4555490"/>
            <a:chOff x="562355" y="2258567"/>
            <a:chExt cx="11325225" cy="4555490"/>
          </a:xfrm>
        </p:grpSpPr>
        <p:pic>
          <p:nvPicPr>
            <p:cNvPr id="4" name="object 4"/>
            <p:cNvPicPr/>
            <p:nvPr/>
          </p:nvPicPr>
          <p:blipFill>
            <a:blip r:embed="rId2" cstate="print"/>
            <a:stretch>
              <a:fillRect/>
            </a:stretch>
          </p:blipFill>
          <p:spPr>
            <a:xfrm>
              <a:off x="580643" y="2258567"/>
              <a:ext cx="11119104" cy="1013460"/>
            </a:xfrm>
            <a:prstGeom prst="rect">
              <a:avLst/>
            </a:prstGeom>
          </p:spPr>
        </p:pic>
        <p:pic>
          <p:nvPicPr>
            <p:cNvPr id="5" name="object 5"/>
            <p:cNvPicPr/>
            <p:nvPr/>
          </p:nvPicPr>
          <p:blipFill>
            <a:blip r:embed="rId3" cstate="print"/>
            <a:stretch>
              <a:fillRect/>
            </a:stretch>
          </p:blipFill>
          <p:spPr>
            <a:xfrm>
              <a:off x="562355" y="3247642"/>
              <a:ext cx="11324844" cy="3566158"/>
            </a:xfrm>
            <a:prstGeom prst="rect">
              <a:avLst/>
            </a:prstGeom>
          </p:spPr>
        </p:pic>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TotalTime>
  <Words>1106</Words>
  <Application>Microsoft Office PowerPoint</Application>
  <PresentationFormat>Widescreen</PresentationFormat>
  <Paragraphs>105</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Calibri</vt:lpstr>
      <vt:lpstr>Cambria</vt:lpstr>
      <vt:lpstr>Söhne</vt:lpstr>
      <vt:lpstr>Times New Roman</vt:lpstr>
      <vt:lpstr>Trebuchet MS</vt:lpstr>
      <vt:lpstr>Wingdings</vt:lpstr>
      <vt:lpstr>Office Theme</vt:lpstr>
      <vt:lpstr>SEN-220 SOFTWARE ENGINEERING THE NATURE OF SOFTWARE</vt:lpstr>
      <vt:lpstr>PowerPoint Presentation</vt:lpstr>
      <vt:lpstr> INTRODUCTION TO SOFTWARE ENGINEERING</vt:lpstr>
      <vt:lpstr> INTRODUCTION TO SOFTWARE ENGINEERING</vt:lpstr>
      <vt:lpstr> OBJECTIVES OF SOFTWARE ENGINEERING-MAINTAINABILITY</vt:lpstr>
      <vt:lpstr> OBJECTIVES OF SOFTWARE ENGINEERING-EFFICIENCY</vt:lpstr>
      <vt:lpstr> OBJECTIVES OF SOFTWARE ENGINEERING-CORRECTNESS</vt:lpstr>
      <vt:lpstr> OBJECTIVES OF SOFTWARE ENGINEERING-REUSABILITY</vt:lpstr>
      <vt:lpstr> OBJECTIVES OF SOFTWARE ENGINEERING-TESTABILITY</vt:lpstr>
      <vt:lpstr> OBJECTIVES OF SOFTWARE ENGINEERING-RELIABILITY</vt:lpstr>
      <vt:lpstr> OBJECTIVES OF SOFTWARE ENGINEERING-PORTABILITY</vt:lpstr>
      <vt:lpstr> OBJECTIVES OF SOFTWARE ENGINEERING-ADAPTABILITY</vt:lpstr>
      <vt:lpstr> OBJECTIVES OF SOFTWARE ENGINEERING-INTEROPERABILITY</vt:lpstr>
      <vt:lpstr> PROGRAM VS SOFTWARE PRODUCT</vt:lpstr>
      <vt:lpstr> SOFTWARE APPLICATION DOMAINS-SYSTEM SOFTWARE</vt:lpstr>
      <vt:lpstr> SOFTWARE APPLICATION DOMAINS-APPLICATION SOFTWARE</vt:lpstr>
      <vt:lpstr>SOFTWARE APPLICATION DOMAINS-ENGINEERING/SCIENTIFIC  SOFTWARE</vt:lpstr>
      <vt:lpstr>SOFTWARE APPLICATION DOMAINS- EMBEDDED SOFTWARE  APPLICATIONS</vt:lpstr>
      <vt:lpstr> SOFTWARE APPLICATION DOMAINS-WEB/MOBILE APPLICATIONS</vt:lpstr>
      <vt:lpstr>SOFTWARE APPLICATION DOMAINS-ARTIFICIAL INTELLIGENCE  SOFTWARE</vt:lpstr>
      <vt:lpstr>Software does not wear out but Legacy </vt:lpstr>
      <vt:lpstr>Legacy Software </vt:lpstr>
      <vt:lpstr>Legacy Software </vt:lpstr>
      <vt:lpstr> LEGACY SOFTWARE</vt:lpstr>
      <vt:lpstr> LEGACY SOFTWARE-EXAMPLES</vt:lpstr>
      <vt:lpstr> SOFTWARE DEVELOPMENT MYTHS</vt:lpstr>
      <vt:lpstr> SOFTWARE DEVELOPMENT MYTHS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Reema Qaiser BUKC</dc:creator>
  <cp:lastModifiedBy>BUKC</cp:lastModifiedBy>
  <cp:revision>10</cp:revision>
  <dcterms:created xsi:type="dcterms:W3CDTF">2023-09-20T07:10:43Z</dcterms:created>
  <dcterms:modified xsi:type="dcterms:W3CDTF">2024-09-12T04:15:20Z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2022-09-27T00:00:00Z</vt:filetime>
  </property>
  <property fmtid="{D5CDD505-2E9C-101B-9397-08002B2CF9AE}" pid="3" name="Creator">
    <vt:lpwstr>Microsoft® PowerPoint® for Microsoft 365</vt:lpwstr>
  </property>
  <property fmtid="{D5CDD505-2E9C-101B-9397-08002B2CF9AE}" pid="4" name="LastSaved">
    <vt:filetime>2023-09-20T00:00:00Z</vt:filetime>
  </property>
</Properties>
</file>