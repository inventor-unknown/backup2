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56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79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98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1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23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65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5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65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88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88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92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2AE95-7411-44FF-A13E-C6DDE7A185AF}" type="datetimeFigureOut">
              <a:rPr lang="en-GB" smtClean="0"/>
              <a:t>18/02/2025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1980-BE87-4CC6-BF3B-B70446A2D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37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8686" y="3458346"/>
            <a:ext cx="9144000" cy="1655762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#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</a:t>
            </a:r>
          </a:p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ROW FUNCTIONS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150"/>
            <a:ext cx="4030513" cy="10514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85404" y="2092664"/>
            <a:ext cx="89437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CSL-220: Database Management Systems Lab</a:t>
            </a:r>
            <a:b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600" dirty="0"/>
          </a:p>
        </p:txBody>
      </p:sp>
      <p:sp>
        <p:nvSpPr>
          <p:cNvPr id="6" name="Rectangle 5"/>
          <p:cNvSpPr/>
          <p:nvPr/>
        </p:nvSpPr>
        <p:spPr>
          <a:xfrm>
            <a:off x="3484322" y="5895015"/>
            <a:ext cx="55176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Engr. Hareem Fatima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01155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ROW FUNCTIONS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Single-row 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in SQL operate on single rows to produce a result based on each row. 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them are enlisted below.</a:t>
            </a:r>
          </a:p>
          <a:p>
            <a:pPr lvl="0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 Functions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Character/String Functions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Functions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Functions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General/Miscellaneous Functions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21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9201"/>
            <a:ext cx="10515600" cy="48190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functions in SQL operate on numeric values and return a numeric result.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ABS(x): 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absolute value of x.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CEIL(x) / CEILING(x): 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smallest integer greater than or equal to x.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FLOOR(x): 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largest integer less than or equal to x.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ROUND(</a:t>
            </a:r>
            <a:r>
              <a:rPr lang="en-GB" sz="3200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x,n</a:t>
            </a:r>
            <a:r>
              <a:rPr lang="en-GB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Rounds x to n decimal places (default is 0).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SQRT(x):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square root of a number.</a:t>
            </a:r>
            <a:endParaRPr lang="en-GB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94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CHARACTER/STRING FUNCTIONS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0605"/>
            <a:ext cx="10515600" cy="49508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functions accept character inputs and can return either characters or number values as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UPPER(string):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all characters in a string to uppercase.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LOWER(string):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all characters in a string to lowercase.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LENGTH(string):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length of the string.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CONCAT(string1, string2):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Concatenates two strings.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CHARINDEX(‘string to be searched’, col):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numeric position of a named character.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REPLACE(string, from, to):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a text expression for a character string and, if found, replaces it with a specified replacement string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SUBSTRING(</a:t>
            </a: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string,x,n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extract a specific part of a string.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48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 FUNCTIONS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5659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Operate on values of date data.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GETDATE():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current date and time.</a:t>
            </a:r>
          </a:p>
          <a:p>
            <a:pPr algn="just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DATEADD():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Adds month, day or year to specified date.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DATENAME():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eturns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specified date or time part (e.g., month name, day name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).It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more human-readable output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DATEPART():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integer value of a specified part of a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date. It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an integer representing the specified date or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</a:p>
          <a:p>
            <a:pPr algn="just"/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DATEDIFF():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difference between the dates.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FORMAT(date, format):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date or timestamp to a specified format.</a:t>
            </a:r>
          </a:p>
        </p:txBody>
      </p:sp>
    </p:spTree>
    <p:extLst>
      <p:ext uri="{BB962C8B-B14F-4D97-AF65-F5344CB8AC3E}">
        <p14:creationId xmlns:p14="http://schemas.microsoft.com/office/powerpoint/2010/main" val="391395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068" y="147411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4" y="1403304"/>
            <a:ext cx="11440886" cy="55113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DATEADD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twomonthsahead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DATEADD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2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twodaysahead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DATEADD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twoyearsago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CurrentMonth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CurrentDate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WEEKDAY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DATENAME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Currentyear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MONTH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CurrentMonth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CurrentDate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WEEKDAY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CurrentDay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DATEPART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'2-19-2025'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Currentyear</a:t>
            </a:r>
            <a:r>
              <a:rPr lang="en-GB" sz="1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867" y="3348189"/>
            <a:ext cx="6073322" cy="9886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66" y="5125972"/>
            <a:ext cx="6326363" cy="11572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865" y="1638892"/>
            <a:ext cx="5765078" cy="65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4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DATEDIFF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HOUR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'2-18-2025'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hours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DATEDIFF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MINUTE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'2-18-2025'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minutes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DATEDIFF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SECOND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nsolas" panose="020B0609020204030204" pitchFamily="49" charset="0"/>
              </a:rPr>
              <a:t>'2-18-2025'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seconds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empno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ename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GB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400" dirty="0" err="1" smtClean="0">
                <a:solidFill>
                  <a:srgbClr val="FF00FF"/>
                </a:solidFill>
                <a:latin typeface="Consolas" panose="020B0609020204030204" pitchFamily="49" charset="0"/>
              </a:rPr>
              <a:t>datediff</a:t>
            </a:r>
            <a:r>
              <a:rPr lang="en-GB" sz="24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 smtClean="0">
                <a:solidFill>
                  <a:srgbClr val="FF00FF"/>
                </a:solidFill>
                <a:latin typeface="Consolas" panose="020B0609020204030204" pitchFamily="49" charset="0"/>
              </a:rPr>
              <a:t>year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HIREDATE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GB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yearstillnow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sz="24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sz="2400" dirty="0" smtClean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6553" y="3651726"/>
            <a:ext cx="2419688" cy="30865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238" y="1319945"/>
            <a:ext cx="3163436" cy="9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6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empno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FORMAT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hiredate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dirty="0" err="1">
                <a:solidFill>
                  <a:srgbClr val="FF0000"/>
                </a:solidFill>
                <a:latin typeface="Consolas" panose="020B0609020204030204" pitchFamily="49" charset="0"/>
              </a:rPr>
              <a:t>dd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-MMM-</a:t>
            </a:r>
            <a:r>
              <a:rPr lang="en-GB" dirty="0" err="1">
                <a:solidFill>
                  <a:srgbClr val="FF0000"/>
                </a:solidFill>
                <a:latin typeface="Consolas" panose="020B0609020204030204" pitchFamily="49" charset="0"/>
              </a:rPr>
              <a:t>yyyy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formatted_hire_date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168" y="2443738"/>
            <a:ext cx="2896312" cy="43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7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FUNCTIONS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functions in SQL are used to convert one data type to another. These functions help ensure compatibility between different data types within SQL queries.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CAST(x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endParaRPr lang="en-US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AutoNum type="arabicPeriod"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CONVERT():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(especially for dates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be used for data type conversion and formatting </a:t>
            </a:r>
          </a:p>
          <a:p>
            <a:pPr marL="0" indent="0" algn="just">
              <a:buNone/>
            </a:pP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stdName</a:t>
            </a:r>
            <a:r>
              <a:rPr lang="en-GB" dirty="0" smtClean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lang="en-GB" dirty="0" smtClean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GB" dirty="0" smtClean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StdDOB</a:t>
            </a:r>
            <a:r>
              <a:rPr lang="en-GB" dirty="0" smtClean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101</a:t>
            </a:r>
            <a:r>
              <a:rPr lang="en-GB" dirty="0" smtClean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GB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formatted_date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GB" dirty="0" smtClean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0376" y="3323192"/>
            <a:ext cx="2916823" cy="33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9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896" y="640977"/>
            <a:ext cx="994519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stdName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100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formatted_date1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101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USA_STANDARD_Format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102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formatted_date3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103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British_French_format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110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USA_FORMAT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StdDOB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120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ODBC 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8" y="3609686"/>
            <a:ext cx="11377815" cy="299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8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GENERAL/CONDITIONAL FUNCTIONS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494"/>
            <a:ext cx="10839994" cy="508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perform various operations on data and are often used for data manipulation, conversion, and control flow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COALESCE ():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eturn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non-null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expression.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particularly useful when dealing with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columns or situations where you want to provide a default value if a column has a null value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stdName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FF00FF"/>
                </a:solidFill>
                <a:latin typeface="Consolas" panose="020B0609020204030204" pitchFamily="49" charset="0"/>
              </a:rPr>
              <a:t>COALESCE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stdaddress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dirty="0" err="1">
                <a:solidFill>
                  <a:srgbClr val="FF0000"/>
                </a:solidFill>
                <a:latin typeface="Consolas" panose="020B0609020204030204" pitchFamily="49" charset="0"/>
              </a:rPr>
              <a:t>NotAvailable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updatedContact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378" y="3774317"/>
            <a:ext cx="2421422" cy="330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4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 smtClean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198" y="809962"/>
            <a:ext cx="10199915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 startAt="2"/>
            </a:pP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ISNULL():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replace NULL values with a specified replacement value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takes only 2 arguments.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stdname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stdemail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Stdphone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CASE():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expression, similar to the </a:t>
            </a:r>
            <a:r>
              <a:rPr lang="en-GB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IF-THEN-ELSE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structure. </a:t>
            </a:r>
          </a:p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WHEN condition1 THEN result1</a:t>
            </a:r>
          </a:p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WHEN condition2 THEN result2</a:t>
            </a:r>
          </a:p>
          <a:p>
            <a:r>
              <a:rPr lang="en-GB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ELSE </a:t>
            </a:r>
            <a:r>
              <a:rPr lang="en-GB" sz="28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defaultResult</a:t>
            </a:r>
            <a:endParaRPr lang="en-GB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85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39431"/>
            <a:ext cx="1097933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GB" dirty="0" smtClean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ename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job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 smtClean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500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1500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'low salary'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1500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3000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'average salary'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3000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4000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'above </a:t>
            </a:r>
            <a:r>
              <a:rPr lang="en-GB" dirty="0" smtClean="0">
                <a:solidFill>
                  <a:srgbClr val="FF0000"/>
                </a:solidFill>
                <a:latin typeface="Consolas" panose="020B0609020204030204" pitchFamily="49" charset="0"/>
              </a:rPr>
              <a:t>average salary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4000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'high salary'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'lowest salary'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Condition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217" y="118843"/>
            <a:ext cx="3787235" cy="35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2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8754" y="864215"/>
            <a:ext cx="1039367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top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5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employee_id</a:t>
            </a:r>
            <a:r>
              <a:rPr lang="en-GB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first_name</a:t>
            </a:r>
            <a:r>
              <a:rPr lang="en-GB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last_name</a:t>
            </a:r>
            <a:endParaRPr lang="en-GB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employees</a:t>
            </a:r>
          </a:p>
          <a:p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first_name</a:t>
            </a:r>
            <a:endParaRPr lang="en-GB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35" y="2421231"/>
            <a:ext cx="9488516" cy="386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3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822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SINGLE ROW FUNCTIONS</vt:lpstr>
      <vt:lpstr>NUMERIC FUNCTIONS</vt:lpstr>
      <vt:lpstr>CHARACTER/STRING FUNCTIONS</vt:lpstr>
      <vt:lpstr>DATE FUNCTIONS</vt:lpstr>
      <vt:lpstr>EXAMPLES</vt:lpstr>
      <vt:lpstr>EXAMPLES</vt:lpstr>
      <vt:lpstr>EXAMPLES</vt:lpstr>
      <vt:lpstr>CONVERSION FUNCTIONS</vt:lpstr>
      <vt:lpstr>PowerPoint Presentation</vt:lpstr>
      <vt:lpstr>GENERAL/CONDITIONAL FUNCTIONS</vt:lpstr>
      <vt:lpstr>PowerPoint Presentation</vt:lpstr>
      <vt:lpstr>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# 3</dc:title>
  <dc:creator>USER</dc:creator>
  <cp:lastModifiedBy>USER</cp:lastModifiedBy>
  <cp:revision>62</cp:revision>
  <dcterms:created xsi:type="dcterms:W3CDTF">2024-03-06T18:01:21Z</dcterms:created>
  <dcterms:modified xsi:type="dcterms:W3CDTF">2025-02-18T09:56:16Z</dcterms:modified>
</cp:coreProperties>
</file>