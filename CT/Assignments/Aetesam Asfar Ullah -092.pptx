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Alice"/>
      <p:regular r:id="rId14"/>
    </p:embeddedFont>
    <p:embeddedFont>
      <p:font typeface="Alice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65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Power of Now: Finding Freedom in the Present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142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Explore Eckhart Tolle's transformative book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Power of Now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Learn how to experience life fully by embracing presence.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952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 will cover key concepts: disidentifying from the mind, living in the present, and acceptance.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800725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5776198"/>
            <a:ext cx="234065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by Aetesam Asfar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0702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You Are Not Your Mind: Disidentification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2763083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980396" y="276308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thinker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980396" y="3228856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Constant stream of thoughts is separate from your true self.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80190" y="4031456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6980396" y="403145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Observing thoughts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980396" y="4497229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Notice thoughts without judgment, like watching clouds pass.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80190" y="5299829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6980396" y="529982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Pain-body awareness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80396" y="5765602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Recognize emotional pain linked to past, without identifying with it.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80190" y="656820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6980396" y="656820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Meditation practice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80396" y="7033974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 minutes daily to observe mind and disconnect from it.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755344"/>
            <a:ext cx="5819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Understanding the Ego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False self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5215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Ego is a mental construct creating separation and control needs.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5443776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Suffering source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43776" y="45215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Ego's identification with form causes pain and unhappiness.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9866948" y="4031099"/>
            <a:ext cx="3324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Negative thought patterns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66948" y="45215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 of thoughts are repetitive and focus on negativity.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97594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Present Moment: The Only Reality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Illusion of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 and future exist only in the mind.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Peace is found by focusing on the Now.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85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Effects of time fixation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75% of worries about future are unfounded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918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Regret comes from dwelling on the past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64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88162"/>
            <a:ext cx="886063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Acceptance of What Is: Surrender and Transformation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070033"/>
            <a:ext cx="737116" cy="8845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2005" y="421743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 of acceptance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752005" y="4536162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Resisting the present intensifies suffering.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54548"/>
            <a:ext cx="737116" cy="8845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2005" y="510194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Choose acceptance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752005" y="5420678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"Accept the present moment as if chosen."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39063"/>
            <a:ext cx="737116" cy="8845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2005" y="5986463"/>
            <a:ext cx="192190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Inner peace foundation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752005" y="6305193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Acceptance enables peace and opens paths to change.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723578"/>
            <a:ext cx="737116" cy="884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2005" y="687097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Example situation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1752005" y="7189708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challenges without judgment, foster transformation.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56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Transforming Suffering Through Acceptance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333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Resistance hurts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3237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Fighting reality worsens pain.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91346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Acceptance heals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40388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Welcoming situations eases suffering.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9936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4993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Growth opportunity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48401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Challenges can spark learning and new paths.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60737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2324695" y="6073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Stress reduction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56415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60% less stress with daily acceptance practice.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Personal Reflection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2025-04-27T20:36:48Z</dcterms:created>
  <dcterms:modified xsi:type="dcterms:W3CDTF">2025-04-27T20:36:48Z</dcterms:modified>
</cp:coreProperties>
</file>