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9" r:id="rId1"/>
  </p:sldMasterIdLst>
  <p:notesMasterIdLst>
    <p:notesMasterId r:id="rId14"/>
  </p:notesMasterIdLst>
  <p:handoutMasterIdLst>
    <p:handoutMasterId r:id="rId15"/>
  </p:handoutMasterIdLst>
  <p:sldIdLst>
    <p:sldId id="330" r:id="rId2"/>
    <p:sldId id="331" r:id="rId3"/>
    <p:sldId id="319" r:id="rId4"/>
    <p:sldId id="320" r:id="rId5"/>
    <p:sldId id="321" r:id="rId6"/>
    <p:sldId id="322" r:id="rId7"/>
    <p:sldId id="297" r:id="rId8"/>
    <p:sldId id="261" r:id="rId9"/>
    <p:sldId id="294" r:id="rId10"/>
    <p:sldId id="323" r:id="rId11"/>
    <p:sldId id="324" r:id="rId12"/>
    <p:sldId id="296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pitchFamily="33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321" autoAdjust="0"/>
    <p:restoredTop sz="87689" autoAdjust="0"/>
  </p:normalViewPr>
  <p:slideViewPr>
    <p:cSldViewPr>
      <p:cViewPr varScale="1">
        <p:scale>
          <a:sx n="77" d="100"/>
          <a:sy n="77" d="100"/>
        </p:scale>
        <p:origin x="147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5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_rels/viewProps.xml.rels><?xml version="1.0" encoding="UTF-8" standalone="yes"?>
<Relationships xmlns="http://schemas.openxmlformats.org/package/2006/relationships"><Relationship Id="rId3" Type="http://schemas.openxmlformats.org/officeDocument/2006/relationships/slide" Target="slides/slide9.xml"/><Relationship Id="rId2" Type="http://schemas.openxmlformats.org/officeDocument/2006/relationships/slide" Target="slides/slide8.xml"/><Relationship Id="rId1" Type="http://schemas.openxmlformats.org/officeDocument/2006/relationships/slide" Target="slides/slid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C30105-BBE0-F74F-A388-D0D0D0C8543C}" type="doc">
      <dgm:prSet loTypeId="urn:microsoft.com/office/officeart/2005/8/layout/vList2" loCatId="list" qsTypeId="urn:microsoft.com/office/officeart/2005/8/quickstyle/simple4" qsCatId="simple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7C013D74-4496-6145-974D-3AD7B3DF03D9}">
      <dgm:prSet/>
      <dgm:spPr/>
      <dgm:t>
        <a:bodyPr/>
        <a:lstStyle/>
        <a:p>
          <a:pPr rtl="0"/>
          <a:r>
            <a:rPr lang="en-US" b="1" dirty="0"/>
            <a:t>Software</a:t>
          </a:r>
        </a:p>
      </dgm:t>
    </dgm:pt>
    <dgm:pt modelId="{FD5101E8-59C9-984B-946A-F1CD6221CEF5}" type="parTrans" cxnId="{CC9F5922-37AD-B248-AF43-253EB23D1B0E}">
      <dgm:prSet/>
      <dgm:spPr/>
      <dgm:t>
        <a:bodyPr/>
        <a:lstStyle/>
        <a:p>
          <a:endParaRPr lang="en-US"/>
        </a:p>
      </dgm:t>
    </dgm:pt>
    <dgm:pt modelId="{EB825CBB-6EAB-174F-8D70-872CE0C06302}" type="sibTrans" cxnId="{CC9F5922-37AD-B248-AF43-253EB23D1B0E}">
      <dgm:prSet/>
      <dgm:spPr/>
      <dgm:t>
        <a:bodyPr/>
        <a:lstStyle/>
        <a:p>
          <a:endParaRPr lang="en-US"/>
        </a:p>
      </dgm:t>
    </dgm:pt>
    <dgm:pt modelId="{33B2E1D5-7076-B64B-A7DA-BF991DF39737}">
      <dgm:prSet/>
      <dgm:spPr/>
      <dgm:t>
        <a:bodyPr/>
        <a:lstStyle/>
        <a:p>
          <a:pPr rtl="0"/>
          <a:r>
            <a:rPr lang="en-US" dirty="0"/>
            <a:t>A sequence of codes or instructions</a:t>
          </a:r>
        </a:p>
      </dgm:t>
    </dgm:pt>
    <dgm:pt modelId="{0552F9CF-6805-9F44-A08C-A640CECAE02A}" type="parTrans" cxnId="{8D54DEB6-2CB9-C649-AED1-FDF20EC35323}">
      <dgm:prSet/>
      <dgm:spPr/>
      <dgm:t>
        <a:bodyPr/>
        <a:lstStyle/>
        <a:p>
          <a:endParaRPr lang="en-US"/>
        </a:p>
      </dgm:t>
    </dgm:pt>
    <dgm:pt modelId="{DAE790BE-2467-CB43-8CEB-39796D3F9248}" type="sibTrans" cxnId="{8D54DEB6-2CB9-C649-AED1-FDF20EC35323}">
      <dgm:prSet/>
      <dgm:spPr/>
      <dgm:t>
        <a:bodyPr/>
        <a:lstStyle/>
        <a:p>
          <a:endParaRPr lang="en-US"/>
        </a:p>
      </dgm:t>
    </dgm:pt>
    <dgm:pt modelId="{E49359DF-E4C7-3E4C-B7F3-501F92A360B3}">
      <dgm:prSet/>
      <dgm:spPr/>
      <dgm:t>
        <a:bodyPr/>
        <a:lstStyle/>
        <a:p>
          <a:pPr rtl="0"/>
          <a:r>
            <a:rPr lang="en-US" dirty="0"/>
            <a:t>Part of the hardware interprets each instruction and generates control signals</a:t>
          </a:r>
        </a:p>
      </dgm:t>
    </dgm:pt>
    <dgm:pt modelId="{E3F14906-8F33-FD44-BE44-8ECB73B43A97}" type="parTrans" cxnId="{D82BA876-664D-2849-8497-ABB849C5D360}">
      <dgm:prSet/>
      <dgm:spPr/>
      <dgm:t>
        <a:bodyPr/>
        <a:lstStyle/>
        <a:p>
          <a:endParaRPr lang="en-US"/>
        </a:p>
      </dgm:t>
    </dgm:pt>
    <dgm:pt modelId="{29509CF6-40D7-A941-81D4-46C13F33C8F5}" type="sibTrans" cxnId="{D82BA876-664D-2849-8497-ABB849C5D360}">
      <dgm:prSet/>
      <dgm:spPr/>
      <dgm:t>
        <a:bodyPr/>
        <a:lstStyle/>
        <a:p>
          <a:endParaRPr lang="en-US"/>
        </a:p>
      </dgm:t>
    </dgm:pt>
    <dgm:pt modelId="{F042A6B9-4955-0C42-B5FE-6657EE6789DC}">
      <dgm:prSet/>
      <dgm:spPr/>
      <dgm:t>
        <a:bodyPr/>
        <a:lstStyle/>
        <a:p>
          <a:pPr rtl="0"/>
          <a:r>
            <a:rPr lang="en-US" dirty="0"/>
            <a:t>Provide a new sequence of codes for each new program instead of rewiring the hardware</a:t>
          </a:r>
        </a:p>
      </dgm:t>
    </dgm:pt>
    <dgm:pt modelId="{939BE1BD-AC78-634C-A4F2-A2143CE02EBA}" type="parTrans" cxnId="{59262761-8F1F-2444-9B06-892560221F22}">
      <dgm:prSet/>
      <dgm:spPr/>
      <dgm:t>
        <a:bodyPr/>
        <a:lstStyle/>
        <a:p>
          <a:endParaRPr lang="en-US"/>
        </a:p>
      </dgm:t>
    </dgm:pt>
    <dgm:pt modelId="{612D2958-397F-544D-9802-F37A5D3AFCB3}" type="sibTrans" cxnId="{59262761-8F1F-2444-9B06-892560221F22}">
      <dgm:prSet/>
      <dgm:spPr/>
      <dgm:t>
        <a:bodyPr/>
        <a:lstStyle/>
        <a:p>
          <a:endParaRPr lang="en-US"/>
        </a:p>
      </dgm:t>
    </dgm:pt>
    <dgm:pt modelId="{E037D4F1-8C5F-BB41-A625-2334E757E45E}">
      <dgm:prSet/>
      <dgm:spPr/>
      <dgm:t>
        <a:bodyPr/>
        <a:lstStyle/>
        <a:p>
          <a:pPr rtl="0"/>
          <a:r>
            <a:rPr lang="en-US" b="1" dirty="0"/>
            <a:t>Major components:</a:t>
          </a:r>
        </a:p>
      </dgm:t>
    </dgm:pt>
    <dgm:pt modelId="{2518649E-74D5-1446-85AC-B3F416C1B89C}" type="parTrans" cxnId="{80C724BD-936C-E34B-91A0-B2EA8D8A0E6B}">
      <dgm:prSet/>
      <dgm:spPr/>
      <dgm:t>
        <a:bodyPr/>
        <a:lstStyle/>
        <a:p>
          <a:endParaRPr lang="en-US"/>
        </a:p>
      </dgm:t>
    </dgm:pt>
    <dgm:pt modelId="{89391C87-0FC1-954B-9C37-906B39F142A8}" type="sibTrans" cxnId="{80C724BD-936C-E34B-91A0-B2EA8D8A0E6B}">
      <dgm:prSet/>
      <dgm:spPr/>
      <dgm:t>
        <a:bodyPr/>
        <a:lstStyle/>
        <a:p>
          <a:endParaRPr lang="en-US"/>
        </a:p>
      </dgm:t>
    </dgm:pt>
    <dgm:pt modelId="{234E42D5-31BB-0A4C-9CD6-B6D224CD535C}">
      <dgm:prSet/>
      <dgm:spPr/>
      <dgm:t>
        <a:bodyPr/>
        <a:lstStyle/>
        <a:p>
          <a:pPr rtl="0"/>
          <a:r>
            <a:rPr lang="en-US" dirty="0"/>
            <a:t>Means of reporting results</a:t>
          </a:r>
        </a:p>
      </dgm:t>
    </dgm:pt>
    <dgm:pt modelId="{24FAF873-5FB9-624E-A49D-5B08A05DCBF5}">
      <dgm:prSet/>
      <dgm:spPr/>
      <dgm:t>
        <a:bodyPr/>
        <a:lstStyle/>
        <a:p>
          <a:pPr rtl="0"/>
          <a:r>
            <a:rPr lang="en-US" dirty="0"/>
            <a:t>Output module</a:t>
          </a:r>
        </a:p>
      </dgm:t>
    </dgm:pt>
    <dgm:pt modelId="{D002FA64-CDE6-0940-AC00-543365586A19}" type="sibTrans" cxnId="{4EBA38F4-3A1B-1742-BA72-AB710EA8C3C7}">
      <dgm:prSet/>
      <dgm:spPr/>
      <dgm:t>
        <a:bodyPr/>
        <a:lstStyle/>
        <a:p>
          <a:endParaRPr lang="en-US"/>
        </a:p>
      </dgm:t>
    </dgm:pt>
    <dgm:pt modelId="{B008B530-2D2D-4D43-966B-A433E3A4A2C8}" type="parTrans" cxnId="{4EBA38F4-3A1B-1742-BA72-AB710EA8C3C7}">
      <dgm:prSet/>
      <dgm:spPr/>
      <dgm:t>
        <a:bodyPr/>
        <a:lstStyle/>
        <a:p>
          <a:endParaRPr lang="en-US"/>
        </a:p>
      </dgm:t>
    </dgm:pt>
    <dgm:pt modelId="{4C804830-6C20-2741-AE9E-45F450C8F352}">
      <dgm:prSet/>
      <dgm:spPr/>
      <dgm:t>
        <a:bodyPr/>
        <a:lstStyle/>
        <a:p>
          <a:pPr rtl="0"/>
          <a:r>
            <a:rPr lang="en-US" dirty="0"/>
            <a:t>Contains basic components for accepting data and instructions and converting them into an internal form of signals usable by the system</a:t>
          </a:r>
        </a:p>
      </dgm:t>
    </dgm:pt>
    <dgm:pt modelId="{948C7C32-FC71-034A-A9D1-2D2E150E1953}">
      <dgm:prSet/>
      <dgm:spPr/>
      <dgm:t>
        <a:bodyPr/>
        <a:lstStyle/>
        <a:p>
          <a:pPr rtl="0"/>
          <a:r>
            <a:rPr lang="en-US" dirty="0"/>
            <a:t>Input module</a:t>
          </a:r>
        </a:p>
      </dgm:t>
    </dgm:pt>
    <dgm:pt modelId="{D6DC2FD5-CEDD-3D49-9DE0-8C0B4BA26801}" type="sibTrans" cxnId="{34022C4D-3E17-604D-AEAE-B0FEF57DFD0E}">
      <dgm:prSet/>
      <dgm:spPr/>
      <dgm:t>
        <a:bodyPr/>
        <a:lstStyle/>
        <a:p>
          <a:endParaRPr lang="en-US"/>
        </a:p>
      </dgm:t>
    </dgm:pt>
    <dgm:pt modelId="{F5DA14C9-CFF8-8C4C-9835-74F10C62CE79}" type="parTrans" cxnId="{34022C4D-3E17-604D-AEAE-B0FEF57DFD0E}">
      <dgm:prSet/>
      <dgm:spPr/>
      <dgm:t>
        <a:bodyPr/>
        <a:lstStyle/>
        <a:p>
          <a:endParaRPr lang="en-US"/>
        </a:p>
      </dgm:t>
    </dgm:pt>
    <dgm:pt modelId="{7553F031-D91F-B34C-9D28-1D3C7C5C7FF5}">
      <dgm:prSet/>
      <dgm:spPr/>
      <dgm:t>
        <a:bodyPr/>
        <a:lstStyle/>
        <a:p>
          <a:pPr rtl="0"/>
          <a:r>
            <a:rPr lang="en-US" dirty="0"/>
            <a:t>I/O Components</a:t>
          </a:r>
        </a:p>
      </dgm:t>
    </dgm:pt>
    <dgm:pt modelId="{F5C111B9-16D2-4F4E-8812-F869ABB36A3D}" type="sibTrans" cxnId="{916F1E77-62DF-1840-BE91-704D6A2132EB}">
      <dgm:prSet/>
      <dgm:spPr/>
      <dgm:t>
        <a:bodyPr/>
        <a:lstStyle/>
        <a:p>
          <a:endParaRPr lang="en-US"/>
        </a:p>
      </dgm:t>
    </dgm:pt>
    <dgm:pt modelId="{7B3DD069-B5EB-9740-94E2-D305A5602EE7}" type="parTrans" cxnId="{916F1E77-62DF-1840-BE91-704D6A2132EB}">
      <dgm:prSet/>
      <dgm:spPr/>
      <dgm:t>
        <a:bodyPr/>
        <a:lstStyle/>
        <a:p>
          <a:endParaRPr lang="en-US"/>
        </a:p>
      </dgm:t>
    </dgm:pt>
    <dgm:pt modelId="{2486CEE9-6B01-C845-9D12-D4366D3B3FC6}" type="sibTrans" cxnId="{6C187B61-9F7C-3342-8AA2-116AA48197D2}">
      <dgm:prSet/>
      <dgm:spPr/>
      <dgm:t>
        <a:bodyPr/>
        <a:lstStyle/>
        <a:p>
          <a:endParaRPr lang="en-US"/>
        </a:p>
      </dgm:t>
    </dgm:pt>
    <dgm:pt modelId="{CA858E07-9B8E-C648-A6B1-9EDBB304E22B}" type="parTrans" cxnId="{6C187B61-9F7C-3342-8AA2-116AA48197D2}">
      <dgm:prSet/>
      <dgm:spPr/>
      <dgm:t>
        <a:bodyPr/>
        <a:lstStyle/>
        <a:p>
          <a:endParaRPr lang="en-US"/>
        </a:p>
      </dgm:t>
    </dgm:pt>
    <dgm:pt modelId="{766F468D-E105-6441-AFDA-C35BA0DDAE2B}" type="sibTrans" cxnId="{CE8CFF92-3E5C-0E4C-8F40-8946C262CA7F}">
      <dgm:prSet/>
      <dgm:spPr/>
      <dgm:t>
        <a:bodyPr/>
        <a:lstStyle/>
        <a:p>
          <a:endParaRPr lang="en-US"/>
        </a:p>
      </dgm:t>
    </dgm:pt>
    <dgm:pt modelId="{BCAE0029-0DEE-2246-A8F3-1BA27774EF73}" type="parTrans" cxnId="{CE8CFF92-3E5C-0E4C-8F40-8946C262CA7F}">
      <dgm:prSet/>
      <dgm:spPr/>
      <dgm:t>
        <a:bodyPr/>
        <a:lstStyle/>
        <a:p>
          <a:endParaRPr lang="en-US"/>
        </a:p>
      </dgm:t>
    </dgm:pt>
    <dgm:pt modelId="{B261E502-5543-7B4D-9ACE-70EA3B42B175}">
      <dgm:prSet/>
      <dgm:spPr/>
      <dgm:t>
        <a:bodyPr/>
        <a:lstStyle/>
        <a:p>
          <a:pPr rtl="0"/>
          <a:r>
            <a:rPr lang="en-US" dirty="0"/>
            <a:t>Module of general-purpose arithmetic and logic functions</a:t>
          </a:r>
        </a:p>
      </dgm:t>
    </dgm:pt>
    <dgm:pt modelId="{C19AC66C-2A37-8644-927E-F197C32A21CF}">
      <dgm:prSet/>
      <dgm:spPr/>
      <dgm:t>
        <a:bodyPr/>
        <a:lstStyle/>
        <a:p>
          <a:pPr rtl="0"/>
          <a:r>
            <a:rPr lang="en-US" dirty="0"/>
            <a:t>Instruction interpreter</a:t>
          </a:r>
        </a:p>
      </dgm:t>
    </dgm:pt>
    <dgm:pt modelId="{CE0386A9-076E-F94F-A620-AD660D7C9972}">
      <dgm:prSet/>
      <dgm:spPr/>
      <dgm:t>
        <a:bodyPr/>
        <a:lstStyle/>
        <a:p>
          <a:pPr rtl="0"/>
          <a:r>
            <a:rPr lang="en-US" dirty="0"/>
            <a:t>CPU	</a:t>
          </a:r>
        </a:p>
      </dgm:t>
    </dgm:pt>
    <dgm:pt modelId="{EBA51D91-D31F-1740-B59A-1DC7B6D4F2A0}" type="sibTrans" cxnId="{7CDDD54B-8B29-E84C-B118-CFEC7AC133CB}">
      <dgm:prSet/>
      <dgm:spPr/>
      <dgm:t>
        <a:bodyPr/>
        <a:lstStyle/>
        <a:p>
          <a:endParaRPr lang="en-US"/>
        </a:p>
      </dgm:t>
    </dgm:pt>
    <dgm:pt modelId="{8ED039CD-8D5F-6947-B753-AB16F627CB91}" type="parTrans" cxnId="{7CDDD54B-8B29-E84C-B118-CFEC7AC133CB}">
      <dgm:prSet/>
      <dgm:spPr/>
      <dgm:t>
        <a:bodyPr/>
        <a:lstStyle/>
        <a:p>
          <a:endParaRPr lang="en-US"/>
        </a:p>
      </dgm:t>
    </dgm:pt>
    <dgm:pt modelId="{91C4B158-54E2-E34F-84AB-BFBD35FCCA63}" type="sibTrans" cxnId="{CEB98A90-4183-3449-8248-A46BEE5B578B}">
      <dgm:prSet/>
      <dgm:spPr/>
      <dgm:t>
        <a:bodyPr/>
        <a:lstStyle/>
        <a:p>
          <a:endParaRPr lang="en-US"/>
        </a:p>
      </dgm:t>
    </dgm:pt>
    <dgm:pt modelId="{AFECB01D-41D5-6A41-AF16-839155C4AA53}" type="parTrans" cxnId="{CEB98A90-4183-3449-8248-A46BEE5B578B}">
      <dgm:prSet/>
      <dgm:spPr/>
      <dgm:t>
        <a:bodyPr/>
        <a:lstStyle/>
        <a:p>
          <a:endParaRPr lang="en-US"/>
        </a:p>
      </dgm:t>
    </dgm:pt>
    <dgm:pt modelId="{6FDCA9DF-F661-5E46-B8AA-407165CD3F27}" type="sibTrans" cxnId="{E24ECB5F-D390-F14C-AF65-BB63F1ADA24A}">
      <dgm:prSet/>
      <dgm:spPr/>
      <dgm:t>
        <a:bodyPr/>
        <a:lstStyle/>
        <a:p>
          <a:endParaRPr lang="en-US"/>
        </a:p>
      </dgm:t>
    </dgm:pt>
    <dgm:pt modelId="{475F3117-F8E4-F648-8030-30A218B5E838}" type="parTrans" cxnId="{E24ECB5F-D390-F14C-AF65-BB63F1ADA24A}">
      <dgm:prSet/>
      <dgm:spPr/>
      <dgm:t>
        <a:bodyPr/>
        <a:lstStyle/>
        <a:p>
          <a:endParaRPr lang="en-US"/>
        </a:p>
      </dgm:t>
    </dgm:pt>
    <dgm:pt modelId="{96DA18E2-7555-CC4E-8486-7B36FB2B9A75}" type="pres">
      <dgm:prSet presAssocID="{84C30105-BBE0-F74F-A388-D0D0D0C8543C}" presName="linear" presStyleCnt="0">
        <dgm:presLayoutVars>
          <dgm:animLvl val="lvl"/>
          <dgm:resizeHandles val="exact"/>
        </dgm:presLayoutVars>
      </dgm:prSet>
      <dgm:spPr/>
    </dgm:pt>
    <dgm:pt modelId="{F992244F-0972-284B-BD79-4BDF0FE0F3E9}" type="pres">
      <dgm:prSet presAssocID="{7C013D74-4496-6145-974D-3AD7B3DF03D9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13B14588-5A20-EA4F-979E-F796522A9FDC}" type="pres">
      <dgm:prSet presAssocID="{7C013D74-4496-6145-974D-3AD7B3DF03D9}" presName="childText" presStyleLbl="revTx" presStyleIdx="0" presStyleCnt="2">
        <dgm:presLayoutVars>
          <dgm:bulletEnabled val="1"/>
        </dgm:presLayoutVars>
      </dgm:prSet>
      <dgm:spPr/>
    </dgm:pt>
    <dgm:pt modelId="{759BB5A2-667B-D94C-B06E-5A570D0844D7}" type="pres">
      <dgm:prSet presAssocID="{E037D4F1-8C5F-BB41-A625-2334E757E45E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71A7FB0B-C6BF-A948-80B4-3819DEC8407E}" type="pres">
      <dgm:prSet presAssocID="{E037D4F1-8C5F-BB41-A625-2334E757E45E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283D809-3DA6-BB41-8ED5-99A31F687EE2}" type="presOf" srcId="{E49359DF-E4C7-3E4C-B7F3-501F92A360B3}" destId="{13B14588-5A20-EA4F-979E-F796522A9FDC}" srcOrd="0" destOrd="1" presId="urn:microsoft.com/office/officeart/2005/8/layout/vList2"/>
    <dgm:cxn modelId="{5FE3A80C-2F59-AF46-A8A4-2364E2A3B74B}" type="presOf" srcId="{CE0386A9-076E-F94F-A620-AD660D7C9972}" destId="{71A7FB0B-C6BF-A948-80B4-3819DEC8407E}" srcOrd="0" destOrd="0" presId="urn:microsoft.com/office/officeart/2005/8/layout/vList2"/>
    <dgm:cxn modelId="{CC9F5922-37AD-B248-AF43-253EB23D1B0E}" srcId="{84C30105-BBE0-F74F-A388-D0D0D0C8543C}" destId="{7C013D74-4496-6145-974D-3AD7B3DF03D9}" srcOrd="0" destOrd="0" parTransId="{FD5101E8-59C9-984B-946A-F1CD6221CEF5}" sibTransId="{EB825CBB-6EAB-174F-8D70-872CE0C06302}"/>
    <dgm:cxn modelId="{783D5B28-61C6-004B-BC81-D167B98E8E75}" type="presOf" srcId="{B261E502-5543-7B4D-9ACE-70EA3B42B175}" destId="{71A7FB0B-C6BF-A948-80B4-3819DEC8407E}" srcOrd="0" destOrd="2" presId="urn:microsoft.com/office/officeart/2005/8/layout/vList2"/>
    <dgm:cxn modelId="{8F75E936-22E9-8343-965F-FEC47404A232}" type="presOf" srcId="{7553F031-D91F-B34C-9D28-1D3C7C5C7FF5}" destId="{71A7FB0B-C6BF-A948-80B4-3819DEC8407E}" srcOrd="0" destOrd="3" presId="urn:microsoft.com/office/officeart/2005/8/layout/vList2"/>
    <dgm:cxn modelId="{E24ECB5F-D390-F14C-AF65-BB63F1ADA24A}" srcId="{CE0386A9-076E-F94F-A620-AD660D7C9972}" destId="{C19AC66C-2A37-8644-927E-F197C32A21CF}" srcOrd="0" destOrd="0" parTransId="{475F3117-F8E4-F648-8030-30A218B5E838}" sibTransId="{6FDCA9DF-F661-5E46-B8AA-407165CD3F27}"/>
    <dgm:cxn modelId="{59262761-8F1F-2444-9B06-892560221F22}" srcId="{7C013D74-4496-6145-974D-3AD7B3DF03D9}" destId="{F042A6B9-4955-0C42-B5FE-6657EE6789DC}" srcOrd="2" destOrd="0" parTransId="{939BE1BD-AC78-634C-A4F2-A2143CE02EBA}" sibTransId="{612D2958-397F-544D-9802-F37A5D3AFCB3}"/>
    <dgm:cxn modelId="{6C187B61-9F7C-3342-8AA2-116AA48197D2}" srcId="{7553F031-D91F-B34C-9D28-1D3C7C5C7FF5}" destId="{24FAF873-5FB9-624E-A49D-5B08A05DCBF5}" srcOrd="1" destOrd="0" parTransId="{CA858E07-9B8E-C648-A6B1-9EDBB304E22B}" sibTransId="{2486CEE9-6B01-C845-9D12-D4366D3B3FC6}"/>
    <dgm:cxn modelId="{BC138266-5E73-AF45-9017-AF324E24FBE5}" type="presOf" srcId="{234E42D5-31BB-0A4C-9CD6-B6D224CD535C}" destId="{71A7FB0B-C6BF-A948-80B4-3819DEC8407E}" srcOrd="0" destOrd="7" presId="urn:microsoft.com/office/officeart/2005/8/layout/vList2"/>
    <dgm:cxn modelId="{38443469-1F4E-9443-84A4-E8DF807D2C27}" type="presOf" srcId="{7C013D74-4496-6145-974D-3AD7B3DF03D9}" destId="{F992244F-0972-284B-BD79-4BDF0FE0F3E9}" srcOrd="0" destOrd="0" presId="urn:microsoft.com/office/officeart/2005/8/layout/vList2"/>
    <dgm:cxn modelId="{7CDDD54B-8B29-E84C-B118-CFEC7AC133CB}" srcId="{E037D4F1-8C5F-BB41-A625-2334E757E45E}" destId="{CE0386A9-076E-F94F-A620-AD660D7C9972}" srcOrd="0" destOrd="0" parTransId="{8ED039CD-8D5F-6947-B753-AB16F627CB91}" sibTransId="{EBA51D91-D31F-1740-B59A-1DC7B6D4F2A0}"/>
    <dgm:cxn modelId="{34022C4D-3E17-604D-AEAE-B0FEF57DFD0E}" srcId="{948C7C32-FC71-034A-A9D1-2D2E150E1953}" destId="{4C804830-6C20-2741-AE9E-45F450C8F352}" srcOrd="0" destOrd="0" parTransId="{F5DA14C9-CFF8-8C4C-9835-74F10C62CE79}" sibTransId="{D6DC2FD5-CEDD-3D49-9DE0-8C0B4BA26801}"/>
    <dgm:cxn modelId="{D82BA876-664D-2849-8497-ABB849C5D360}" srcId="{7C013D74-4496-6145-974D-3AD7B3DF03D9}" destId="{E49359DF-E4C7-3E4C-B7F3-501F92A360B3}" srcOrd="1" destOrd="0" parTransId="{E3F14906-8F33-FD44-BE44-8ECB73B43A97}" sibTransId="{29509CF6-40D7-A941-81D4-46C13F33C8F5}"/>
    <dgm:cxn modelId="{916F1E77-62DF-1840-BE91-704D6A2132EB}" srcId="{E037D4F1-8C5F-BB41-A625-2334E757E45E}" destId="{7553F031-D91F-B34C-9D28-1D3C7C5C7FF5}" srcOrd="1" destOrd="0" parTransId="{7B3DD069-B5EB-9740-94E2-D305A5602EE7}" sibTransId="{F5C111B9-16D2-4F4E-8812-F869ABB36A3D}"/>
    <dgm:cxn modelId="{58E97D5A-B821-7047-9C0C-DE9ADFC401F7}" type="presOf" srcId="{4C804830-6C20-2741-AE9E-45F450C8F352}" destId="{71A7FB0B-C6BF-A948-80B4-3819DEC8407E}" srcOrd="0" destOrd="5" presId="urn:microsoft.com/office/officeart/2005/8/layout/vList2"/>
    <dgm:cxn modelId="{D247B67D-A3E6-6048-89E9-61835D628673}" type="presOf" srcId="{C19AC66C-2A37-8644-927E-F197C32A21CF}" destId="{71A7FB0B-C6BF-A948-80B4-3819DEC8407E}" srcOrd="0" destOrd="1" presId="urn:microsoft.com/office/officeart/2005/8/layout/vList2"/>
    <dgm:cxn modelId="{CEB98A90-4183-3449-8248-A46BEE5B578B}" srcId="{CE0386A9-076E-F94F-A620-AD660D7C9972}" destId="{B261E502-5543-7B4D-9ACE-70EA3B42B175}" srcOrd="1" destOrd="0" parTransId="{AFECB01D-41D5-6A41-AF16-839155C4AA53}" sibTransId="{91C4B158-54E2-E34F-84AB-BFBD35FCCA63}"/>
    <dgm:cxn modelId="{F1A8D392-DADE-9042-A5FB-1BEBAEA85D9B}" type="presOf" srcId="{F042A6B9-4955-0C42-B5FE-6657EE6789DC}" destId="{13B14588-5A20-EA4F-979E-F796522A9FDC}" srcOrd="0" destOrd="2" presId="urn:microsoft.com/office/officeart/2005/8/layout/vList2"/>
    <dgm:cxn modelId="{CE8CFF92-3E5C-0E4C-8F40-8946C262CA7F}" srcId="{7553F031-D91F-B34C-9D28-1D3C7C5C7FF5}" destId="{948C7C32-FC71-034A-A9D1-2D2E150E1953}" srcOrd="0" destOrd="0" parTransId="{BCAE0029-0DEE-2246-A8F3-1BA27774EF73}" sibTransId="{766F468D-E105-6441-AFDA-C35BA0DDAE2B}"/>
    <dgm:cxn modelId="{1D6C5B9B-C8DF-BC49-941A-DEF872B2DDF3}" type="presOf" srcId="{24FAF873-5FB9-624E-A49D-5B08A05DCBF5}" destId="{71A7FB0B-C6BF-A948-80B4-3819DEC8407E}" srcOrd="0" destOrd="6" presId="urn:microsoft.com/office/officeart/2005/8/layout/vList2"/>
    <dgm:cxn modelId="{C821A0AC-3D6C-FE4D-8F10-156B715B05FE}" type="presOf" srcId="{33B2E1D5-7076-B64B-A7DA-BF991DF39737}" destId="{13B14588-5A20-EA4F-979E-F796522A9FDC}" srcOrd="0" destOrd="0" presId="urn:microsoft.com/office/officeart/2005/8/layout/vList2"/>
    <dgm:cxn modelId="{82E774B1-F131-FF4C-9E15-C13E091010B3}" type="presOf" srcId="{948C7C32-FC71-034A-A9D1-2D2E150E1953}" destId="{71A7FB0B-C6BF-A948-80B4-3819DEC8407E}" srcOrd="0" destOrd="4" presId="urn:microsoft.com/office/officeart/2005/8/layout/vList2"/>
    <dgm:cxn modelId="{8D54DEB6-2CB9-C649-AED1-FDF20EC35323}" srcId="{7C013D74-4496-6145-974D-3AD7B3DF03D9}" destId="{33B2E1D5-7076-B64B-A7DA-BF991DF39737}" srcOrd="0" destOrd="0" parTransId="{0552F9CF-6805-9F44-A08C-A640CECAE02A}" sibTransId="{DAE790BE-2467-CB43-8CEB-39796D3F9248}"/>
    <dgm:cxn modelId="{80C724BD-936C-E34B-91A0-B2EA8D8A0E6B}" srcId="{84C30105-BBE0-F74F-A388-D0D0D0C8543C}" destId="{E037D4F1-8C5F-BB41-A625-2334E757E45E}" srcOrd="1" destOrd="0" parTransId="{2518649E-74D5-1446-85AC-B3F416C1B89C}" sibTransId="{89391C87-0FC1-954B-9C37-906B39F142A8}"/>
    <dgm:cxn modelId="{A4BC23E1-D803-5544-894F-7EE14A68A0DC}" type="presOf" srcId="{E037D4F1-8C5F-BB41-A625-2334E757E45E}" destId="{759BB5A2-667B-D94C-B06E-5A570D0844D7}" srcOrd="0" destOrd="0" presId="urn:microsoft.com/office/officeart/2005/8/layout/vList2"/>
    <dgm:cxn modelId="{B02096F1-22E2-A04F-97D3-F403F7B2E563}" type="presOf" srcId="{84C30105-BBE0-F74F-A388-D0D0D0C8543C}" destId="{96DA18E2-7555-CC4E-8486-7B36FB2B9A75}" srcOrd="0" destOrd="0" presId="urn:microsoft.com/office/officeart/2005/8/layout/vList2"/>
    <dgm:cxn modelId="{4EBA38F4-3A1B-1742-BA72-AB710EA8C3C7}" srcId="{24FAF873-5FB9-624E-A49D-5B08A05DCBF5}" destId="{234E42D5-31BB-0A4C-9CD6-B6D224CD535C}" srcOrd="0" destOrd="0" parTransId="{B008B530-2D2D-4D43-966B-A433E3A4A2C8}" sibTransId="{D002FA64-CDE6-0940-AC00-543365586A19}"/>
    <dgm:cxn modelId="{563B6356-A600-5F40-835E-D8A6FC381B5D}" type="presParOf" srcId="{96DA18E2-7555-CC4E-8486-7B36FB2B9A75}" destId="{F992244F-0972-284B-BD79-4BDF0FE0F3E9}" srcOrd="0" destOrd="0" presId="urn:microsoft.com/office/officeart/2005/8/layout/vList2"/>
    <dgm:cxn modelId="{648A4D60-2011-4240-B16A-C9B74C8BA4EC}" type="presParOf" srcId="{96DA18E2-7555-CC4E-8486-7B36FB2B9A75}" destId="{13B14588-5A20-EA4F-979E-F796522A9FDC}" srcOrd="1" destOrd="0" presId="urn:microsoft.com/office/officeart/2005/8/layout/vList2"/>
    <dgm:cxn modelId="{C72D2A48-0B8F-294B-A986-D73E74755355}" type="presParOf" srcId="{96DA18E2-7555-CC4E-8486-7B36FB2B9A75}" destId="{759BB5A2-667B-D94C-B06E-5A570D0844D7}" srcOrd="2" destOrd="0" presId="urn:microsoft.com/office/officeart/2005/8/layout/vList2"/>
    <dgm:cxn modelId="{9B9FBB90-17D3-3843-A9EF-BE6B4B769FB0}" type="presParOf" srcId="{96DA18E2-7555-CC4E-8486-7B36FB2B9A75}" destId="{71A7FB0B-C6BF-A948-80B4-3819DEC8407E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D840D2F-108C-BC46-9136-A088744CBC36}" type="doc">
      <dgm:prSet loTypeId="urn:microsoft.com/office/officeart/2005/8/layout/matrix2" loCatId="matrix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2E7EB61-D7F6-C840-8532-5709134193A0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</dgm:t>
    </dgm:pt>
    <dgm:pt modelId="{AD05651A-E423-254C-862F-C2CE059BD72F}" type="parTrans" cxnId="{1BA46E83-B587-F746-8DBE-F28E7926015A}">
      <dgm:prSet/>
      <dgm:spPr/>
      <dgm:t>
        <a:bodyPr/>
        <a:lstStyle/>
        <a:p>
          <a:endParaRPr lang="en-US"/>
        </a:p>
      </dgm:t>
    </dgm:pt>
    <dgm:pt modelId="{17500D31-3549-3A48-A4C8-1A261B96710E}" type="sibTrans" cxnId="{1BA46E83-B587-F746-8DBE-F28E7926015A}">
      <dgm:prSet/>
      <dgm:spPr/>
      <dgm:t>
        <a:bodyPr/>
        <a:lstStyle/>
        <a:p>
          <a:endParaRPr lang="en-US"/>
        </a:p>
      </dgm:t>
    </dgm:pt>
    <dgm:pt modelId="{20D7C7D4-7476-224E-BEF4-65D3801CD560}">
      <dgm:prSet/>
      <dgm:spPr/>
      <dgm:t>
        <a:bodyPr/>
        <a:lstStyle/>
        <a:p>
          <a:pPr rtl="0"/>
          <a:r>
            <a:rPr lang="en-US" dirty="0"/>
            <a:t>Specifies the address in memory for the next read or write</a:t>
          </a:r>
        </a:p>
      </dgm:t>
    </dgm:pt>
    <dgm:pt modelId="{811C896D-8F6B-F443-A62A-8079B0F97D8B}" type="parTrans" cxnId="{6C4E2CF7-E249-DA4E-99BF-3AB0F0ABE0D1}">
      <dgm:prSet/>
      <dgm:spPr/>
      <dgm:t>
        <a:bodyPr/>
        <a:lstStyle/>
        <a:p>
          <a:endParaRPr lang="en-US"/>
        </a:p>
      </dgm:t>
    </dgm:pt>
    <dgm:pt modelId="{07C6F96A-E4D9-0D42-91C1-DFDCD4116135}" type="sibTrans" cxnId="{6C4E2CF7-E249-DA4E-99BF-3AB0F0ABE0D1}">
      <dgm:prSet/>
      <dgm:spPr/>
      <dgm:t>
        <a:bodyPr/>
        <a:lstStyle/>
        <a:p>
          <a:endParaRPr lang="en-US"/>
        </a:p>
      </dgm:t>
    </dgm:pt>
    <dgm:pt modelId="{0E37F963-EE92-4246-B788-16020436B729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</dgm:t>
    </dgm:pt>
    <dgm:pt modelId="{0CE25338-8A95-A546-9CCC-2076E5CF6239}" type="parTrans" cxnId="{C0F0DC73-F5D8-DA43-9829-B2466A27BF4F}">
      <dgm:prSet/>
      <dgm:spPr/>
      <dgm:t>
        <a:bodyPr/>
        <a:lstStyle/>
        <a:p>
          <a:endParaRPr lang="en-US"/>
        </a:p>
      </dgm:t>
    </dgm:pt>
    <dgm:pt modelId="{AAC500A2-5549-E648-9DF3-07EB1581D002}" type="sibTrans" cxnId="{C0F0DC73-F5D8-DA43-9829-B2466A27BF4F}">
      <dgm:prSet/>
      <dgm:spPr/>
      <dgm:t>
        <a:bodyPr/>
        <a:lstStyle/>
        <a:p>
          <a:endParaRPr lang="en-US"/>
        </a:p>
      </dgm:t>
    </dgm:pt>
    <dgm:pt modelId="{C46232C3-2E75-7A44-B8CC-0D45C38E01B5}">
      <dgm:prSet/>
      <dgm:spPr/>
      <dgm:t>
        <a:bodyPr/>
        <a:lstStyle/>
        <a:p>
          <a:pPr rtl="0"/>
          <a:r>
            <a:rPr lang="en-US" dirty="0"/>
            <a:t>Contains the data to be written into memory or receives the data read from memory</a:t>
          </a:r>
        </a:p>
      </dgm:t>
    </dgm:pt>
    <dgm:pt modelId="{4F0A9AA9-AD55-A143-87CB-EEF973E532A5}" type="parTrans" cxnId="{01CE3C01-29EC-9F47-B22D-5C735ABFC199}">
      <dgm:prSet/>
      <dgm:spPr/>
      <dgm:t>
        <a:bodyPr/>
        <a:lstStyle/>
        <a:p>
          <a:endParaRPr lang="en-US"/>
        </a:p>
      </dgm:t>
    </dgm:pt>
    <dgm:pt modelId="{196C21FE-BCE6-0340-9239-86BE1646F419}" type="sibTrans" cxnId="{01CE3C01-29EC-9F47-B22D-5C735ABFC199}">
      <dgm:prSet/>
      <dgm:spPr/>
      <dgm:t>
        <a:bodyPr/>
        <a:lstStyle/>
        <a:p>
          <a:endParaRPr lang="en-US"/>
        </a:p>
      </dgm:t>
    </dgm:pt>
    <dgm:pt modelId="{02FE1597-E6CB-9744-8CE6-813F239F1D7A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</a:p>
      </dgm:t>
    </dgm:pt>
    <dgm:pt modelId="{0AE8AC7D-9FE8-A64A-91AD-B8B1F23E5E3B}" type="parTrans" cxnId="{4D3A0AF5-55FE-D646-BAC9-8584087D0661}">
      <dgm:prSet/>
      <dgm:spPr/>
      <dgm:t>
        <a:bodyPr/>
        <a:lstStyle/>
        <a:p>
          <a:endParaRPr lang="en-US"/>
        </a:p>
      </dgm:t>
    </dgm:pt>
    <dgm:pt modelId="{0BF199A0-20F9-BC44-87A4-0B4ED382F88E}" type="sibTrans" cxnId="{4D3A0AF5-55FE-D646-BAC9-8584087D0661}">
      <dgm:prSet/>
      <dgm:spPr/>
      <dgm:t>
        <a:bodyPr/>
        <a:lstStyle/>
        <a:p>
          <a:endParaRPr lang="en-US"/>
        </a:p>
      </dgm:t>
    </dgm:pt>
    <dgm:pt modelId="{A0FD3052-A13E-3C47-8020-62E600288DA5}">
      <dgm:prSet/>
      <dgm:spPr/>
      <dgm:t>
        <a:bodyPr/>
        <a:lstStyle/>
        <a:p>
          <a:pPr rtl="0"/>
          <a:r>
            <a:rPr lang="en-US" dirty="0"/>
            <a:t>Specifies a particular I/O device</a:t>
          </a:r>
        </a:p>
      </dgm:t>
    </dgm:pt>
    <dgm:pt modelId="{037970BC-3497-C74D-8F10-97896165FE81}" type="parTrans" cxnId="{89013C84-3490-2D49-B767-86FBDA5F00E7}">
      <dgm:prSet/>
      <dgm:spPr/>
      <dgm:t>
        <a:bodyPr/>
        <a:lstStyle/>
        <a:p>
          <a:endParaRPr lang="en-US"/>
        </a:p>
      </dgm:t>
    </dgm:pt>
    <dgm:pt modelId="{00E53473-866F-9E47-9A26-A761914EC06D}" type="sibTrans" cxnId="{89013C84-3490-2D49-B767-86FBDA5F00E7}">
      <dgm:prSet/>
      <dgm:spPr/>
      <dgm:t>
        <a:bodyPr/>
        <a:lstStyle/>
        <a:p>
          <a:endParaRPr lang="en-US"/>
        </a:p>
      </dgm:t>
    </dgm:pt>
    <dgm:pt modelId="{3EDBA169-2675-8448-8FDE-2A0797DF0E78}">
      <dgm:prSet/>
      <dgm:spPr/>
      <dgm:t>
        <a:bodyPr/>
        <a:lstStyle/>
        <a:p>
          <a:pPr rtl="0"/>
          <a:r>
            <a: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</a:p>
      </dgm:t>
    </dgm:pt>
    <dgm:pt modelId="{90D1529B-CE0F-934A-87F9-F595F41764E1}" type="parTrans" cxnId="{8CBC06CE-D290-7641-B6B4-18F78547B9CC}">
      <dgm:prSet/>
      <dgm:spPr/>
      <dgm:t>
        <a:bodyPr/>
        <a:lstStyle/>
        <a:p>
          <a:endParaRPr lang="en-US"/>
        </a:p>
      </dgm:t>
    </dgm:pt>
    <dgm:pt modelId="{B510E243-E6DD-864D-B423-F1534B3568AE}" type="sibTrans" cxnId="{8CBC06CE-D290-7641-B6B4-18F78547B9CC}">
      <dgm:prSet/>
      <dgm:spPr/>
      <dgm:t>
        <a:bodyPr/>
        <a:lstStyle/>
        <a:p>
          <a:endParaRPr lang="en-US"/>
        </a:p>
      </dgm:t>
    </dgm:pt>
    <dgm:pt modelId="{52E1B92E-E8AD-2343-BFE2-9311B192D1BB}">
      <dgm:prSet/>
      <dgm:spPr/>
      <dgm:t>
        <a:bodyPr/>
        <a:lstStyle/>
        <a:p>
          <a:pPr rtl="0"/>
          <a:r>
            <a:rPr lang="en-US" dirty="0"/>
            <a:t>Used for the exchange of data between an I/O module and the CPU</a:t>
          </a:r>
        </a:p>
      </dgm:t>
    </dgm:pt>
    <dgm:pt modelId="{E3BF5ABE-1A33-A94D-B118-8468B31E935A}" type="parTrans" cxnId="{76B5B735-8949-834A-927D-071133CF5068}">
      <dgm:prSet/>
      <dgm:spPr/>
      <dgm:t>
        <a:bodyPr/>
        <a:lstStyle/>
        <a:p>
          <a:endParaRPr lang="en-US"/>
        </a:p>
      </dgm:t>
    </dgm:pt>
    <dgm:pt modelId="{8CBB4295-DE98-C748-A7B7-31B44331A6FA}" type="sibTrans" cxnId="{76B5B735-8949-834A-927D-071133CF5068}">
      <dgm:prSet/>
      <dgm:spPr/>
      <dgm:t>
        <a:bodyPr/>
        <a:lstStyle/>
        <a:p>
          <a:endParaRPr lang="en-US"/>
        </a:p>
      </dgm:t>
    </dgm:pt>
    <dgm:pt modelId="{118DA46B-51F4-D447-8E2D-F244524AE95D}" type="pres">
      <dgm:prSet presAssocID="{FD840D2F-108C-BC46-9136-A088744CBC36}" presName="matrix" presStyleCnt="0">
        <dgm:presLayoutVars>
          <dgm:chMax val="1"/>
          <dgm:dir/>
          <dgm:resizeHandles val="exact"/>
        </dgm:presLayoutVars>
      </dgm:prSet>
      <dgm:spPr/>
    </dgm:pt>
    <dgm:pt modelId="{A933435A-1843-9E4D-86D0-607B7423AE6C}" type="pres">
      <dgm:prSet presAssocID="{FD840D2F-108C-BC46-9136-A088744CBC36}" presName="axisShape" presStyleLbl="bgShp" presStyleIdx="0" presStyleCnt="1"/>
      <dgm:spPr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</dgm:spPr>
    </dgm:pt>
    <dgm:pt modelId="{3B4E5ECE-AE35-9C49-8316-64B43915F2B2}" type="pres">
      <dgm:prSet presAssocID="{FD840D2F-108C-BC46-9136-A088744CBC36}" presName="rect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7999900-43C2-D54D-B582-06A49E5B2881}" type="pres">
      <dgm:prSet presAssocID="{FD840D2F-108C-BC46-9136-A088744CBC36}" presName="rect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FE6EC989-1B64-3F42-878F-156D7B406D89}" type="pres">
      <dgm:prSet presAssocID="{FD840D2F-108C-BC46-9136-A088744CBC36}" presName="rect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646D4236-03AD-7E41-8503-EF196816C95A}" type="pres">
      <dgm:prSet presAssocID="{FD840D2F-108C-BC46-9136-A088744CBC36}" presName="rect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01CE3C01-29EC-9F47-B22D-5C735ABFC199}" srcId="{0E37F963-EE92-4246-B788-16020436B729}" destId="{C46232C3-2E75-7A44-B8CC-0D45C38E01B5}" srcOrd="0" destOrd="0" parTransId="{4F0A9AA9-AD55-A143-87CB-EEF973E532A5}" sibTransId="{196C21FE-BCE6-0340-9239-86BE1646F419}"/>
    <dgm:cxn modelId="{716BF008-5AB7-DB49-8050-0C2DE00AEA1C}" type="presOf" srcId="{52E1B92E-E8AD-2343-BFE2-9311B192D1BB}" destId="{646D4236-03AD-7E41-8503-EF196816C95A}" srcOrd="0" destOrd="1" presId="urn:microsoft.com/office/officeart/2005/8/layout/matrix2"/>
    <dgm:cxn modelId="{76B5B735-8949-834A-927D-071133CF5068}" srcId="{3EDBA169-2675-8448-8FDE-2A0797DF0E78}" destId="{52E1B92E-E8AD-2343-BFE2-9311B192D1BB}" srcOrd="0" destOrd="0" parTransId="{E3BF5ABE-1A33-A94D-B118-8468B31E935A}" sibTransId="{8CBB4295-DE98-C748-A7B7-31B44331A6FA}"/>
    <dgm:cxn modelId="{B169403D-E2B0-7043-AC2F-3A8214095A31}" type="presOf" srcId="{20D7C7D4-7476-224E-BEF4-65D3801CD560}" destId="{3B4E5ECE-AE35-9C49-8316-64B43915F2B2}" srcOrd="0" destOrd="1" presId="urn:microsoft.com/office/officeart/2005/8/layout/matrix2"/>
    <dgm:cxn modelId="{F6356553-45D8-C84C-A9A6-64A3BEF4E65E}" type="presOf" srcId="{02FE1597-E6CB-9744-8CE6-813F239F1D7A}" destId="{FE6EC989-1B64-3F42-878F-156D7B406D89}" srcOrd="0" destOrd="0" presId="urn:microsoft.com/office/officeart/2005/8/layout/matrix2"/>
    <dgm:cxn modelId="{C0F0DC73-F5D8-DA43-9829-B2466A27BF4F}" srcId="{FD840D2F-108C-BC46-9136-A088744CBC36}" destId="{0E37F963-EE92-4246-B788-16020436B729}" srcOrd="1" destOrd="0" parTransId="{0CE25338-8A95-A546-9CCC-2076E5CF6239}" sibTransId="{AAC500A2-5549-E648-9DF3-07EB1581D002}"/>
    <dgm:cxn modelId="{1BA46E83-B587-F746-8DBE-F28E7926015A}" srcId="{FD840D2F-108C-BC46-9136-A088744CBC36}" destId="{A2E7EB61-D7F6-C840-8532-5709134193A0}" srcOrd="0" destOrd="0" parTransId="{AD05651A-E423-254C-862F-C2CE059BD72F}" sibTransId="{17500D31-3549-3A48-A4C8-1A261B96710E}"/>
    <dgm:cxn modelId="{89013C84-3490-2D49-B767-86FBDA5F00E7}" srcId="{02FE1597-E6CB-9744-8CE6-813F239F1D7A}" destId="{A0FD3052-A13E-3C47-8020-62E600288DA5}" srcOrd="0" destOrd="0" parTransId="{037970BC-3497-C74D-8F10-97896165FE81}" sibTransId="{00E53473-866F-9E47-9A26-A761914EC06D}"/>
    <dgm:cxn modelId="{C5D2B0A5-EC3B-A643-BD99-D6F428098516}" type="presOf" srcId="{FD840D2F-108C-BC46-9136-A088744CBC36}" destId="{118DA46B-51F4-D447-8E2D-F244524AE95D}" srcOrd="0" destOrd="0" presId="urn:microsoft.com/office/officeart/2005/8/layout/matrix2"/>
    <dgm:cxn modelId="{E3DE94B5-4550-CD45-89B4-32E5BF66FA63}" type="presOf" srcId="{0E37F963-EE92-4246-B788-16020436B729}" destId="{97999900-43C2-D54D-B582-06A49E5B2881}" srcOrd="0" destOrd="0" presId="urn:microsoft.com/office/officeart/2005/8/layout/matrix2"/>
    <dgm:cxn modelId="{EDEAAABB-CD21-A642-A244-85E71AF76935}" type="presOf" srcId="{3EDBA169-2675-8448-8FDE-2A0797DF0E78}" destId="{646D4236-03AD-7E41-8503-EF196816C95A}" srcOrd="0" destOrd="0" presId="urn:microsoft.com/office/officeart/2005/8/layout/matrix2"/>
    <dgm:cxn modelId="{832F57C5-8348-2B48-B90C-189CEA60DDA2}" type="presOf" srcId="{A0FD3052-A13E-3C47-8020-62E600288DA5}" destId="{FE6EC989-1B64-3F42-878F-156D7B406D89}" srcOrd="0" destOrd="1" presId="urn:microsoft.com/office/officeart/2005/8/layout/matrix2"/>
    <dgm:cxn modelId="{8CBC06CE-D290-7641-B6B4-18F78547B9CC}" srcId="{FD840D2F-108C-BC46-9136-A088744CBC36}" destId="{3EDBA169-2675-8448-8FDE-2A0797DF0E78}" srcOrd="3" destOrd="0" parTransId="{90D1529B-CE0F-934A-87F9-F595F41764E1}" sibTransId="{B510E243-E6DD-864D-B423-F1534B3568AE}"/>
    <dgm:cxn modelId="{FF01C1D4-0C22-464A-8DA5-CD9E1D509825}" type="presOf" srcId="{A2E7EB61-D7F6-C840-8532-5709134193A0}" destId="{3B4E5ECE-AE35-9C49-8316-64B43915F2B2}" srcOrd="0" destOrd="0" presId="urn:microsoft.com/office/officeart/2005/8/layout/matrix2"/>
    <dgm:cxn modelId="{4D3A0AF5-55FE-D646-BAC9-8584087D0661}" srcId="{FD840D2F-108C-BC46-9136-A088744CBC36}" destId="{02FE1597-E6CB-9744-8CE6-813F239F1D7A}" srcOrd="2" destOrd="0" parTransId="{0AE8AC7D-9FE8-A64A-91AD-B8B1F23E5E3B}" sibTransId="{0BF199A0-20F9-BC44-87A4-0B4ED382F88E}"/>
    <dgm:cxn modelId="{266D65F6-9D35-5F45-9911-CF48A9C8B26D}" type="presOf" srcId="{C46232C3-2E75-7A44-B8CC-0D45C38E01B5}" destId="{97999900-43C2-D54D-B582-06A49E5B2881}" srcOrd="0" destOrd="1" presId="urn:microsoft.com/office/officeart/2005/8/layout/matrix2"/>
    <dgm:cxn modelId="{6C4E2CF7-E249-DA4E-99BF-3AB0F0ABE0D1}" srcId="{A2E7EB61-D7F6-C840-8532-5709134193A0}" destId="{20D7C7D4-7476-224E-BEF4-65D3801CD560}" srcOrd="0" destOrd="0" parTransId="{811C896D-8F6B-F443-A62A-8079B0F97D8B}" sibTransId="{07C6F96A-E4D9-0D42-91C1-DFDCD4116135}"/>
    <dgm:cxn modelId="{E5C3837C-F719-8845-B655-9D785BC0FA1B}" type="presParOf" srcId="{118DA46B-51F4-D447-8E2D-F244524AE95D}" destId="{A933435A-1843-9E4D-86D0-607B7423AE6C}" srcOrd="0" destOrd="0" presId="urn:microsoft.com/office/officeart/2005/8/layout/matrix2"/>
    <dgm:cxn modelId="{0A5F3D70-A8D4-4D46-A255-C1D01B992E9A}" type="presParOf" srcId="{118DA46B-51F4-D447-8E2D-F244524AE95D}" destId="{3B4E5ECE-AE35-9C49-8316-64B43915F2B2}" srcOrd="1" destOrd="0" presId="urn:microsoft.com/office/officeart/2005/8/layout/matrix2"/>
    <dgm:cxn modelId="{6008EB93-4FB8-AB40-A7A8-053D7D1D5980}" type="presParOf" srcId="{118DA46B-51F4-D447-8E2D-F244524AE95D}" destId="{97999900-43C2-D54D-B582-06A49E5B2881}" srcOrd="2" destOrd="0" presId="urn:microsoft.com/office/officeart/2005/8/layout/matrix2"/>
    <dgm:cxn modelId="{9831D03D-8A0F-0146-AFAA-298512DAE755}" type="presParOf" srcId="{118DA46B-51F4-D447-8E2D-F244524AE95D}" destId="{FE6EC989-1B64-3F42-878F-156D7B406D89}" srcOrd="3" destOrd="0" presId="urn:microsoft.com/office/officeart/2005/8/layout/matrix2"/>
    <dgm:cxn modelId="{F770245A-13D9-A643-859F-274FC4C8C66B}" type="presParOf" srcId="{118DA46B-51F4-D447-8E2D-F244524AE95D}" destId="{646D4236-03AD-7E41-8503-EF196816C95A}" srcOrd="4" destOrd="0" presId="urn:microsoft.com/office/officeart/2005/8/layout/matrix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91299F-D68C-9C4C-8BF1-0C6C2FB8035E}" type="doc">
      <dgm:prSet loTypeId="urn:microsoft.com/office/officeart/2005/8/layout/cycle4#2" loCatId="relationship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9CC95F7-454C-2046-A231-E04268ABBD1D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gm:t>
    </dgm:pt>
    <dgm:pt modelId="{C2E1FA3B-86A7-A048-B00E-2B932655B605}" type="parTrans" cxnId="{542E33C4-52BB-0A49-AA11-19C513F64A6B}">
      <dgm:prSet/>
      <dgm:spPr/>
      <dgm:t>
        <a:bodyPr/>
        <a:lstStyle/>
        <a:p>
          <a:endParaRPr lang="en-US"/>
        </a:p>
      </dgm:t>
    </dgm:pt>
    <dgm:pt modelId="{489961BB-0415-1F45-99AA-4CB69D109E4E}" type="sibTrans" cxnId="{542E33C4-52BB-0A49-AA11-19C513F64A6B}">
      <dgm:prSet/>
      <dgm:spPr/>
      <dgm:t>
        <a:bodyPr/>
        <a:lstStyle/>
        <a:p>
          <a:endParaRPr lang="en-US"/>
        </a:p>
      </dgm:t>
    </dgm:pt>
    <dgm:pt modelId="{EEE5115B-CAE8-F943-B4E4-FAB5123A0074}">
      <dgm:prSet/>
      <dgm:spPr/>
      <dgm:t>
        <a:bodyPr/>
        <a:lstStyle/>
        <a:p>
          <a:pPr rtl="0"/>
          <a:r>
            <a:rPr lang="en-US" dirty="0"/>
            <a:t>Data transferred from processor to memory or from memory to processor</a:t>
          </a:r>
        </a:p>
      </dgm:t>
    </dgm:pt>
    <dgm:pt modelId="{50C51EF7-6C94-2046-ADE5-B05CFA8A0530}" type="parTrans" cxnId="{14FDE135-B5B1-8240-AEDD-0AE23E9DA95B}">
      <dgm:prSet/>
      <dgm:spPr/>
      <dgm:t>
        <a:bodyPr/>
        <a:lstStyle/>
        <a:p>
          <a:endParaRPr lang="en-US"/>
        </a:p>
      </dgm:t>
    </dgm:pt>
    <dgm:pt modelId="{EB062087-83E8-AB41-8E7A-61547385DD55}" type="sibTrans" cxnId="{14FDE135-B5B1-8240-AEDD-0AE23E9DA95B}">
      <dgm:prSet/>
      <dgm:spPr/>
      <dgm:t>
        <a:bodyPr/>
        <a:lstStyle/>
        <a:p>
          <a:endParaRPr lang="en-US"/>
        </a:p>
      </dgm:t>
    </dgm:pt>
    <dgm:pt modelId="{0D06A67A-239C-4541-B776-902577A3BA9C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gm:t>
    </dgm:pt>
    <dgm:pt modelId="{E8D1500D-6A73-B14F-926C-5FE54BE4FC8A}" type="parTrans" cxnId="{0A8EBB19-9CA3-5D46-AFCD-AC613E474FC1}">
      <dgm:prSet/>
      <dgm:spPr/>
      <dgm:t>
        <a:bodyPr/>
        <a:lstStyle/>
        <a:p>
          <a:endParaRPr lang="en-US"/>
        </a:p>
      </dgm:t>
    </dgm:pt>
    <dgm:pt modelId="{1344C26F-76F2-EE40-A2B1-098B333ECB1C}" type="sibTrans" cxnId="{0A8EBB19-9CA3-5D46-AFCD-AC613E474FC1}">
      <dgm:prSet/>
      <dgm:spPr/>
      <dgm:t>
        <a:bodyPr/>
        <a:lstStyle/>
        <a:p>
          <a:endParaRPr lang="en-US"/>
        </a:p>
      </dgm:t>
    </dgm:pt>
    <dgm:pt modelId="{56D2CB20-CC23-684C-8655-4FCB8BAFA7DF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Data transferred to or from a peripheral device by transferring between the processor and an I/O module</a:t>
          </a:r>
        </a:p>
      </dgm:t>
    </dgm:pt>
    <dgm:pt modelId="{D1EC88C1-1B69-C946-9C46-710D2096DC36}" type="parTrans" cxnId="{8723855A-E2BC-C94B-8522-BE11665067CA}">
      <dgm:prSet/>
      <dgm:spPr/>
      <dgm:t>
        <a:bodyPr/>
        <a:lstStyle/>
        <a:p>
          <a:endParaRPr lang="en-US"/>
        </a:p>
      </dgm:t>
    </dgm:pt>
    <dgm:pt modelId="{68D8C48D-7182-1F4E-B0A7-8DB708B516A4}" type="sibTrans" cxnId="{8723855A-E2BC-C94B-8522-BE11665067CA}">
      <dgm:prSet/>
      <dgm:spPr/>
      <dgm:t>
        <a:bodyPr/>
        <a:lstStyle/>
        <a:p>
          <a:endParaRPr lang="en-US"/>
        </a:p>
      </dgm:t>
    </dgm:pt>
    <dgm:pt modelId="{371D24A7-74FB-C64E-AE86-03FDE598AB8E}">
      <dgm:prSet/>
      <dgm:spPr>
        <a:solidFill>
          <a:schemeClr val="accent3"/>
        </a:solidFill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gm:t>
    </dgm:pt>
    <dgm:pt modelId="{53A34056-48B4-CF4F-BFD9-1BB52C6A56BD}" type="parTrans" cxnId="{0F7B225B-C084-404B-AD8B-4E32ABB6236C}">
      <dgm:prSet/>
      <dgm:spPr/>
      <dgm:t>
        <a:bodyPr/>
        <a:lstStyle/>
        <a:p>
          <a:endParaRPr lang="en-US"/>
        </a:p>
      </dgm:t>
    </dgm:pt>
    <dgm:pt modelId="{25F33ABD-9E90-ED4E-919C-CB50F038A287}" type="sibTrans" cxnId="{0F7B225B-C084-404B-AD8B-4E32ABB6236C}">
      <dgm:prSet/>
      <dgm:spPr/>
      <dgm:t>
        <a:bodyPr/>
        <a:lstStyle/>
        <a:p>
          <a:endParaRPr lang="en-US"/>
        </a:p>
      </dgm:t>
    </dgm:pt>
    <dgm:pt modelId="{44BDB83A-6BE0-DD4E-B589-C1A1B2EDE82A}">
      <dgm:prSet/>
      <dgm:spPr/>
      <dgm:t>
        <a:bodyPr/>
        <a:lstStyle/>
        <a:p>
          <a:pPr rtl="0"/>
          <a:r>
            <a:rPr lang="en-US" dirty="0"/>
            <a:t>The processor may perform some arithmetic or logic operation on data</a:t>
          </a:r>
        </a:p>
      </dgm:t>
    </dgm:pt>
    <dgm:pt modelId="{80F8BCA0-82FA-784F-941F-E18ADA72A515}" type="parTrans" cxnId="{A2FAD9AF-764F-5143-B9C3-2EF8C4D284C5}">
      <dgm:prSet/>
      <dgm:spPr/>
      <dgm:t>
        <a:bodyPr/>
        <a:lstStyle/>
        <a:p>
          <a:endParaRPr lang="en-US"/>
        </a:p>
      </dgm:t>
    </dgm:pt>
    <dgm:pt modelId="{1DD51B85-640F-1643-80A3-FABC197F162E}" type="sibTrans" cxnId="{A2FAD9AF-764F-5143-B9C3-2EF8C4D284C5}">
      <dgm:prSet/>
      <dgm:spPr/>
      <dgm:t>
        <a:bodyPr/>
        <a:lstStyle/>
        <a:p>
          <a:endParaRPr lang="en-US"/>
        </a:p>
      </dgm:t>
    </dgm:pt>
    <dgm:pt modelId="{56085E4A-5C29-A540-9D55-CE6E6A2B5B2E}">
      <dgm:prSet/>
      <dgm:spPr>
        <a:ln>
          <a:solidFill>
            <a:schemeClr val="accent1"/>
          </a:solidFill>
        </a:ln>
      </dgm:spPr>
      <dgm:t>
        <a:bodyPr/>
        <a:lstStyle/>
        <a:p>
          <a:pPr rtl="0"/>
          <a:r>
            <a: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gm:t>
    </dgm:pt>
    <dgm:pt modelId="{A637F62E-2D5C-E54E-8B78-FEAD86CB3753}" type="parTrans" cxnId="{F313EC13-9057-0E4D-9D7F-5D02C16A1D99}">
      <dgm:prSet/>
      <dgm:spPr/>
      <dgm:t>
        <a:bodyPr/>
        <a:lstStyle/>
        <a:p>
          <a:endParaRPr lang="en-US"/>
        </a:p>
      </dgm:t>
    </dgm:pt>
    <dgm:pt modelId="{D962EBAF-0CCA-254F-97AB-4B5A6327D6E3}" type="sibTrans" cxnId="{F313EC13-9057-0E4D-9D7F-5D02C16A1D99}">
      <dgm:prSet/>
      <dgm:spPr/>
      <dgm:t>
        <a:bodyPr/>
        <a:lstStyle/>
        <a:p>
          <a:endParaRPr lang="en-US"/>
        </a:p>
      </dgm:t>
    </dgm:pt>
    <dgm:pt modelId="{95800EDA-E360-9B46-86CD-A41851E5E674}">
      <dgm:prSet/>
      <dgm:spPr>
        <a:ln>
          <a:solidFill>
            <a:schemeClr val="accent3"/>
          </a:solidFill>
        </a:ln>
      </dgm:spPr>
      <dgm:t>
        <a:bodyPr/>
        <a:lstStyle/>
        <a:p>
          <a:pPr rtl="0"/>
          <a:r>
            <a:rPr lang="en-US" dirty="0"/>
            <a:t>An instruction may specify that the sequence of execution be altered</a:t>
          </a:r>
        </a:p>
      </dgm:t>
    </dgm:pt>
    <dgm:pt modelId="{72731113-6F18-964E-8503-BCF66C911230}" type="parTrans" cxnId="{C6046B50-61C0-1044-B1C1-B45E94873634}">
      <dgm:prSet/>
      <dgm:spPr/>
      <dgm:t>
        <a:bodyPr/>
        <a:lstStyle/>
        <a:p>
          <a:endParaRPr lang="en-US"/>
        </a:p>
      </dgm:t>
    </dgm:pt>
    <dgm:pt modelId="{866AF356-E9F9-0744-A7E2-B0A0AA159C9C}" type="sibTrans" cxnId="{C6046B50-61C0-1044-B1C1-B45E94873634}">
      <dgm:prSet/>
      <dgm:spPr/>
      <dgm:t>
        <a:bodyPr/>
        <a:lstStyle/>
        <a:p>
          <a:endParaRPr lang="en-US"/>
        </a:p>
      </dgm:t>
    </dgm:pt>
    <dgm:pt modelId="{B6D267FD-09DA-104F-871C-15256C7ADB06}" type="pres">
      <dgm:prSet presAssocID="{1C91299F-D68C-9C4C-8BF1-0C6C2FB8035E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</dgm:pt>
    <dgm:pt modelId="{93853970-7B39-A749-B247-29573B129C76}" type="pres">
      <dgm:prSet presAssocID="{1C91299F-D68C-9C4C-8BF1-0C6C2FB8035E}" presName="children" presStyleCnt="0"/>
      <dgm:spPr/>
    </dgm:pt>
    <dgm:pt modelId="{D0A02F44-6D2D-E146-BE0D-6F1132160A42}" type="pres">
      <dgm:prSet presAssocID="{1C91299F-D68C-9C4C-8BF1-0C6C2FB8035E}" presName="child1group" presStyleCnt="0"/>
      <dgm:spPr/>
    </dgm:pt>
    <dgm:pt modelId="{9F8AAC68-863D-194A-94BC-958615861BE8}" type="pres">
      <dgm:prSet presAssocID="{1C91299F-D68C-9C4C-8BF1-0C6C2FB8035E}" presName="child1" presStyleLbl="bgAcc1" presStyleIdx="0" presStyleCnt="4"/>
      <dgm:spPr/>
    </dgm:pt>
    <dgm:pt modelId="{05AADD49-61D9-8140-AE00-C44A70E0E84F}" type="pres">
      <dgm:prSet presAssocID="{1C91299F-D68C-9C4C-8BF1-0C6C2FB8035E}" presName="child1Text" presStyleLbl="bgAcc1" presStyleIdx="0" presStyleCnt="4">
        <dgm:presLayoutVars>
          <dgm:bulletEnabled val="1"/>
        </dgm:presLayoutVars>
      </dgm:prSet>
      <dgm:spPr/>
    </dgm:pt>
    <dgm:pt modelId="{62F450E4-2274-264B-BC72-058FC73AD90A}" type="pres">
      <dgm:prSet presAssocID="{1C91299F-D68C-9C4C-8BF1-0C6C2FB8035E}" presName="child2group" presStyleCnt="0"/>
      <dgm:spPr/>
    </dgm:pt>
    <dgm:pt modelId="{FA7231E4-FE93-2E44-B26F-43C0B0662DE3}" type="pres">
      <dgm:prSet presAssocID="{1C91299F-D68C-9C4C-8BF1-0C6C2FB8035E}" presName="child2" presStyleLbl="bgAcc1" presStyleIdx="1" presStyleCnt="4"/>
      <dgm:spPr/>
    </dgm:pt>
    <dgm:pt modelId="{BD2ACE57-62A0-C64E-BB52-93C7869D86BC}" type="pres">
      <dgm:prSet presAssocID="{1C91299F-D68C-9C4C-8BF1-0C6C2FB8035E}" presName="child2Text" presStyleLbl="bgAcc1" presStyleIdx="1" presStyleCnt="4">
        <dgm:presLayoutVars>
          <dgm:bulletEnabled val="1"/>
        </dgm:presLayoutVars>
      </dgm:prSet>
      <dgm:spPr/>
    </dgm:pt>
    <dgm:pt modelId="{55FC0761-B9D6-4B46-BF3A-053217CC174B}" type="pres">
      <dgm:prSet presAssocID="{1C91299F-D68C-9C4C-8BF1-0C6C2FB8035E}" presName="child3group" presStyleCnt="0"/>
      <dgm:spPr/>
    </dgm:pt>
    <dgm:pt modelId="{D4B4A3D9-04BB-FF44-A8A8-6AB4DC697EE2}" type="pres">
      <dgm:prSet presAssocID="{1C91299F-D68C-9C4C-8BF1-0C6C2FB8035E}" presName="child3" presStyleLbl="bgAcc1" presStyleIdx="2" presStyleCnt="4" custLinFactNeighborX="9209" custLinFactNeighborY="2052"/>
      <dgm:spPr/>
    </dgm:pt>
    <dgm:pt modelId="{E542AEEC-33F8-D74A-9237-79BE96E8F29F}" type="pres">
      <dgm:prSet presAssocID="{1C91299F-D68C-9C4C-8BF1-0C6C2FB8035E}" presName="child3Text" presStyleLbl="bgAcc1" presStyleIdx="2" presStyleCnt="4">
        <dgm:presLayoutVars>
          <dgm:bulletEnabled val="1"/>
        </dgm:presLayoutVars>
      </dgm:prSet>
      <dgm:spPr/>
    </dgm:pt>
    <dgm:pt modelId="{6B38CA4B-4999-B548-B216-AD0083C90448}" type="pres">
      <dgm:prSet presAssocID="{1C91299F-D68C-9C4C-8BF1-0C6C2FB8035E}" presName="child4group" presStyleCnt="0"/>
      <dgm:spPr/>
    </dgm:pt>
    <dgm:pt modelId="{2776F45E-5FC5-CA43-9A50-D05A48CD1AFA}" type="pres">
      <dgm:prSet presAssocID="{1C91299F-D68C-9C4C-8BF1-0C6C2FB8035E}" presName="child4" presStyleLbl="bgAcc1" presStyleIdx="3" presStyleCnt="4"/>
      <dgm:spPr/>
    </dgm:pt>
    <dgm:pt modelId="{D6C3FA06-5991-2B4C-B5E5-5702BC1D6275}" type="pres">
      <dgm:prSet presAssocID="{1C91299F-D68C-9C4C-8BF1-0C6C2FB8035E}" presName="child4Text" presStyleLbl="bgAcc1" presStyleIdx="3" presStyleCnt="4">
        <dgm:presLayoutVars>
          <dgm:bulletEnabled val="1"/>
        </dgm:presLayoutVars>
      </dgm:prSet>
      <dgm:spPr/>
    </dgm:pt>
    <dgm:pt modelId="{B415FCCA-89C1-9341-AC53-0F0BCC825EF9}" type="pres">
      <dgm:prSet presAssocID="{1C91299F-D68C-9C4C-8BF1-0C6C2FB8035E}" presName="childPlaceholder" presStyleCnt="0"/>
      <dgm:spPr/>
    </dgm:pt>
    <dgm:pt modelId="{1DFE690F-4A75-9A42-807D-CD4EAFA70E3B}" type="pres">
      <dgm:prSet presAssocID="{1C91299F-D68C-9C4C-8BF1-0C6C2FB8035E}" presName="circle" presStyleCnt="0"/>
      <dgm:spPr/>
    </dgm:pt>
    <dgm:pt modelId="{31728101-0A4A-C148-9CC0-7B417D851487}" type="pres">
      <dgm:prSet presAssocID="{1C91299F-D68C-9C4C-8BF1-0C6C2FB8035E}" presName="quadrant1" presStyleLbl="node1" presStyleIdx="0" presStyleCnt="4">
        <dgm:presLayoutVars>
          <dgm:chMax val="1"/>
          <dgm:bulletEnabled val="1"/>
        </dgm:presLayoutVars>
      </dgm:prSet>
      <dgm:spPr/>
    </dgm:pt>
    <dgm:pt modelId="{FB9FD6F2-BE77-E846-84E9-9675E89A206D}" type="pres">
      <dgm:prSet presAssocID="{1C91299F-D68C-9C4C-8BF1-0C6C2FB8035E}" presName="quadrant2" presStyleLbl="node1" presStyleIdx="1" presStyleCnt="4">
        <dgm:presLayoutVars>
          <dgm:chMax val="1"/>
          <dgm:bulletEnabled val="1"/>
        </dgm:presLayoutVars>
      </dgm:prSet>
      <dgm:spPr/>
    </dgm:pt>
    <dgm:pt modelId="{2255D29E-98A3-2841-959C-001A2E7769D2}" type="pres">
      <dgm:prSet presAssocID="{1C91299F-D68C-9C4C-8BF1-0C6C2FB8035E}" presName="quadrant3" presStyleLbl="node1" presStyleIdx="2" presStyleCnt="4">
        <dgm:presLayoutVars>
          <dgm:chMax val="1"/>
          <dgm:bulletEnabled val="1"/>
        </dgm:presLayoutVars>
      </dgm:prSet>
      <dgm:spPr/>
    </dgm:pt>
    <dgm:pt modelId="{AB84E314-BABC-734B-A008-40716B08F420}" type="pres">
      <dgm:prSet presAssocID="{1C91299F-D68C-9C4C-8BF1-0C6C2FB8035E}" presName="quadrant4" presStyleLbl="node1" presStyleIdx="3" presStyleCnt="4">
        <dgm:presLayoutVars>
          <dgm:chMax val="1"/>
          <dgm:bulletEnabled val="1"/>
        </dgm:presLayoutVars>
      </dgm:prSet>
      <dgm:spPr/>
    </dgm:pt>
    <dgm:pt modelId="{64B9AD24-1873-5F4F-8C9E-25478E85FA2F}" type="pres">
      <dgm:prSet presAssocID="{1C91299F-D68C-9C4C-8BF1-0C6C2FB8035E}" presName="quadrantPlaceholder" presStyleCnt="0"/>
      <dgm:spPr/>
    </dgm:pt>
    <dgm:pt modelId="{860CA274-597B-3442-8D13-FB3B68E98947}" type="pres">
      <dgm:prSet presAssocID="{1C91299F-D68C-9C4C-8BF1-0C6C2FB8035E}" presName="center1" presStyleLbl="fgShp" presStyleIdx="0" presStyleCnt="2"/>
      <dgm:spPr>
        <a:solidFill>
          <a:schemeClr val="accent4"/>
        </a:solidFill>
      </dgm:spPr>
    </dgm:pt>
    <dgm:pt modelId="{49BA8253-F2D2-2C49-AA5B-CEAA3BE354E5}" type="pres">
      <dgm:prSet presAssocID="{1C91299F-D68C-9C4C-8BF1-0C6C2FB8035E}" presName="center2" presStyleLbl="fgShp" presStyleIdx="1" presStyleCnt="2"/>
      <dgm:spPr>
        <a:solidFill>
          <a:schemeClr val="accent4"/>
        </a:solidFill>
      </dgm:spPr>
    </dgm:pt>
  </dgm:ptLst>
  <dgm:cxnLst>
    <dgm:cxn modelId="{7A752305-7C80-1540-B2FB-727220A5B12C}" type="presOf" srcId="{1C91299F-D68C-9C4C-8BF1-0C6C2FB8035E}" destId="{B6D267FD-09DA-104F-871C-15256C7ADB06}" srcOrd="0" destOrd="0" presId="urn:microsoft.com/office/officeart/2005/8/layout/cycle4#2"/>
    <dgm:cxn modelId="{8C407C0D-A9D8-5D44-8231-9DD120B1B0D3}" type="presOf" srcId="{0D06A67A-239C-4541-B776-902577A3BA9C}" destId="{FB9FD6F2-BE77-E846-84E9-9675E89A206D}" srcOrd="0" destOrd="0" presId="urn:microsoft.com/office/officeart/2005/8/layout/cycle4#2"/>
    <dgm:cxn modelId="{BFE4660F-2DB8-B74F-8891-6433CE762F5F}" type="presOf" srcId="{EEE5115B-CAE8-F943-B4E4-FAB5123A0074}" destId="{9F8AAC68-863D-194A-94BC-958615861BE8}" srcOrd="0" destOrd="0" presId="urn:microsoft.com/office/officeart/2005/8/layout/cycle4#2"/>
    <dgm:cxn modelId="{F313EC13-9057-0E4D-9D7F-5D02C16A1D99}" srcId="{1C91299F-D68C-9C4C-8BF1-0C6C2FB8035E}" destId="{56085E4A-5C29-A540-9D55-CE6E6A2B5B2E}" srcOrd="3" destOrd="0" parTransId="{A637F62E-2D5C-E54E-8B78-FEAD86CB3753}" sibTransId="{D962EBAF-0CCA-254F-97AB-4B5A6327D6E3}"/>
    <dgm:cxn modelId="{93F16417-D8E9-1940-B69E-8EF2DD406196}" type="presOf" srcId="{371D24A7-74FB-C64E-AE86-03FDE598AB8E}" destId="{2255D29E-98A3-2841-959C-001A2E7769D2}" srcOrd="0" destOrd="0" presId="urn:microsoft.com/office/officeart/2005/8/layout/cycle4#2"/>
    <dgm:cxn modelId="{0A8EBB19-9CA3-5D46-AFCD-AC613E474FC1}" srcId="{1C91299F-D68C-9C4C-8BF1-0C6C2FB8035E}" destId="{0D06A67A-239C-4541-B776-902577A3BA9C}" srcOrd="1" destOrd="0" parTransId="{E8D1500D-6A73-B14F-926C-5FE54BE4FC8A}" sibTransId="{1344C26F-76F2-EE40-A2B1-098B333ECB1C}"/>
    <dgm:cxn modelId="{14FDE135-B5B1-8240-AEDD-0AE23E9DA95B}" srcId="{A9CC95F7-454C-2046-A231-E04268ABBD1D}" destId="{EEE5115B-CAE8-F943-B4E4-FAB5123A0074}" srcOrd="0" destOrd="0" parTransId="{50C51EF7-6C94-2046-ADE5-B05CFA8A0530}" sibTransId="{EB062087-83E8-AB41-8E7A-61547385DD55}"/>
    <dgm:cxn modelId="{0F7B225B-C084-404B-AD8B-4E32ABB6236C}" srcId="{1C91299F-D68C-9C4C-8BF1-0C6C2FB8035E}" destId="{371D24A7-74FB-C64E-AE86-03FDE598AB8E}" srcOrd="2" destOrd="0" parTransId="{53A34056-48B4-CF4F-BFD9-1BB52C6A56BD}" sibTransId="{25F33ABD-9E90-ED4E-919C-CB50F038A287}"/>
    <dgm:cxn modelId="{63914F5F-66B2-1846-844E-799A0D829B25}" type="presOf" srcId="{56D2CB20-CC23-684C-8655-4FCB8BAFA7DF}" destId="{FA7231E4-FE93-2E44-B26F-43C0B0662DE3}" srcOrd="0" destOrd="0" presId="urn:microsoft.com/office/officeart/2005/8/layout/cycle4#2"/>
    <dgm:cxn modelId="{DA1C0643-D727-504B-BAC7-92AB1BFCC012}" type="presOf" srcId="{44BDB83A-6BE0-DD4E-B589-C1A1B2EDE82A}" destId="{E542AEEC-33F8-D74A-9237-79BE96E8F29F}" srcOrd="1" destOrd="0" presId="urn:microsoft.com/office/officeart/2005/8/layout/cycle4#2"/>
    <dgm:cxn modelId="{C6046B50-61C0-1044-B1C1-B45E94873634}" srcId="{56085E4A-5C29-A540-9D55-CE6E6A2B5B2E}" destId="{95800EDA-E360-9B46-86CD-A41851E5E674}" srcOrd="0" destOrd="0" parTransId="{72731113-6F18-964E-8503-BCF66C911230}" sibTransId="{866AF356-E9F9-0744-A7E2-B0A0AA159C9C}"/>
    <dgm:cxn modelId="{698FE556-5753-D842-882A-5B10CD47477D}" type="presOf" srcId="{95800EDA-E360-9B46-86CD-A41851E5E674}" destId="{2776F45E-5FC5-CA43-9A50-D05A48CD1AFA}" srcOrd="0" destOrd="0" presId="urn:microsoft.com/office/officeart/2005/8/layout/cycle4#2"/>
    <dgm:cxn modelId="{8723855A-E2BC-C94B-8522-BE11665067CA}" srcId="{0D06A67A-239C-4541-B776-902577A3BA9C}" destId="{56D2CB20-CC23-684C-8655-4FCB8BAFA7DF}" srcOrd="0" destOrd="0" parTransId="{D1EC88C1-1B69-C946-9C46-710D2096DC36}" sibTransId="{68D8C48D-7182-1F4E-B0A7-8DB708B516A4}"/>
    <dgm:cxn modelId="{B73B7B97-AFED-5144-9C3A-16AA136C6B7E}" type="presOf" srcId="{44BDB83A-6BE0-DD4E-B589-C1A1B2EDE82A}" destId="{D4B4A3D9-04BB-FF44-A8A8-6AB4DC697EE2}" srcOrd="0" destOrd="0" presId="urn:microsoft.com/office/officeart/2005/8/layout/cycle4#2"/>
    <dgm:cxn modelId="{20BDF09A-E0B2-4543-B281-CB966D66564E}" type="presOf" srcId="{95800EDA-E360-9B46-86CD-A41851E5E674}" destId="{D6C3FA06-5991-2B4C-B5E5-5702BC1D6275}" srcOrd="1" destOrd="0" presId="urn:microsoft.com/office/officeart/2005/8/layout/cycle4#2"/>
    <dgm:cxn modelId="{31B9ED9B-7E55-4640-9FE3-F35FF6AA3F06}" type="presOf" srcId="{56085E4A-5C29-A540-9D55-CE6E6A2B5B2E}" destId="{AB84E314-BABC-734B-A008-40716B08F420}" srcOrd="0" destOrd="0" presId="urn:microsoft.com/office/officeart/2005/8/layout/cycle4#2"/>
    <dgm:cxn modelId="{EFA092A0-7623-D548-B96D-1FFA3F09A22A}" type="presOf" srcId="{A9CC95F7-454C-2046-A231-E04268ABBD1D}" destId="{31728101-0A4A-C148-9CC0-7B417D851487}" srcOrd="0" destOrd="0" presId="urn:microsoft.com/office/officeart/2005/8/layout/cycle4#2"/>
    <dgm:cxn modelId="{A2FAD9AF-764F-5143-B9C3-2EF8C4D284C5}" srcId="{371D24A7-74FB-C64E-AE86-03FDE598AB8E}" destId="{44BDB83A-6BE0-DD4E-B589-C1A1B2EDE82A}" srcOrd="0" destOrd="0" parTransId="{80F8BCA0-82FA-784F-941F-E18ADA72A515}" sibTransId="{1DD51B85-640F-1643-80A3-FABC197F162E}"/>
    <dgm:cxn modelId="{4A106DB6-1D01-0946-AFF9-38C9D01BE88C}" type="presOf" srcId="{EEE5115B-CAE8-F943-B4E4-FAB5123A0074}" destId="{05AADD49-61D9-8140-AE00-C44A70E0E84F}" srcOrd="1" destOrd="0" presId="urn:microsoft.com/office/officeart/2005/8/layout/cycle4#2"/>
    <dgm:cxn modelId="{501121C3-D5BC-1B46-8445-2992FCAD6F21}" type="presOf" srcId="{56D2CB20-CC23-684C-8655-4FCB8BAFA7DF}" destId="{BD2ACE57-62A0-C64E-BB52-93C7869D86BC}" srcOrd="1" destOrd="0" presId="urn:microsoft.com/office/officeart/2005/8/layout/cycle4#2"/>
    <dgm:cxn modelId="{542E33C4-52BB-0A49-AA11-19C513F64A6B}" srcId="{1C91299F-D68C-9C4C-8BF1-0C6C2FB8035E}" destId="{A9CC95F7-454C-2046-A231-E04268ABBD1D}" srcOrd="0" destOrd="0" parTransId="{C2E1FA3B-86A7-A048-B00E-2B932655B605}" sibTransId="{489961BB-0415-1F45-99AA-4CB69D109E4E}"/>
    <dgm:cxn modelId="{7E3A6DC6-77E7-2440-B499-99834709B54B}" type="presParOf" srcId="{B6D267FD-09DA-104F-871C-15256C7ADB06}" destId="{93853970-7B39-A749-B247-29573B129C76}" srcOrd="0" destOrd="0" presId="urn:microsoft.com/office/officeart/2005/8/layout/cycle4#2"/>
    <dgm:cxn modelId="{B7AA9606-93C3-E147-8880-EB6D3609674E}" type="presParOf" srcId="{93853970-7B39-A749-B247-29573B129C76}" destId="{D0A02F44-6D2D-E146-BE0D-6F1132160A42}" srcOrd="0" destOrd="0" presId="urn:microsoft.com/office/officeart/2005/8/layout/cycle4#2"/>
    <dgm:cxn modelId="{B14593DA-62A3-F947-9E3D-6ACCFF641C8B}" type="presParOf" srcId="{D0A02F44-6D2D-E146-BE0D-6F1132160A42}" destId="{9F8AAC68-863D-194A-94BC-958615861BE8}" srcOrd="0" destOrd="0" presId="urn:microsoft.com/office/officeart/2005/8/layout/cycle4#2"/>
    <dgm:cxn modelId="{69247437-B2E1-864E-8723-F68430045C8A}" type="presParOf" srcId="{D0A02F44-6D2D-E146-BE0D-6F1132160A42}" destId="{05AADD49-61D9-8140-AE00-C44A70E0E84F}" srcOrd="1" destOrd="0" presId="urn:microsoft.com/office/officeart/2005/8/layout/cycle4#2"/>
    <dgm:cxn modelId="{0382EC10-B2BD-0C4C-95B7-6BE9AD7191CE}" type="presParOf" srcId="{93853970-7B39-A749-B247-29573B129C76}" destId="{62F450E4-2274-264B-BC72-058FC73AD90A}" srcOrd="1" destOrd="0" presId="urn:microsoft.com/office/officeart/2005/8/layout/cycle4#2"/>
    <dgm:cxn modelId="{5D84A803-F0BA-5E4A-A99B-B5404A7ADDE8}" type="presParOf" srcId="{62F450E4-2274-264B-BC72-058FC73AD90A}" destId="{FA7231E4-FE93-2E44-B26F-43C0B0662DE3}" srcOrd="0" destOrd="0" presId="urn:microsoft.com/office/officeart/2005/8/layout/cycle4#2"/>
    <dgm:cxn modelId="{E0651100-2B89-DF48-B4DC-844BE4FAD89E}" type="presParOf" srcId="{62F450E4-2274-264B-BC72-058FC73AD90A}" destId="{BD2ACE57-62A0-C64E-BB52-93C7869D86BC}" srcOrd="1" destOrd="0" presId="urn:microsoft.com/office/officeart/2005/8/layout/cycle4#2"/>
    <dgm:cxn modelId="{9BDFB4DA-BCDD-A94D-A8F8-93BFCB4411EA}" type="presParOf" srcId="{93853970-7B39-A749-B247-29573B129C76}" destId="{55FC0761-B9D6-4B46-BF3A-053217CC174B}" srcOrd="2" destOrd="0" presId="urn:microsoft.com/office/officeart/2005/8/layout/cycle4#2"/>
    <dgm:cxn modelId="{FD2EA69E-66B0-4E45-8691-C8AF95A840D7}" type="presParOf" srcId="{55FC0761-B9D6-4B46-BF3A-053217CC174B}" destId="{D4B4A3D9-04BB-FF44-A8A8-6AB4DC697EE2}" srcOrd="0" destOrd="0" presId="urn:microsoft.com/office/officeart/2005/8/layout/cycle4#2"/>
    <dgm:cxn modelId="{9313B752-6E89-0540-BA5B-2C0D7D9F644E}" type="presParOf" srcId="{55FC0761-B9D6-4B46-BF3A-053217CC174B}" destId="{E542AEEC-33F8-D74A-9237-79BE96E8F29F}" srcOrd="1" destOrd="0" presId="urn:microsoft.com/office/officeart/2005/8/layout/cycle4#2"/>
    <dgm:cxn modelId="{61CA8A5D-3B1E-194F-BE93-01C4C9D216B0}" type="presParOf" srcId="{93853970-7B39-A749-B247-29573B129C76}" destId="{6B38CA4B-4999-B548-B216-AD0083C90448}" srcOrd="3" destOrd="0" presId="urn:microsoft.com/office/officeart/2005/8/layout/cycle4#2"/>
    <dgm:cxn modelId="{88CFFE6F-C36E-224D-9ACC-4E5BA098D6FB}" type="presParOf" srcId="{6B38CA4B-4999-B548-B216-AD0083C90448}" destId="{2776F45E-5FC5-CA43-9A50-D05A48CD1AFA}" srcOrd="0" destOrd="0" presId="urn:microsoft.com/office/officeart/2005/8/layout/cycle4#2"/>
    <dgm:cxn modelId="{28A2609F-2899-EA4C-B00E-15BE69EAECBA}" type="presParOf" srcId="{6B38CA4B-4999-B548-B216-AD0083C90448}" destId="{D6C3FA06-5991-2B4C-B5E5-5702BC1D6275}" srcOrd="1" destOrd="0" presId="urn:microsoft.com/office/officeart/2005/8/layout/cycle4#2"/>
    <dgm:cxn modelId="{472D821B-10C0-7849-B5CD-7409CCEEC401}" type="presParOf" srcId="{93853970-7B39-A749-B247-29573B129C76}" destId="{B415FCCA-89C1-9341-AC53-0F0BCC825EF9}" srcOrd="4" destOrd="0" presId="urn:microsoft.com/office/officeart/2005/8/layout/cycle4#2"/>
    <dgm:cxn modelId="{B41E98BE-2839-ED47-ADB1-2B471CC3D271}" type="presParOf" srcId="{B6D267FD-09DA-104F-871C-15256C7ADB06}" destId="{1DFE690F-4A75-9A42-807D-CD4EAFA70E3B}" srcOrd="1" destOrd="0" presId="urn:microsoft.com/office/officeart/2005/8/layout/cycle4#2"/>
    <dgm:cxn modelId="{5A174453-2D33-6C40-BE9D-BDDF37A844EA}" type="presParOf" srcId="{1DFE690F-4A75-9A42-807D-CD4EAFA70E3B}" destId="{31728101-0A4A-C148-9CC0-7B417D851487}" srcOrd="0" destOrd="0" presId="urn:microsoft.com/office/officeart/2005/8/layout/cycle4#2"/>
    <dgm:cxn modelId="{E455D0BB-999A-E347-951C-F20A59E979E6}" type="presParOf" srcId="{1DFE690F-4A75-9A42-807D-CD4EAFA70E3B}" destId="{FB9FD6F2-BE77-E846-84E9-9675E89A206D}" srcOrd="1" destOrd="0" presId="urn:microsoft.com/office/officeart/2005/8/layout/cycle4#2"/>
    <dgm:cxn modelId="{E7741AB5-AF72-4148-98C6-275779DA5AF4}" type="presParOf" srcId="{1DFE690F-4A75-9A42-807D-CD4EAFA70E3B}" destId="{2255D29E-98A3-2841-959C-001A2E7769D2}" srcOrd="2" destOrd="0" presId="urn:microsoft.com/office/officeart/2005/8/layout/cycle4#2"/>
    <dgm:cxn modelId="{A4383747-58A8-A74B-8503-012016CEF2C8}" type="presParOf" srcId="{1DFE690F-4A75-9A42-807D-CD4EAFA70E3B}" destId="{AB84E314-BABC-734B-A008-40716B08F420}" srcOrd="3" destOrd="0" presId="urn:microsoft.com/office/officeart/2005/8/layout/cycle4#2"/>
    <dgm:cxn modelId="{A5CAA3B4-AA7D-FC48-9D60-150D40C46A40}" type="presParOf" srcId="{1DFE690F-4A75-9A42-807D-CD4EAFA70E3B}" destId="{64B9AD24-1873-5F4F-8C9E-25478E85FA2F}" srcOrd="4" destOrd="0" presId="urn:microsoft.com/office/officeart/2005/8/layout/cycle4#2"/>
    <dgm:cxn modelId="{B56FEBBF-84B8-E848-B121-77178A52560A}" type="presParOf" srcId="{B6D267FD-09DA-104F-871C-15256C7ADB06}" destId="{860CA274-597B-3442-8D13-FB3B68E98947}" srcOrd="2" destOrd="0" presId="urn:microsoft.com/office/officeart/2005/8/layout/cycle4#2"/>
    <dgm:cxn modelId="{BDD6090F-9E61-1A46-B73E-10D24856EEE5}" type="presParOf" srcId="{B6D267FD-09DA-104F-871C-15256C7ADB06}" destId="{49BA8253-F2D2-2C49-AA5B-CEAA3BE354E5}" srcOrd="3" destOrd="0" presId="urn:microsoft.com/office/officeart/2005/8/layout/cycle4#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92244F-0972-284B-BD79-4BDF0FE0F3E9}">
      <dsp:nvSpPr>
        <dsp:cNvPr id="0" name=""/>
        <dsp:cNvSpPr/>
      </dsp:nvSpPr>
      <dsp:spPr>
        <a:xfrm>
          <a:off x="0" y="266580"/>
          <a:ext cx="6248400" cy="561599"/>
        </a:xfrm>
        <a:prstGeom prst="round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Software</a:t>
          </a:r>
        </a:p>
      </dsp:txBody>
      <dsp:txXfrm>
        <a:off x="27415" y="293995"/>
        <a:ext cx="6193570" cy="506769"/>
      </dsp:txXfrm>
    </dsp:sp>
    <dsp:sp modelId="{13B14588-5A20-EA4F-979E-F796522A9FDC}">
      <dsp:nvSpPr>
        <dsp:cNvPr id="0" name=""/>
        <dsp:cNvSpPr/>
      </dsp:nvSpPr>
      <dsp:spPr>
        <a:xfrm>
          <a:off x="0" y="828180"/>
          <a:ext cx="6248400" cy="1465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A sequence of codes or instructions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Part of the hardware interprets each instruction and generates control signals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Provide a new sequence of codes for each new program instead of rewiring the hardware</a:t>
          </a:r>
        </a:p>
      </dsp:txBody>
      <dsp:txXfrm>
        <a:off x="0" y="828180"/>
        <a:ext cx="6248400" cy="1465560"/>
      </dsp:txXfrm>
    </dsp:sp>
    <dsp:sp modelId="{759BB5A2-667B-D94C-B06E-5A570D0844D7}">
      <dsp:nvSpPr>
        <dsp:cNvPr id="0" name=""/>
        <dsp:cNvSpPr/>
      </dsp:nvSpPr>
      <dsp:spPr>
        <a:xfrm>
          <a:off x="0" y="2293740"/>
          <a:ext cx="6248400" cy="561599"/>
        </a:xfrm>
        <a:prstGeom prst="roundRect">
          <a:avLst/>
        </a:prstGeom>
        <a:gradFill rotWithShape="0">
          <a:gsLst>
            <a:gs pos="0">
              <a:schemeClr val="accent3">
                <a:hueOff val="-1080000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3">
                <a:hueOff val="-1080000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Major components:</a:t>
          </a:r>
        </a:p>
      </dsp:txBody>
      <dsp:txXfrm>
        <a:off x="27415" y="2321155"/>
        <a:ext cx="6193570" cy="506769"/>
      </dsp:txXfrm>
    </dsp:sp>
    <dsp:sp modelId="{71A7FB0B-C6BF-A948-80B4-3819DEC8407E}">
      <dsp:nvSpPr>
        <dsp:cNvPr id="0" name=""/>
        <dsp:cNvSpPr/>
      </dsp:nvSpPr>
      <dsp:spPr>
        <a:xfrm>
          <a:off x="0" y="2855340"/>
          <a:ext cx="6248400" cy="3278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8387" tIns="30480" rIns="170688" bIns="30480" numCol="1" spcCol="1270" anchor="t" anchorCtr="0">
          <a:noAutofit/>
        </a:bodyPr>
        <a:lstStyle/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CPU	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Instruction interpreter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Module of general-purpose arithmetic and logic functions</a:t>
          </a:r>
        </a:p>
        <a:p>
          <a:pPr marL="171450" lvl="1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I/O Components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Input module</a:t>
          </a:r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Contains basic components for accepting data and instructions and converting them into an internal form of signals usable by the system</a:t>
          </a:r>
        </a:p>
        <a:p>
          <a:pPr marL="342900" lvl="2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Output module</a:t>
          </a:r>
        </a:p>
        <a:p>
          <a:pPr marL="514350" lvl="3" indent="-171450" algn="l" defTabSz="844550" rtl="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kern="1200" dirty="0"/>
            <a:t>Means of reporting results</a:t>
          </a:r>
        </a:p>
      </dsp:txBody>
      <dsp:txXfrm>
        <a:off x="0" y="2855340"/>
        <a:ext cx="6248400" cy="32788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33435A-1843-9E4D-86D0-607B7423AE6C}">
      <dsp:nvSpPr>
        <dsp:cNvPr id="0" name=""/>
        <dsp:cNvSpPr/>
      </dsp:nvSpPr>
      <dsp:spPr>
        <a:xfrm>
          <a:off x="0" y="100851"/>
          <a:ext cx="5970495" cy="5970495"/>
        </a:xfrm>
        <a:prstGeom prst="quadArrow">
          <a:avLst>
            <a:gd name="adj1" fmla="val 2000"/>
            <a:gd name="adj2" fmla="val 4000"/>
            <a:gd name="adj3" fmla="val 5000"/>
          </a:avLst>
        </a:prstGeom>
        <a:solidFill>
          <a:schemeClr val="accent3">
            <a:lumMod val="60000"/>
            <a:lumOff val="40000"/>
          </a:schemeClr>
        </a:solidFill>
        <a:ln>
          <a:solidFill>
            <a:schemeClr val="accent4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3B4E5ECE-AE35-9C49-8316-64B43915F2B2}">
      <dsp:nvSpPr>
        <dsp:cNvPr id="0" name=""/>
        <dsp:cNvSpPr/>
      </dsp:nvSpPr>
      <dsp:spPr>
        <a:xfrm>
          <a:off x="388082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address register (MAR)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Specifies the address in memory for the next read or write</a:t>
          </a:r>
        </a:p>
      </dsp:txBody>
      <dsp:txXfrm>
        <a:off x="504664" y="605516"/>
        <a:ext cx="2155034" cy="2155034"/>
      </dsp:txXfrm>
    </dsp:sp>
    <dsp:sp modelId="{97999900-43C2-D54D-B582-06A49E5B2881}">
      <dsp:nvSpPr>
        <dsp:cNvPr id="0" name=""/>
        <dsp:cNvSpPr/>
      </dsp:nvSpPr>
      <dsp:spPr>
        <a:xfrm>
          <a:off x="3194214" y="488934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Memory buffer register (MBR)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Contains the data to be written into memory or receives the data read from memory</a:t>
          </a:r>
        </a:p>
      </dsp:txBody>
      <dsp:txXfrm>
        <a:off x="3310796" y="605516"/>
        <a:ext cx="2155034" cy="2155034"/>
      </dsp:txXfrm>
    </dsp:sp>
    <dsp:sp modelId="{FE6EC989-1B64-3F42-878F-156D7B406D89}">
      <dsp:nvSpPr>
        <dsp:cNvPr id="0" name=""/>
        <dsp:cNvSpPr/>
      </dsp:nvSpPr>
      <dsp:spPr>
        <a:xfrm>
          <a:off x="388082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address register (I/OAR)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Specifies a particular I/O device</a:t>
          </a:r>
        </a:p>
      </dsp:txBody>
      <dsp:txXfrm>
        <a:off x="504664" y="3411648"/>
        <a:ext cx="2155034" cy="2155034"/>
      </dsp:txXfrm>
    </dsp:sp>
    <dsp:sp modelId="{646D4236-03AD-7E41-8503-EF196816C95A}">
      <dsp:nvSpPr>
        <dsp:cNvPr id="0" name=""/>
        <dsp:cNvSpPr/>
      </dsp:nvSpPr>
      <dsp:spPr>
        <a:xfrm>
          <a:off x="3194214" y="3295066"/>
          <a:ext cx="2388198" cy="2388198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I/O buffer register (I/OBR)</a:t>
          </a:r>
        </a:p>
        <a:p>
          <a:pPr marL="171450" lvl="1" indent="-171450" algn="l" defTabSz="7112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Used for the exchange of data between an I/O module and the CPU</a:t>
          </a:r>
        </a:p>
      </dsp:txBody>
      <dsp:txXfrm>
        <a:off x="3310796" y="3411648"/>
        <a:ext cx="2155034" cy="215503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B4A3D9-04BB-FF44-A8A8-6AB4DC697EE2}">
      <dsp:nvSpPr>
        <dsp:cNvPr id="0" name=""/>
        <dsp:cNvSpPr/>
      </dsp:nvSpPr>
      <dsp:spPr>
        <a:xfrm>
          <a:off x="5048619" y="3672408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The processor may perform some arithmetic or logic operation on data</a:t>
          </a:r>
        </a:p>
      </dsp:txBody>
      <dsp:txXfrm>
        <a:off x="5886951" y="4142419"/>
        <a:ext cx="1791601" cy="1220218"/>
      </dsp:txXfrm>
    </dsp:sp>
    <dsp:sp modelId="{2776F45E-5FC5-CA43-9A50-D05A48CD1AFA}">
      <dsp:nvSpPr>
        <dsp:cNvPr id="0" name=""/>
        <dsp:cNvSpPr/>
      </dsp:nvSpPr>
      <dsp:spPr>
        <a:xfrm>
          <a:off x="450049" y="3672408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An instruction may specify that the sequence of execution be altered</a:t>
          </a:r>
        </a:p>
      </dsp:txBody>
      <dsp:txXfrm>
        <a:off x="488012" y="4142419"/>
        <a:ext cx="1791601" cy="1220218"/>
      </dsp:txXfrm>
    </dsp:sp>
    <dsp:sp modelId="{FA7231E4-FE93-2E44-B26F-43C0B0662DE3}">
      <dsp:nvSpPr>
        <dsp:cNvPr id="0" name=""/>
        <dsp:cNvSpPr/>
      </dsp:nvSpPr>
      <dsp:spPr>
        <a:xfrm>
          <a:off x="4802933" y="0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/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 transferred to or from a peripheral device by transferring between the processor and an I/O module</a:t>
          </a:r>
        </a:p>
      </dsp:txBody>
      <dsp:txXfrm>
        <a:off x="5641265" y="37963"/>
        <a:ext cx="1791601" cy="1220218"/>
      </dsp:txXfrm>
    </dsp:sp>
    <dsp:sp modelId="{9F8AAC68-863D-194A-94BC-958615861BE8}">
      <dsp:nvSpPr>
        <dsp:cNvPr id="0" name=""/>
        <dsp:cNvSpPr/>
      </dsp:nvSpPr>
      <dsp:spPr>
        <a:xfrm>
          <a:off x="450049" y="0"/>
          <a:ext cx="2667896" cy="172819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114300" lvl="1" indent="-114300" algn="l" defTabSz="5334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Data transferred from processor to memory or from memory to processor</a:t>
          </a:r>
        </a:p>
      </dsp:txBody>
      <dsp:txXfrm>
        <a:off x="488012" y="37963"/>
        <a:ext cx="1791601" cy="1220218"/>
      </dsp:txXfrm>
    </dsp:sp>
    <dsp:sp modelId="{31728101-0A4A-C148-9CC0-7B417D851487}">
      <dsp:nvSpPr>
        <dsp:cNvPr id="0" name=""/>
        <dsp:cNvSpPr/>
      </dsp:nvSpPr>
      <dsp:spPr>
        <a:xfrm>
          <a:off x="1567973" y="307834"/>
          <a:ext cx="2338459" cy="2338459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Processor-memory</a:t>
          </a:r>
        </a:p>
      </dsp:txBody>
      <dsp:txXfrm>
        <a:off x="2252892" y="992753"/>
        <a:ext cx="1653540" cy="1653540"/>
      </dsp:txXfrm>
    </dsp:sp>
    <dsp:sp modelId="{FB9FD6F2-BE77-E846-84E9-9675E89A206D}">
      <dsp:nvSpPr>
        <dsp:cNvPr id="0" name=""/>
        <dsp:cNvSpPr/>
      </dsp:nvSpPr>
      <dsp:spPr>
        <a:xfrm rot="5400000">
          <a:off x="4014445" y="307834"/>
          <a:ext cx="2338459" cy="2338459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Processor-I/O</a:t>
          </a:r>
        </a:p>
      </dsp:txBody>
      <dsp:txXfrm rot="-5400000">
        <a:off x="4014445" y="992753"/>
        <a:ext cx="1653540" cy="1653540"/>
      </dsp:txXfrm>
    </dsp:sp>
    <dsp:sp modelId="{2255D29E-98A3-2841-959C-001A2E7769D2}">
      <dsp:nvSpPr>
        <dsp:cNvPr id="0" name=""/>
        <dsp:cNvSpPr/>
      </dsp:nvSpPr>
      <dsp:spPr>
        <a:xfrm rot="10800000">
          <a:off x="4014445" y="2754306"/>
          <a:ext cx="2338459" cy="2338459"/>
        </a:xfrm>
        <a:prstGeom prst="pieWedge">
          <a:avLst/>
        </a:prstGeom>
        <a:solidFill>
          <a:schemeClr val="accent3"/>
        </a:solidFill>
        <a:ln>
          <a:solidFill>
            <a:schemeClr val="accent3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Data processing</a:t>
          </a:r>
        </a:p>
      </dsp:txBody>
      <dsp:txXfrm rot="10800000">
        <a:off x="4014445" y="2754306"/>
        <a:ext cx="1653540" cy="1653540"/>
      </dsp:txXfrm>
    </dsp:sp>
    <dsp:sp modelId="{AB84E314-BABC-734B-A008-40716B08F420}">
      <dsp:nvSpPr>
        <dsp:cNvPr id="0" name=""/>
        <dsp:cNvSpPr/>
      </dsp:nvSpPr>
      <dsp:spPr>
        <a:xfrm rot="16200000">
          <a:off x="1567973" y="2754306"/>
          <a:ext cx="2338459" cy="2338459"/>
        </a:xfrm>
        <a:prstGeom prst="pieWedg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40000"/>
                <a:alpha val="100000"/>
                <a:satMod val="150000"/>
                <a:lumMod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  <a:ln>
          <a:solidFill>
            <a:schemeClr val="accent1"/>
          </a:solidFill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5128" tIns="135128" rIns="135128" bIns="135128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Control</a:t>
          </a:r>
        </a:p>
      </dsp:txBody>
      <dsp:txXfrm rot="5400000">
        <a:off x="2252892" y="2754306"/>
        <a:ext cx="1653540" cy="1653540"/>
      </dsp:txXfrm>
    </dsp:sp>
    <dsp:sp modelId="{860CA274-597B-3442-8D13-FB3B68E98947}">
      <dsp:nvSpPr>
        <dsp:cNvPr id="0" name=""/>
        <dsp:cNvSpPr/>
      </dsp:nvSpPr>
      <dsp:spPr>
        <a:xfrm>
          <a:off x="3556744" y="2214246"/>
          <a:ext cx="807389" cy="702078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  <dsp:sp modelId="{49BA8253-F2D2-2C49-AA5B-CEAA3BE354E5}">
      <dsp:nvSpPr>
        <dsp:cNvPr id="0" name=""/>
        <dsp:cNvSpPr/>
      </dsp:nvSpPr>
      <dsp:spPr>
        <a:xfrm rot="10800000">
          <a:off x="3556744" y="2484276"/>
          <a:ext cx="807389" cy="702078"/>
        </a:xfrm>
        <a:prstGeom prst="circularArrow">
          <a:avLst/>
        </a:prstGeom>
        <a:solidFill>
          <a:schemeClr val="accent4"/>
        </a:solidFill>
        <a:ln>
          <a:noFill/>
        </a:ln>
        <a:effectLst>
          <a:innerShdw blurRad="50800" dist="25400" dir="13500000">
            <a:srgbClr val="FFFFFF">
              <a:alpha val="75000"/>
            </a:srgbClr>
          </a:innerShdw>
          <a:outerShdw blurRad="63500" dist="25400" dir="5400000" rotWithShape="0">
            <a:srgbClr val="808080">
              <a:alpha val="7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2">
  <dgm:title val=""/>
  <dgm:desc val=""/>
  <dgm:catLst>
    <dgm:cat type="matrix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l" for="ch" forName="rect1" refType="w" fact="0.065"/>
          <dgm:constr type="t" for="ch" forName="rect1" refType="h" fact="0.065"/>
          <dgm:constr type="w" for="ch" forName="rect2" refType="w" fact="0.4"/>
          <dgm:constr type="h" for="ch" forName="rect2" refType="h" fact="0.4"/>
          <dgm:constr type="r" for="ch" forName="rect2" refType="w" fact="0.935"/>
          <dgm:constr type="t" for="ch" forName="rect2" refType="h" fact="0.065"/>
          <dgm:constr type="w" for="ch" forName="rect3" refType="w" fact="0.4"/>
          <dgm:constr type="h" for="ch" forName="rect3" refType="w" fact="0.4"/>
          <dgm:constr type="l" for="ch" forName="rect3" refType="w" fact="0.065"/>
          <dgm:constr type="b" for="ch" forName="rect3" refType="h" fact="0.935"/>
          <dgm:constr type="w" for="ch" forName="rect4" refType="w" fact="0.4"/>
          <dgm:constr type="h" for="ch" forName="rect4" refType="h" fact="0.4"/>
          <dgm:constr type="r" for="ch" forName="rect4" refType="w" fact="0.935"/>
          <dgm:constr type="b" for="ch" forName="rect4" refType="h" fact="0.935"/>
        </dgm:constrLst>
      </dgm:if>
      <dgm:else name="Name2">
        <dgm:constrLst>
          <dgm:constr type="primFontSz" for="ch" ptType="node" op="equ" val="65"/>
          <dgm:constr type="w" for="ch" forName="axisShape" refType="w"/>
          <dgm:constr type="h" for="ch" forName="axisShape" refType="h"/>
          <dgm:constr type="w" for="ch" forName="rect1" refType="w" fact="0.4"/>
          <dgm:constr type="h" for="ch" forName="rect1" refType="w" fact="0.4"/>
          <dgm:constr type="r" for="ch" forName="rect1" refType="w" fact="0.935"/>
          <dgm:constr type="t" for="ch" forName="rect1" refType="h" fact="0.065"/>
          <dgm:constr type="w" for="ch" forName="rect2" refType="w" fact="0.4"/>
          <dgm:constr type="h" for="ch" forName="rect2" refType="h" fact="0.4"/>
          <dgm:constr type="l" for="ch" forName="rect2" refType="w" fact="0.065"/>
          <dgm:constr type="t" for="ch" forName="rect2" refType="h" fact="0.065"/>
          <dgm:constr type="w" for="ch" forName="rect3" refType="w" fact="0.4"/>
          <dgm:constr type="h" for="ch" forName="rect3" refType="w" fact="0.4"/>
          <dgm:constr type="r" for="ch" forName="rect3" refType="w" fact="0.935"/>
          <dgm:constr type="b" for="ch" forName="rect3" refType="h" fact="0.935"/>
          <dgm:constr type="w" for="ch" forName="rect4" refType="w" fact="0.4"/>
          <dgm:constr type="h" for="ch" forName="rect4" refType="h" fact="0.4"/>
          <dgm:constr type="l" for="ch" forName="rect4" refType="w" fact="0.065"/>
          <dgm:constr type="b" for="ch" forName="rect4" refType="h" fact="0.935"/>
        </dgm:constrLst>
      </dgm:else>
    </dgm:choose>
    <dgm:ruleLst/>
    <dgm:choose name="Name3">
      <dgm:if name="Name4" axis="ch" ptType="node" func="cnt" op="gte" val="1">
        <dgm:layoutNode name="axisShape" styleLbl="bgShp">
          <dgm:alg type="sp"/>
          <dgm:shape xmlns:r="http://schemas.openxmlformats.org/officeDocument/2006/relationships" type="quadArrow" r:blip="">
            <dgm:adjLst>
              <dgm:adj idx="1" val="0.02"/>
              <dgm:adj idx="2" val="0.04"/>
              <dgm:adj idx="3" val="0.05"/>
            </dgm:adjLst>
          </dgm:shape>
          <dgm:presOf/>
          <dgm:constrLst/>
          <dgm:ruleLst/>
        </dgm:layoutNode>
        <dgm:layoutNode name="rect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rect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ycle4#2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246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246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BC627226-B1F1-BB4B-942D-7BCBAF0D2FC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2961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645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645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645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45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r>
              <a:rPr lang="en-US" dirty="0"/>
              <a:t>© 2016 Pearson Education, Inc., Hoboken, NJ. All rights reserved.</a:t>
            </a:r>
          </a:p>
        </p:txBody>
      </p:sp>
      <p:sp>
        <p:nvSpPr>
          <p:cNvPr id="645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0000" tIns="46800" rIns="90000" bIns="4680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5E8A5BC2-82F1-9743-89FF-AFC7C6D81D1B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68473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33" charset="0"/>
        <a:ea typeface="ＭＳ Ｐゴシック" pitchFamily="33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C1486A-64A2-174A-9561-2035EFB54CD6}" type="slidenum">
              <a:rPr lang="en-US"/>
              <a:pPr/>
              <a:t>1</a:t>
            </a:fld>
            <a:endParaRPr lang="en-US" dirty="0"/>
          </a:p>
        </p:txBody>
      </p:sp>
      <p:sp>
        <p:nvSpPr>
          <p:cNvPr id="52226" name="Rectangle 2050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7" name="Rectangle 2051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Times New Roman" pitchFamily="-110" charset="0"/>
              </a:rPr>
              <a:t>Lecture slides prepared for “Computer Organization</a:t>
            </a:r>
            <a:r>
              <a:rPr lang="en-US" baseline="0" dirty="0">
                <a:latin typeface="Times New Roman" pitchFamily="-110" charset="0"/>
              </a:rPr>
              <a:t> and Architecture</a:t>
            </a:r>
            <a:r>
              <a:rPr lang="en-US" dirty="0">
                <a:latin typeface="Times New Roman" pitchFamily="-110" charset="0"/>
              </a:rPr>
              <a:t>”, 10/e, by William Stallings, Chapter 3 “A Top</a:t>
            </a:r>
            <a:r>
              <a:rPr lang="en-US" baseline="0" dirty="0">
                <a:latin typeface="Times New Roman" pitchFamily="-110" charset="0"/>
              </a:rPr>
              <a:t> Level View of Computer Function and Interconnection</a:t>
            </a:r>
            <a:r>
              <a:rPr lang="en-US" dirty="0">
                <a:latin typeface="Times New Roman" pitchFamily="-110" charset="0"/>
              </a:rPr>
              <a:t>”.</a:t>
            </a:r>
            <a:endParaRPr lang="en-AU" dirty="0">
              <a:latin typeface="Times New Roman" pitchFamily="-110" charset="0"/>
            </a:endParaRPr>
          </a:p>
          <a:p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top level, a computer consists of CPU (central processing unit), memory,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components, with one or more modules of each type. These components are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interconnected in some fashion to achieve the basic function of the computer, which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 to execute programs. Thus, at a top level, we can characterize a computer system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by describing (1) the external behavior of each component, that is, the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that it exchanges with other components and (2)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 and the controls required to manage the use of the interconnection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structure.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top-level view of structure and function is important because of its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explanatory power in understanding the nature of a computer. Equally important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its use to understand the increasingly complex issues of performance evaluation.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grasp of the top-level structure and function offers insight into system bottlenecks,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alternate pathways, the magnitude of system failures if a component fails, and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ease of adding performance enhancements. In many cases, requirements for greater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system power and fail-safe capabilities are being met by changing the design rather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than merely increasing the speed and reliability of individual components.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This chapter focuses on the basic structures used for computer component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interconnection. As background, the chapter begins with a brief examination of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basic components and their interface requirements. Then a functional overview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provided. We are then prepared to examine the use of buses to interconnect system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components.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26AC9EA-110C-D44B-81A3-E5165EEE361B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discussed in Chapter 2, virtually all contemporary computer designs are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concepts developed by John von Neumann at the Institute for Advanced Studies,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Princeton. Such a design is referred to as the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von Neumann architecture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is based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three key concepts: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Data and instructions are stored in a single read–write memory.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The contents of this memory are addressable by location, without regard to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type of data contained there.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Execution occurs in a sequential fashion (unless explicitly modified) from one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to the next.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reasoning behind these concepts was discussed in Chapter 2 but is worth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summarizing here. There is a small set of basic logic components that can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combined in various ways to store binary data and perform arithmetic and logical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operations on that data. If there is a particular computation to be performed,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logic components designed specifically for that computation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be constructed. We can think of the process of connecting the various components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desired configuration as a form of programming. The resulting “program”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form of hardware and is termed a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hardwired program.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Now consider this alternative. Suppose we construct a general-purpose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configuration of arithmetic and logic functions. This set of hardware will perform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various functions on data depending on control signals applied to the hardware.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the original case of customized hardware, the system accepts data and produces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results (Figure 3.1a). With general-purpose hardware, the system accepts data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 signals and produces results. Thus, instead of rewiring the hardware for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the programmer merely needs to supply a new set of control signals.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How shall control signals be supplied? The answer is simple but subtle.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entire program is actually a sequence of steps. At each step, some arithmetic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logical operation is performed on some data. For each step, a new set of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 is needed. Let us provide a unique code for each possible set of control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signals, and let us add to the general-purpose hardware a segment that can accept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code and generate control signals (Figure 3.1b).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Programming is now much easier. Instead of rewiring the hardware for each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new program, all we need to do is provide a new sequence of codes. Each code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is, in effect, an instruction, and part of the hardware interprets each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generates control signals. To distinguish this new method of programming,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sequence of codes or instructions is called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software.</a:t>
            </a:r>
            <a:endParaRPr lang="en-US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3.1b indicates two major components of the system: an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interpreter and a module of general-purpose arithmetic and logic functions. These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two constitute the CPU. Several other components are needed to yield a functioning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computer. Data and instructions must be put into the system. For this we need some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sort of input module. This module contains basic components for accepting data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instructions in some form and converting them into an internal form of signals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usable by the system. A means of reporting results is needed, and this is in the form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an output module. Taken together, these are referred to as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I/O components.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more component is needed. An input device will bring instructions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in sequentially. But a program is not invariably executed sequentially; it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jump around (e.g., the IAS jump instruction). Similarly, operations on data may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 access to more than just one element at a time in a predetermined sequence.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Thus, there must be a place to store temporarily both instructions and data. That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module is called </a:t>
            </a:r>
            <a:r>
              <a:rPr kumimoji="1" lang="en-US" sz="1200" i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memory, or main memory, </a:t>
            </a:r>
            <a:r>
              <a:rPr kumimoji="1" lang="en-US" sz="1200" i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distinguish it from external storage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peripheral devices. Von Neumann pointed out that the same memory could be used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store both instructions and data.</a:t>
            </a:r>
            <a:endParaRPr lang="en-US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CPU exchanges data with memory. For this purpose, it typically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makes use of two internal (to the CPU) registers: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 address register (MAR),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specifies the address in memory for the next read or write, and a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memory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buffer register (MBR),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contains the data to be written into memory or receives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data read from memory. Similarly, an I/O address register (I/OAR) specifies a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particular I/O device. An I/O buffer (I/OBR) register is used for the exchange of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between an I/O module and the CPU.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283E32F-E570-C641-BE18-949DE9377421}" type="slidenum">
              <a:rPr lang="en-US"/>
              <a:pPr/>
              <a:t>7</a:t>
            </a:fld>
            <a:endParaRPr lang="en-US" dirty="0"/>
          </a:p>
        </p:txBody>
      </p:sp>
      <p:sp>
        <p:nvSpPr>
          <p:cNvPr id="706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3.2 illustrates these top-level components and suggests the interactions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among them.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 memory module consists of a set of locations, defined by sequentially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numbered addresses. Each location contains a binary number that can be interpreted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as either an instruction or data. An I/O module transfers data from external devices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to CPU and memory, and vice versa. It contains internal buffers for temporarily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holding these data until they can be sent on.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0E033D-50CC-1E44-AAA0-6DD604099704}" type="slidenum">
              <a:rPr lang="en-US"/>
              <a:pPr/>
              <a:t>8</a:t>
            </a:fld>
            <a:endParaRPr lang="en-US" dirty="0"/>
          </a:p>
        </p:txBody>
      </p:sp>
      <p:sp>
        <p:nvSpPr>
          <p:cNvPr id="716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The basic function performed by a computer is execution of a program, which consists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of a set of instructions stored in memory. The processor does the actual work by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executing instructions specified in the program. This section provides an overview of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key elements of program execution. In its simplest form, instruction processing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consists of two steps: The processor reads (fetches ) instructions from memory one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a time and executes each instruction. Program execution consists of repeating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 of instruction fetch and instruction execution. The instruction execution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may involve several operations and depends on the nature of the instruction (see, for</a:t>
            </a:r>
          </a:p>
          <a:p>
            <a:r>
              <a:rPr kumimoji="1" lang="en-US" sz="1200" b="0" i="0" u="none" strike="noStrike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example, the lower portion of Figure 2.4).</a:t>
            </a:r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processing required for a single instruction is called an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cycle.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Using the simplified two-step description given previously, the instruction cycle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depicted in Figure 3.3. The two steps are referred to as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and the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</a:t>
            </a: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cycle.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Program execution halts only if the machine is turned off, some sort of unrecoverable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error occurs, or a program instruction that halts the computer is encountered.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9483BA-5995-B74C-A3C4-0B5F68142E61}" type="slidenum">
              <a:rPr lang="en-US"/>
              <a:pPr/>
              <a:t>9</a:t>
            </a:fld>
            <a:endParaRPr lang="en-US" dirty="0"/>
          </a:p>
        </p:txBody>
      </p:sp>
      <p:sp>
        <p:nvSpPr>
          <p:cNvPr id="727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At the beginning of each instruction cycle, the processor fetches an instruction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memory. In a typical processor, a register called the program counter (PC)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holds the address of the instruction to be fetched next. Unless told otherwise,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 always increments the PC after each instruction fetch so that it will fetch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next instruction in sequence (i.e., the instruction located at the next higher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address). So, for example, consider a computer in which each instruction occupies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one 16-bit word of memory. Assume that the program counter is set to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location 300, where the location address refers to a 16-bit word. The processor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next fetch the instruction at location 300. On succeeding instruction cycles, it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instructions from locations 301, 302, 303, and so on. This sequence may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altered, as explained presently.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fetched instruction is loaded into a register in the processor known as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instruction register (IR). The instruction contains bits that specify the action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is to take. The processor interprets the instruction and performs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required action. 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general, these actions fall into four categories: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Processor-memory: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from processor to memory or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from memory to processor.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Processor-I/O: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may be transferred to or from a peripheral device by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transferring between the processor and an I/O module.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Data processing: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processor may perform some arithmetic or logic operation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on data.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• </a:t>
            </a:r>
            <a:r>
              <a:rPr kumimoji="1" lang="en-US" sz="1200" b="1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Control: </a:t>
            </a:r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 may specify that the sequence of execution be altered.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For example, the processor may fetch an instruction from location 149, which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specifies that the next instruction be from location 182. The processor will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remember this fact by setting the program counter to 182. Thus, on the next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fetch cycle, the instruction will be fetched from location 182 rather than 150.</a:t>
            </a:r>
            <a:endParaRPr lang="en-GB" dirty="0"/>
          </a:p>
          <a:p>
            <a:endParaRPr lang="en-US" dirty="0"/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An instruction’s execution may involve a combination of these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Consider a simple example using a hypothetical machine that includes 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characteristics listed in Figure 3.4. The processor contains a single data register,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called an accumulator (AC). Both instructions and data are 16 bits long. Thus, it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convenient to organize memory using 16-bit words. The instruction format provides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 bits for the opcode, so that there can be as many as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16 different opcodes,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up to 2</a:t>
            </a:r>
            <a:r>
              <a:rPr kumimoji="1" lang="en-US" sz="1200" kern="1200" baseline="3000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12</a:t>
            </a:r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 = 4096 (4K) words of memory can be directly addressed.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8A5BC2-82F1-9743-89FF-AFC7C6D81D1B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14E06EC-8C2C-494A-A338-324AC533F03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747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Figure 3.5 illustrates a partial program execution, showing the relevant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portions of memory and processor registers. The program fragment shown adds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contents of the memory word at address 940 to the contents of the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word at address 941 and stores the result in the latter location. Three instructions,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which can be described as three fetch and three execute cycles, are required: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1. The PC contains 300, the address of the first instruction. This instruction (the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value 1940 in hexadecimal) is loaded into the instruction register IR, and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PC is incremented. Note that this process involves the use of a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 register and a memory buffer register. For simplicity, these intermediate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registers are ignored.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2. The first 4 bits (first hexadecimal digit) in the IR indicate that the AC is to be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loaded. The remaining 12 bits (three hexadecimal digits) specify the address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(940) from which data are to be loaded.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3. The next instruction (5941) is fetched from location 301, and the PC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4. The old contents of the AC and the contents of location 941 are added, and</a:t>
            </a: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the result is stored in the AC.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5. The next instruction (2941) is fetched from location 302, and the PC is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incremented.</a:t>
            </a:r>
          </a:p>
          <a:p>
            <a:endParaRPr kumimoji="1" lang="en-US" sz="1200" b="1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b="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6. The contents of the AC are stored in location 941.</a:t>
            </a:r>
          </a:p>
          <a:p>
            <a:endParaRPr kumimoji="1" lang="en-US" sz="1200" kern="1200" baseline="0" dirty="0">
              <a:solidFill>
                <a:schemeClr val="tx1"/>
              </a:solidFill>
              <a:latin typeface="Times New Roman" pitchFamily="33" charset="0"/>
              <a:ea typeface="+mn-ea"/>
              <a:cs typeface="+mn-cs"/>
            </a:endParaRP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 this example, three instruction cycles, each consisting of a fetch cycle and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execute cycle, are needed to add the contents of location 940 to the contents of 941.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With a more complex set of instructions, fewer cycles would be needed. Some older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processors, for example, included instructions that contain more than one memory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address. Thus, the execution cycle for a particular instruction on such processors could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involve more than one reference to memory. Also, instead of memory references, an</a:t>
            </a:r>
          </a:p>
          <a:p>
            <a:r>
              <a:rPr kumimoji="1" lang="en-US" sz="1200" kern="1200" baseline="0" dirty="0">
                <a:solidFill>
                  <a:schemeClr val="tx1"/>
                </a:solidFill>
                <a:latin typeface="Times New Roman" pitchFamily="33" charset="0"/>
                <a:ea typeface="+mn-ea"/>
                <a:cs typeface="+mn-cs"/>
              </a:rPr>
              <a:t>instruction may specify an I/O operation.</a:t>
            </a:r>
            <a:endParaRPr lang="en-GB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 dirty="0"/>
              <a:t>© 2016 Pearson Education, Inc., Hoboken, NJ. All rights reserved.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24388" y="228600"/>
            <a:ext cx="2057400" cy="2039112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34471"/>
            <a:ext cx="7556313" cy="995082"/>
          </a:xfrm>
        </p:spPr>
        <p:txBody>
          <a:bodyPr anchor="b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498518" y="1129553"/>
            <a:ext cx="7558960" cy="774700"/>
          </a:xfrm>
        </p:spPr>
        <p:txBody>
          <a:bodyPr vert="horz" lIns="91440" tIns="45720" rIns="91440" bIns="45720" rtlCol="0" anchor="t" anchorCtr="0">
            <a:noAutofit/>
          </a:bodyPr>
          <a:lstStyle>
            <a:lvl1pPr marL="0" indent="0">
              <a:buNone/>
              <a:defRPr kumimoji="0" sz="2400" b="0" i="0" u="none" strike="noStrike" kern="1200" cap="none" spc="0" normalizeH="0" baseline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0" y="4624668"/>
            <a:ext cx="4038600" cy="93345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00600" y="5562599"/>
            <a:ext cx="4038600" cy="748553"/>
          </a:xfrm>
        </p:spPr>
        <p:txBody>
          <a:bodyPr>
            <a:normAutofit/>
          </a:bodyPr>
          <a:lstStyle>
            <a:lvl1pPr marL="0" indent="0" algn="l">
              <a:spcBef>
                <a:spcPts val="300"/>
              </a:spcBef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800600" y="6425640"/>
            <a:ext cx="1232647" cy="365125"/>
          </a:xfrm>
        </p:spPr>
        <p:txBody>
          <a:bodyPr/>
          <a:lstStyle>
            <a:lvl1pPr algn="l">
              <a:defRPr/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311153" y="6425640"/>
            <a:ext cx="2617694" cy="365125"/>
          </a:xfrm>
        </p:spPr>
        <p:txBody>
          <a:bodyPr/>
          <a:lstStyle>
            <a:lvl1pPr algn="r">
              <a:defRPr/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Rectangle 6"/>
          <p:cNvSpPr/>
          <p:nvPr/>
        </p:nvSpPr>
        <p:spPr>
          <a:xfrm>
            <a:off x="282575" y="228600"/>
            <a:ext cx="4235450" cy="4187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624388" y="237744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74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1779494"/>
            <a:ext cx="3086100" cy="2040905"/>
          </a:xfrm>
        </p:spPr>
        <p:txBody>
          <a:bodyPr lIns="45720" tIns="45720" rIns="45720" anchor="t">
            <a:noAutofit/>
          </a:bodyPr>
          <a:lstStyle>
            <a:lvl1pPr marL="0" indent="0" algn="ctr">
              <a:buNone/>
              <a:defRPr sz="4600">
                <a:solidFill>
                  <a:schemeClr val="bg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58907" y="228600"/>
            <a:ext cx="820093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3124200"/>
            <a:ext cx="5638800" cy="1362075"/>
          </a:xfrm>
        </p:spPr>
        <p:txBody>
          <a:bodyPr anchor="b" anchorCtr="0">
            <a:normAutofit/>
          </a:bodyPr>
          <a:lstStyle>
            <a:lvl1pPr algn="l">
              <a:defRPr sz="32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4495800"/>
            <a:ext cx="5638800" cy="1500187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300"/>
              </a:spcBef>
              <a:buNone/>
              <a:defRPr sz="14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906" y="6248774"/>
            <a:ext cx="1474694" cy="365125"/>
          </a:xfrm>
        </p:spPr>
        <p:txBody>
          <a:bodyPr/>
          <a:lstStyle>
            <a:lvl1pPr algn="l"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86000" y="6248774"/>
            <a:ext cx="56388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624877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003612" y="3110754"/>
            <a:ext cx="260909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40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9" name="Rectangle 8"/>
          <p:cNvSpPr/>
          <p:nvPr/>
        </p:nvSpPr>
        <p:spPr>
          <a:xfrm>
            <a:off x="285750" y="228600"/>
            <a:ext cx="212725" cy="634523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9987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7541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99878" y="2447365"/>
            <a:ext cx="3657600" cy="367879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7541" y="2070847"/>
            <a:ext cx="3657600" cy="322729"/>
          </a:xfrm>
          <a:prstGeom prst="rect">
            <a:avLst/>
          </a:prstGeom>
          <a:solidFill>
            <a:schemeClr val="accent3"/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99878" y="2070847"/>
            <a:ext cx="3657600" cy="32272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tIns="0" bIns="0" anchor="ctr" anchorCtr="0">
            <a:noAutofit/>
          </a:bodyPr>
          <a:lstStyle>
            <a:lvl1pPr marL="0" indent="0" algn="ctr">
              <a:spcBef>
                <a:spcPts val="0"/>
              </a:spcBef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, Top and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8517" y="1985963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13" name="Content Placeholder 2"/>
          <p:cNvSpPr>
            <a:spLocks noGrp="1"/>
          </p:cNvSpPr>
          <p:nvPr>
            <p:ph sz="half" idx="14"/>
          </p:nvPr>
        </p:nvSpPr>
        <p:spPr>
          <a:xfrm>
            <a:off x="498517" y="4164965"/>
            <a:ext cx="7569157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</p:spPr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1" name="Content Placeholder 2"/>
          <p:cNvSpPr>
            <a:spLocks noGrp="1"/>
          </p:cNvSpPr>
          <p:nvPr>
            <p:ph sz="half" idx="15"/>
          </p:nvPr>
        </p:nvSpPr>
        <p:spPr>
          <a:xfrm>
            <a:off x="498518" y="1985963"/>
            <a:ext cx="3657600" cy="4140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2" name="Content Placeholder 2"/>
          <p:cNvSpPr>
            <a:spLocks noGrp="1"/>
          </p:cNvSpPr>
          <p:nvPr>
            <p:ph sz="half" idx="17"/>
          </p:nvPr>
        </p:nvSpPr>
        <p:spPr>
          <a:xfrm>
            <a:off x="502920" y="1985963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Content Placeholder 2"/>
          <p:cNvSpPr>
            <a:spLocks noGrp="1"/>
          </p:cNvSpPr>
          <p:nvPr>
            <p:ph sz="half" idx="18"/>
          </p:nvPr>
        </p:nvSpPr>
        <p:spPr>
          <a:xfrm>
            <a:off x="502920" y="4164965"/>
            <a:ext cx="3657413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Content Placeholder 2"/>
          <p:cNvSpPr>
            <a:spLocks noGrp="1"/>
          </p:cNvSpPr>
          <p:nvPr>
            <p:ph sz="half" idx="1"/>
          </p:nvPr>
        </p:nvSpPr>
        <p:spPr>
          <a:xfrm>
            <a:off x="4410075" y="1985963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6" name="Content Placeholder 2"/>
          <p:cNvSpPr>
            <a:spLocks noGrp="1"/>
          </p:cNvSpPr>
          <p:nvPr>
            <p:ph sz="half" idx="16"/>
          </p:nvPr>
        </p:nvSpPr>
        <p:spPr>
          <a:xfrm>
            <a:off x="4410075" y="4169664"/>
            <a:ext cx="3657600" cy="19659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3451225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5" y="2571750"/>
            <a:ext cx="3255264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68775" y="273050"/>
            <a:ext cx="4597399" cy="585311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3" y="3733800"/>
            <a:ext cx="325526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59305" y="6423585"/>
            <a:ext cx="3316941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69404" y="3124200"/>
            <a:ext cx="3898272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6" y="228600"/>
            <a:ext cx="3460658" cy="634523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69404" y="3995737"/>
            <a:ext cx="3898272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90110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above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505" y="4424082"/>
            <a:ext cx="6191157" cy="83371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28600"/>
            <a:ext cx="637838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6505" y="5257799"/>
            <a:ext cx="6191157" cy="885825"/>
          </a:xfrm>
        </p:spPr>
        <p:txBody>
          <a:bodyPr/>
          <a:lstStyle>
            <a:lvl1pPr marL="0" indent="0">
              <a:spcBef>
                <a:spcPts val="3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02438" y="2377440"/>
            <a:ext cx="2057400" cy="20391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7212" y="4632792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4" y="228600"/>
            <a:ext cx="6387167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6181611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6179566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212262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46481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6802438" y="237494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6802438" y="4535424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2575" y="228600"/>
            <a:ext cx="4235450" cy="63452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0554" y="2571750"/>
            <a:ext cx="4016633" cy="1162050"/>
          </a:xfrm>
        </p:spPr>
        <p:txBody>
          <a:bodyPr anchor="b">
            <a:normAutofit/>
          </a:bodyPr>
          <a:lstStyle>
            <a:lvl1pPr algn="l">
              <a:defRPr sz="2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1094" y="3733800"/>
            <a:ext cx="4015304" cy="2392363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48000" y="6235607"/>
            <a:ext cx="1348398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81095" y="6235607"/>
            <a:ext cx="2590705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4891" y="174812"/>
            <a:ext cx="41330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54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02438" y="228600"/>
            <a:ext cx="2057400" cy="2039112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24388" y="4534726"/>
            <a:ext cx="2057400" cy="203911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4624388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4624388" y="2381663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5"/>
          </p:nvPr>
        </p:nvSpPr>
        <p:spPr>
          <a:xfrm>
            <a:off x="6803136" y="2381662"/>
            <a:ext cx="2057400" cy="418795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s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0" y="3124200"/>
            <a:ext cx="3108960" cy="871538"/>
          </a:xfrm>
        </p:spPr>
        <p:txBody>
          <a:bodyPr anchor="b">
            <a:normAutofit/>
          </a:bodyPr>
          <a:lstStyle>
            <a:lvl1pPr algn="l">
              <a:defRPr sz="2600" b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77905" y="2365248"/>
            <a:ext cx="4240119" cy="41879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3000" y="3995737"/>
            <a:ext cx="3108960" cy="214788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391399" y="6423585"/>
            <a:ext cx="1537447" cy="365125"/>
          </a:xfrm>
        </p:spPr>
        <p:txBody>
          <a:bodyPr/>
          <a:lstStyle/>
          <a:p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91000" y="6423585"/>
            <a:ext cx="3005138" cy="365125"/>
          </a:xfrm>
        </p:spPr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750361" y="3370730"/>
            <a:ext cx="220568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2400" b="1" baseline="0">
                <a:solidFill>
                  <a:schemeClr val="accent1">
                    <a:lumMod val="60000"/>
                    <a:lumOff val="40000"/>
                  </a:schemeClr>
                </a:solidFill>
              </a:rPr>
              <a:t>+ 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3"/>
          </p:nvPr>
        </p:nvSpPr>
        <p:spPr>
          <a:xfrm>
            <a:off x="27790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  <p:sp>
        <p:nvSpPr>
          <p:cNvPr id="15" name="Picture Placeholder 12"/>
          <p:cNvSpPr>
            <a:spLocks noGrp="1"/>
          </p:cNvSpPr>
          <p:nvPr>
            <p:ph type="pic" sz="quarter" idx="14"/>
          </p:nvPr>
        </p:nvSpPr>
        <p:spPr>
          <a:xfrm>
            <a:off x="2460625" y="228600"/>
            <a:ext cx="2057400" cy="2039112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Click icon to add picture</a:t>
            </a:r>
            <a:endParaRPr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166847" y="282574"/>
            <a:ext cx="685800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8166847" y="282573"/>
            <a:ext cx="685800" cy="3022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95772" y="954742"/>
            <a:ext cx="681318" cy="5171422"/>
          </a:xfrm>
        </p:spPr>
        <p:txBody>
          <a:bodyPr vert="eaVert" anchor="t" anchorCtr="0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58756"/>
            <a:ext cx="6858000" cy="51848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  <p:sp>
        <p:nvSpPr>
          <p:cNvPr id="9" name="TextBox 8"/>
          <p:cNvSpPr txBox="1"/>
          <p:nvPr/>
        </p:nvSpPr>
        <p:spPr>
          <a:xfrm rot="16200000">
            <a:off x="8593111" y="561668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2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 dirty="0"/>
              <a:t>© 2016 Pearson Education, Inc., Hoboken, NJ. All rights reserved.</a:t>
            </a:r>
            <a:endParaRPr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8AF02B71-8991-4516-A01E-F1A9ACD28BDC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</p:sldLayoutIdLst>
  <p:hf sldNum="0" hdr="0" dt="0"/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spcBef>
          <a:spcPts val="2000"/>
        </a:spcBef>
        <a:buClr>
          <a:schemeClr val="accent1"/>
        </a:buClr>
        <a:buSzPct val="75000"/>
        <a:buFont typeface="Wingdings" pitchFamily="2" charset="2"/>
        <a:buChar char="n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spcBef>
          <a:spcPts val="600"/>
        </a:spcBef>
        <a:buClr>
          <a:schemeClr val="accent1">
            <a:lumMod val="60000"/>
            <a:lumOff val="40000"/>
          </a:schemeClr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spcBef>
          <a:spcPts val="600"/>
        </a:spcBef>
        <a:buClr>
          <a:schemeClr val="accent1"/>
        </a:buClr>
        <a:buSzPct val="75000"/>
        <a:buFont typeface="Wingdings" pitchFamily="2" charset="2"/>
        <a:buChar char="n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William Stallings </a:t>
            </a:r>
            <a:br>
              <a:rPr lang="en-GB" dirty="0"/>
            </a:br>
            <a:r>
              <a:rPr lang="en-GB" dirty="0"/>
              <a:t>Computer Organization </a:t>
            </a:r>
            <a:br>
              <a:rPr lang="en-GB" dirty="0"/>
            </a:br>
            <a:r>
              <a:rPr lang="en-GB" dirty="0"/>
              <a:t>and Architecture</a:t>
            </a:r>
            <a:br>
              <a:rPr lang="en-GB" dirty="0"/>
            </a:br>
            <a:r>
              <a:rPr lang="en-GB" dirty="0"/>
              <a:t>10</a:t>
            </a:r>
            <a:r>
              <a:rPr lang="en-GB" baseline="30000" dirty="0"/>
              <a:t>th</a:t>
            </a:r>
            <a:r>
              <a:rPr lang="en-GB" dirty="0"/>
              <a:t> Edition</a:t>
            </a:r>
          </a:p>
        </p:txBody>
      </p:sp>
      <p:pic>
        <p:nvPicPr>
          <p:cNvPr id="3" name="Picture 2" descr="Snapshot 2012-06-08 00-57-47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990600"/>
            <a:ext cx="3649579" cy="2667000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3000"/>
              </a:schemeClr>
            </a:outerShdw>
            <a:reflection stA="50000" endPos="75000" dist="12700" dir="5400000" sy="-100000" algn="bl" rotWithShape="0"/>
            <a:softEdge rad="88900"/>
          </a:effectLst>
        </p:spPr>
      </p:pic>
      <p:sp>
        <p:nvSpPr>
          <p:cNvPr id="4" name="TextBox 3"/>
          <p:cNvSpPr txBox="1"/>
          <p:nvPr/>
        </p:nvSpPr>
        <p:spPr>
          <a:xfrm>
            <a:off x="-1534472" y="1786024"/>
            <a:ext cx="1846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39552" y="4221088"/>
            <a:ext cx="6191157" cy="833718"/>
          </a:xfrm>
        </p:spPr>
        <p:txBody>
          <a:bodyPr>
            <a:noAutofit/>
          </a:bodyPr>
          <a:lstStyle/>
          <a:p>
            <a:r>
              <a:rPr lang="en-US" sz="54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1371600"/>
            <a:ext cx="2286000" cy="193899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7" name="Text Placeholder 10"/>
          <p:cNvSpPr>
            <a:spLocks noGrp="1"/>
          </p:cNvSpPr>
          <p:nvPr>
            <p:ph type="body" sz="half" idx="2"/>
          </p:nvPr>
        </p:nvSpPr>
        <p:spPr>
          <a:xfrm>
            <a:off x="539552" y="5157192"/>
            <a:ext cx="8104095" cy="1190624"/>
          </a:xfrm>
        </p:spPr>
        <p:txBody>
          <a:bodyPr>
            <a:noAutofit/>
          </a:bodyPr>
          <a:lstStyle/>
          <a:p>
            <a:r>
              <a:rPr lang="en-US" sz="3200" dirty="0"/>
              <a:t>A Top-Level View of Computer </a:t>
            </a:r>
          </a:p>
          <a:p>
            <a:r>
              <a:rPr lang="en-US" sz="3200" dirty="0"/>
              <a:t>Function and Interconnection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Computer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676400"/>
            <a:ext cx="7556313" cy="4724400"/>
          </a:xfrm>
        </p:spPr>
        <p:txBody>
          <a:bodyPr>
            <a:normAutofit/>
          </a:bodyPr>
          <a:lstStyle/>
          <a:p>
            <a:r>
              <a:rPr lang="en-US" dirty="0"/>
              <a:t>Contemporary computer designs are based on concepts developed by John von Neumann at the Institute for Advanced Studies, Princeton</a:t>
            </a:r>
          </a:p>
          <a:p>
            <a:r>
              <a:rPr lang="en-US" dirty="0"/>
              <a:t>Referred to as the </a:t>
            </a:r>
            <a:r>
              <a:rPr lang="en-US" i="1" dirty="0"/>
              <a:t>von Neumann architecture </a:t>
            </a:r>
            <a:r>
              <a:rPr lang="en-US" dirty="0"/>
              <a:t>and is based on three key concepts:</a:t>
            </a:r>
          </a:p>
          <a:p>
            <a:pPr lvl="1"/>
            <a:r>
              <a:rPr lang="en-US" dirty="0"/>
              <a:t>Data and instructions are stored in a single read-write memory</a:t>
            </a:r>
          </a:p>
          <a:p>
            <a:pPr lvl="1"/>
            <a:r>
              <a:rPr lang="en-US" dirty="0"/>
              <a:t>The contents of this memory are addressable by location, without regard to the type of data contained there</a:t>
            </a:r>
          </a:p>
          <a:p>
            <a:pPr lvl="1"/>
            <a:r>
              <a:rPr lang="en-US" dirty="0"/>
              <a:t>Execution occurs in a sequential fashion (unless explicitly modified) from one instruction to the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i="1" dirty="0"/>
              <a:t>Hardwired program</a:t>
            </a:r>
          </a:p>
          <a:p>
            <a:pPr lvl="1"/>
            <a:r>
              <a:rPr lang="en-US" dirty="0"/>
              <a:t>The result of the process of connecting the various components in the desired configuration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371600"/>
            <a:ext cx="3255264" cy="1905000"/>
          </a:xfrm>
        </p:spPr>
        <p:txBody>
          <a:bodyPr>
            <a:noAutofit/>
          </a:bodyPr>
          <a:lstStyle/>
          <a:p>
            <a:pPr algn="ctr"/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Hardware </a:t>
            </a:r>
            <a:b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and Software Approaches</a:t>
            </a:r>
          </a:p>
        </p:txBody>
      </p:sp>
      <p:pic>
        <p:nvPicPr>
          <p:cNvPr id="4" name="Picture 3" descr="f1.pdf"/>
          <p:cNvPicPr>
            <a:picLocks noChangeAspect="1"/>
          </p:cNvPicPr>
          <p:nvPr/>
        </p:nvPicPr>
        <p:blipFill>
          <a:blip r:embed="rId3"/>
          <a:srcRect l="16471" t="9091" r="15294" b="8182"/>
          <a:stretch>
            <a:fillRect/>
          </a:stretch>
        </p:blipFill>
        <p:spPr>
          <a:xfrm>
            <a:off x="4355976" y="-243408"/>
            <a:ext cx="4370975" cy="685800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859305" y="6473005"/>
            <a:ext cx="5284695" cy="365125"/>
          </a:xfrm>
        </p:spPr>
        <p:txBody>
          <a:bodyPr/>
          <a:lstStyle/>
          <a:p>
            <a:pPr algn="r"/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1800" y="2667000"/>
            <a:ext cx="2057400" cy="10668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I/O </a:t>
            </a:r>
            <a:b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400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Components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type="pic" idx="1"/>
            <p:extLst>
              <p:ext uri="{D42A27DB-BD31-4B8C-83A1-F6EECF244321}">
                <p14:modId xmlns:p14="http://schemas.microsoft.com/office/powerpoint/2010/main" val="840326679"/>
              </p:ext>
            </p:extLst>
          </p:nvPr>
        </p:nvGraphicFramePr>
        <p:xfrm>
          <a:off x="316896" y="107648"/>
          <a:ext cx="6248400" cy="6400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Rectangle 12"/>
          <p:cNvSpPr/>
          <p:nvPr/>
        </p:nvSpPr>
        <p:spPr>
          <a:xfrm>
            <a:off x="6781800" y="9906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Software</a:t>
            </a:r>
          </a:p>
        </p:txBody>
      </p:sp>
      <p:sp useBgFill="1">
        <p:nvSpPr>
          <p:cNvPr id="14" name="TextBox 13"/>
          <p:cNvSpPr txBox="1"/>
          <p:nvPr/>
        </p:nvSpPr>
        <p:spPr>
          <a:xfrm>
            <a:off x="104378" y="4724401"/>
            <a:ext cx="429021" cy="38099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8000" y="4724400"/>
            <a:ext cx="1928509" cy="1908208"/>
          </a:xfrm>
          <a:prstGeom prst="rect">
            <a:avLst/>
          </a:prstGeom>
          <a:effectLst>
            <a:softEdge rad="76200"/>
          </a:effectLst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>
          <a:xfrm>
            <a:off x="6781800" y="609600"/>
            <a:ext cx="2057400" cy="838200"/>
          </a:xfrm>
        </p:spPr>
        <p:txBody>
          <a:bodyPr>
            <a:normAutofit/>
          </a:bodyPr>
          <a:lstStyle/>
          <a:p>
            <a:pPr algn="ctr"/>
            <a:r>
              <a:rPr lang="en-US" sz="2400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MEMORY</a:t>
            </a:r>
          </a:p>
        </p:txBody>
      </p:sp>
      <p:graphicFrame>
        <p:nvGraphicFramePr>
          <p:cNvPr id="51" name="Diagram 50"/>
          <p:cNvGraphicFramePr/>
          <p:nvPr>
            <p:extLst>
              <p:ext uri="{D42A27DB-BD31-4B8C-83A1-F6EECF244321}">
                <p14:modId xmlns:p14="http://schemas.microsoft.com/office/powerpoint/2010/main" val="1318827940"/>
              </p:ext>
            </p:extLst>
          </p:nvPr>
        </p:nvGraphicFramePr>
        <p:xfrm>
          <a:off x="506505" y="203200"/>
          <a:ext cx="5970495" cy="61721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4" name="Rectangle 13"/>
          <p:cNvSpPr/>
          <p:nvPr/>
        </p:nvSpPr>
        <p:spPr>
          <a:xfrm>
            <a:off x="6781800" y="3048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MAR</a:t>
            </a:r>
          </a:p>
        </p:txBody>
      </p:sp>
      <p:sp useBgFill="1">
        <p:nvSpPr>
          <p:cNvPr id="16" name="TextBox 15"/>
          <p:cNvSpPr txBox="1"/>
          <p:nvPr/>
        </p:nvSpPr>
        <p:spPr>
          <a:xfrm>
            <a:off x="203200" y="4648201"/>
            <a:ext cx="330200" cy="571732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3" name="TextBox 52"/>
          <p:cNvSpPr txBox="1"/>
          <p:nvPr/>
        </p:nvSpPr>
        <p:spPr>
          <a:xfrm>
            <a:off x="228600" y="914401"/>
            <a:ext cx="159266" cy="495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55" name="Rectangle 54"/>
          <p:cNvSpPr/>
          <p:nvPr/>
        </p:nvSpPr>
        <p:spPr>
          <a:xfrm>
            <a:off x="6781800" y="4648200"/>
            <a:ext cx="2057400" cy="1905000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Rectangle 55"/>
          <p:cNvSpPr/>
          <p:nvPr/>
        </p:nvSpPr>
        <p:spPr>
          <a:xfrm>
            <a:off x="6781800" y="5334000"/>
            <a:ext cx="20574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eaLnBrk="1" hangingPunct="1"/>
            <a:r>
              <a:rPr lang="en-US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rPr>
              <a:t>MBR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2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070" b="17677"/>
          <a:stretch/>
        </p:blipFill>
        <p:spPr>
          <a:xfrm>
            <a:off x="971600" y="-99392"/>
            <a:ext cx="6923453" cy="674244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3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483" b="28787"/>
          <a:stretch/>
        </p:blipFill>
        <p:spPr>
          <a:xfrm>
            <a:off x="-324544" y="1268760"/>
            <a:ext cx="9937104" cy="5109273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533400"/>
            <a:ext cx="7556313" cy="1116106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Fetch Cycle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>
          <a:xfrm>
            <a:off x="498474" y="1600200"/>
            <a:ext cx="7426326" cy="4953000"/>
          </a:xfrm>
        </p:spPr>
        <p:txBody>
          <a:bodyPr>
            <a:normAutofit/>
          </a:bodyPr>
          <a:lstStyle/>
          <a:p>
            <a:r>
              <a:rPr lang="en-US" dirty="0"/>
              <a:t>At the beginning of each instruction cycle the processor fetches an instruction from memory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program counter (PC) holds the address of the instruction to be fetched next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increments the PC after each instruction fetch so that it will fetch the next instruction in sequence</a:t>
            </a:r>
          </a:p>
          <a:p>
            <a:r>
              <a:rPr lang="en-US" dirty="0"/>
              <a:t>The fetched instruction is loaded into the instruction register (IR)</a:t>
            </a:r>
          </a:p>
          <a:p>
            <a:pPr marL="228600" lvl="1">
              <a:spcBef>
                <a:spcPts val="2000"/>
              </a:spcBef>
              <a:buClr>
                <a:schemeClr val="accent1"/>
              </a:buClr>
            </a:pPr>
            <a:r>
              <a:rPr lang="en-US" sz="2000" dirty="0"/>
              <a:t>The processor interprets the instruction and performs the required action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9800" y="5016500"/>
            <a:ext cx="1854200" cy="1841500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323528" y="116632"/>
            <a:ext cx="7708900" cy="1116013"/>
          </a:xfrm>
        </p:spPr>
        <p:txBody>
          <a:bodyPr/>
          <a:lstStyle/>
          <a:p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Action Categories</a:t>
            </a:r>
          </a:p>
        </p:txBody>
      </p:sp>
      <p:graphicFrame>
        <p:nvGraphicFramePr>
          <p:cNvPr id="25" name="Content Placeholder 24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140528880"/>
              </p:ext>
            </p:extLst>
          </p:nvPr>
        </p:nvGraphicFramePr>
        <p:xfrm>
          <a:off x="539552" y="908720"/>
          <a:ext cx="7920879" cy="5400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4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97" b="29967"/>
          <a:stretch/>
        </p:blipFill>
        <p:spPr>
          <a:xfrm>
            <a:off x="323528" y="-171400"/>
            <a:ext cx="8090611" cy="666285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diamond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5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605" b="18856"/>
          <a:stretch/>
        </p:blipFill>
        <p:spPr>
          <a:xfrm>
            <a:off x="395536" y="-243408"/>
            <a:ext cx="7642975" cy="6976920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© 2016 Pearson Education, Inc., Hoboken, NJ. All rights reserved.</a:t>
            </a:r>
          </a:p>
        </p:txBody>
      </p:sp>
    </p:spTree>
  </p:cSld>
  <p:clrMapOvr>
    <a:masterClrMapping/>
  </p:clrMapOvr>
  <p:transition spd="med">
    <p:wipe dir="r"/>
  </p:transition>
</p:sld>
</file>

<file path=ppt/theme/theme1.xml><?xml version="1.0" encoding="utf-8"?>
<a:theme xmlns:a="http://schemas.openxmlformats.org/drawingml/2006/main" name="Advantage">
  <a:themeElements>
    <a:clrScheme name="Advantage">
      <a:dk1>
        <a:sysClr val="windowText" lastClr="000000"/>
      </a:dk1>
      <a:lt1>
        <a:sysClr val="window" lastClr="FFFFFF"/>
      </a:lt1>
      <a:dk2>
        <a:srgbClr val="2B142D"/>
      </a:dk2>
      <a:lt2>
        <a:srgbClr val="C3AFCC"/>
      </a:lt2>
      <a:accent1>
        <a:srgbClr val="663366"/>
      </a:accent1>
      <a:accent2>
        <a:srgbClr val="330F42"/>
      </a:accent2>
      <a:accent3>
        <a:srgbClr val="666699"/>
      </a:accent3>
      <a:accent4>
        <a:srgbClr val="999966"/>
      </a:accent4>
      <a:accent5>
        <a:srgbClr val="F7901E"/>
      </a:accent5>
      <a:accent6>
        <a:srgbClr val="A3A101"/>
      </a:accent6>
      <a:hlink>
        <a:srgbClr val="BC5FBC"/>
      </a:hlink>
      <a:folHlink>
        <a:srgbClr val="9775A7"/>
      </a:folHlink>
    </a:clrScheme>
    <a:fontScheme name="Advantage">
      <a:majorFont>
        <a:latin typeface="Rockwell"/>
        <a:ea typeface=""/>
        <a:cs typeface=""/>
        <a:font script="Jpan" typeface="ＭＳ ゴシック"/>
      </a:majorFont>
      <a:minorFont>
        <a:latin typeface="Rockwell"/>
        <a:ea typeface=""/>
        <a:cs typeface=""/>
        <a:font script="Jpan" typeface="ＭＳ ゴシック"/>
      </a:minorFont>
    </a:fontScheme>
    <a:fmtScheme name="Advantage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6000000" scaled="1"/>
        </a:gradFill>
        <a:gradFill rotWithShape="1">
          <a:gsLst>
            <a:gs pos="0">
              <a:schemeClr val="phClr">
                <a:shade val="40000"/>
                <a:alpha val="100000"/>
                <a:satMod val="150000"/>
                <a:lumMod val="100000"/>
              </a:schemeClr>
            </a:gs>
            <a:gs pos="100000">
              <a:schemeClr val="phClr">
                <a:tint val="70000"/>
                <a:shade val="100000"/>
                <a:alpha val="100000"/>
                <a:satMod val="200000"/>
                <a:lumMod val="100000"/>
              </a:schemeClr>
            </a:gs>
          </a:gsLst>
          <a:lin ang="5400000" scaled="1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FFFFFF">
                <a:alpha val="75000"/>
              </a:srgbClr>
            </a:innerShdw>
            <a:outerShdw blurRad="63500" dist="25400" dir="5400000" rotWithShape="0">
              <a:srgbClr val="808080">
                <a:alpha val="75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twoPt" dir="tl">
              <a:rot lat="0" lon="0" rev="4500000"/>
            </a:lightRig>
          </a:scene3d>
          <a:sp3d>
            <a:bevelT w="635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1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Advantage.thmx</Template>
  <TotalTime>11368</TotalTime>
  <Words>3012</Words>
  <Application>Microsoft Office PowerPoint</Application>
  <PresentationFormat>On-screen Show (4:3)</PresentationFormat>
  <Paragraphs>278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Rockwell</vt:lpstr>
      <vt:lpstr>Times New Roman</vt:lpstr>
      <vt:lpstr>Wingdings</vt:lpstr>
      <vt:lpstr>Advantage</vt:lpstr>
      <vt:lpstr>William Stallings  Computer Organization  and Architecture 10th Edition</vt:lpstr>
      <vt:lpstr>Chapter 3</vt:lpstr>
      <vt:lpstr>Computer Components</vt:lpstr>
      <vt:lpstr>Hardware  and Software Approaches</vt:lpstr>
      <vt:lpstr>I/O  Components</vt:lpstr>
      <vt:lpstr>MEMORY</vt:lpstr>
      <vt:lpstr>PowerPoint Presentation</vt:lpstr>
      <vt:lpstr>PowerPoint Presentation</vt:lpstr>
      <vt:lpstr>Fetch Cycle</vt:lpstr>
      <vt:lpstr>Action Categories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 Top Level View of Computer Function and Interconnection</dc:title>
  <dc:creator>Adrian J Pullin</dc:creator>
  <cp:lastModifiedBy>Dr. Ghulam Muhammad BUKC</cp:lastModifiedBy>
  <cp:revision>152</cp:revision>
  <cp:lastPrinted>1999-09-24T09:11:31Z</cp:lastPrinted>
  <dcterms:created xsi:type="dcterms:W3CDTF">2012-06-16T23:28:52Z</dcterms:created>
  <dcterms:modified xsi:type="dcterms:W3CDTF">2023-03-08T06:24:25Z</dcterms:modified>
</cp:coreProperties>
</file>